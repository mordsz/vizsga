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notesMasterIdLst>
    <p:notesMasterId r:id="rId25"/>
  </p:notesMasterIdLst>
  <p:sldIdLst>
    <p:sldId id="256" r:id="rId2"/>
    <p:sldId id="283" r:id="rId3"/>
    <p:sldId id="284" r:id="rId4"/>
    <p:sldId id="286" r:id="rId5"/>
    <p:sldId id="279" r:id="rId6"/>
    <p:sldId id="260" r:id="rId7"/>
    <p:sldId id="285" r:id="rId8"/>
    <p:sldId id="280" r:id="rId9"/>
    <p:sldId id="259" r:id="rId10"/>
    <p:sldId id="262" r:id="rId11"/>
    <p:sldId id="263" r:id="rId12"/>
    <p:sldId id="264" r:id="rId13"/>
    <p:sldId id="287" r:id="rId14"/>
    <p:sldId id="281" r:id="rId15"/>
    <p:sldId id="271" r:id="rId16"/>
    <p:sldId id="277" r:id="rId17"/>
    <p:sldId id="278" r:id="rId18"/>
    <p:sldId id="276" r:id="rId19"/>
    <p:sldId id="272" r:id="rId20"/>
    <p:sldId id="258" r:id="rId21"/>
    <p:sldId id="265" r:id="rId22"/>
    <p:sldId id="282" r:id="rId23"/>
    <p:sldId id="270" r:id="rId2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FFE"/>
    <a:srgbClr val="CCFFFF"/>
    <a:srgbClr val="5D6C5A"/>
    <a:srgbClr val="6F6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29" autoAdjust="0"/>
    <p:restoredTop sz="86443" autoAdjust="0"/>
  </p:normalViewPr>
  <p:slideViewPr>
    <p:cSldViewPr snapToGrid="0">
      <p:cViewPr varScale="1">
        <p:scale>
          <a:sx n="78" d="100"/>
          <a:sy n="78" d="100"/>
        </p:scale>
        <p:origin x="72" y="2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2B4F2-FA11-4766-BABE-DA6BB39BA291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64EC8-09C5-4F54-9753-F772E20D3F0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7576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664EC8-09C5-4F54-9753-F772E20D3F04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835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937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413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051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931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053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408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088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56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280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085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513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F1116-D756-4458-85E6-62E0AC8B8FAA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457EF-697C-405D-8707-EDD60011C0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923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8.png"/><Relationship Id="rId7" Type="http://schemas.openxmlformats.org/officeDocument/2006/relationships/image" Target="../media/image1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jpe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.gif"/><Relationship Id="rId3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gif"/><Relationship Id="rId10" Type="http://schemas.openxmlformats.org/officeDocument/2006/relationships/image" Target="../media/image38.png"/><Relationship Id="rId4" Type="http://schemas.openxmlformats.org/officeDocument/2006/relationships/image" Target="../media/image33.gif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92" y="4050322"/>
            <a:ext cx="2807678" cy="2807678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274" y="4510452"/>
            <a:ext cx="1887417" cy="1887417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78" y="5602355"/>
            <a:ext cx="1046923" cy="1046923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1" t="20246" r="26376" b="21279"/>
          <a:stretch/>
        </p:blipFill>
        <p:spPr>
          <a:xfrm>
            <a:off x="9215108" y="3789599"/>
            <a:ext cx="2725616" cy="3165231"/>
          </a:xfrm>
          <a:prstGeom prst="rect">
            <a:avLst/>
          </a:prstGeom>
        </p:spPr>
      </p:pic>
      <p:sp>
        <p:nvSpPr>
          <p:cNvPr id="11" name="Szövegdoboz 10"/>
          <p:cNvSpPr txBox="1"/>
          <p:nvPr/>
        </p:nvSpPr>
        <p:spPr>
          <a:xfrm>
            <a:off x="9795913" y="4256597"/>
            <a:ext cx="160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bg1">
                    <a:lumMod val="95000"/>
                  </a:schemeClr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Dombi Levente</a:t>
            </a:r>
            <a:endParaRPr lang="hu-HU" dirty="0">
              <a:solidFill>
                <a:schemeClr val="bg1">
                  <a:lumMod val="95000"/>
                </a:schemeClr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2" name="Téglalap 11"/>
          <p:cNvSpPr/>
          <p:nvPr/>
        </p:nvSpPr>
        <p:spPr>
          <a:xfrm>
            <a:off x="9577187" y="5050520"/>
            <a:ext cx="1725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u-HU" dirty="0" smtClean="0">
                <a:solidFill>
                  <a:schemeClr val="bg1">
                    <a:lumMod val="95000"/>
                  </a:schemeClr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Petri Áron</a:t>
            </a:r>
            <a:endParaRPr lang="hu-HU" dirty="0">
              <a:solidFill>
                <a:schemeClr val="bg1">
                  <a:lumMod val="95000"/>
                </a:schemeClr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3" name="Téglalap 12"/>
          <p:cNvSpPr/>
          <p:nvPr/>
        </p:nvSpPr>
        <p:spPr>
          <a:xfrm>
            <a:off x="9821324" y="5782523"/>
            <a:ext cx="15806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 smtClean="0">
                <a:solidFill>
                  <a:schemeClr val="bg1">
                    <a:lumMod val="95000"/>
                  </a:schemeClr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Havasi Máté</a:t>
            </a:r>
            <a:endParaRPr lang="hu-HU" dirty="0">
              <a:solidFill>
                <a:schemeClr val="bg1">
                  <a:lumMod val="95000"/>
                </a:schemeClr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2452914" y="0"/>
            <a:ext cx="6719712" cy="3470593"/>
          </a:xfrm>
          <a:prstGeom prst="rect">
            <a:avLst/>
          </a:prstGeom>
        </p:spPr>
        <p:txBody>
          <a:bodyPr vert="horz" lIns="91440" tIns="27432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8000" dirty="0" err="1" smtClean="0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Our</a:t>
            </a:r>
            <a:r>
              <a:rPr lang="hu-HU" sz="8000" dirty="0" smtClean="0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8000" dirty="0" err="1" smtClean="0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exam</a:t>
            </a:r>
            <a:r>
              <a:rPr lang="hu-HU" sz="8000" dirty="0" smtClean="0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 project</a:t>
            </a:r>
            <a:r>
              <a:rPr lang="hu-HU" sz="8000" dirty="0" smtClean="0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:</a:t>
            </a:r>
          </a:p>
          <a:p>
            <a:pPr algn="ctr"/>
            <a:r>
              <a:rPr lang="hu-HU" dirty="0" err="1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Tides</a:t>
            </a:r>
            <a:r>
              <a:rPr lang="hu-HU" dirty="0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 Of </a:t>
            </a:r>
            <a:r>
              <a:rPr lang="hu-HU" dirty="0" err="1">
                <a:solidFill>
                  <a:srgbClr val="E7FFF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Envy</a:t>
            </a:r>
            <a:endParaRPr lang="hu-HU" dirty="0" smtClean="0">
              <a:solidFill>
                <a:srgbClr val="E7FFF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pPr algn="ctr"/>
            <a:endParaRPr lang="hu-HU" dirty="0"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26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solidFill>
                  <a:schemeClr val="bg1"/>
                </a:solidFill>
              </a:rPr>
              <a:t>Ötletek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>
                <a:solidFill>
                  <a:schemeClr val="bg1"/>
                </a:solidFill>
              </a:rPr>
              <a:t>Team Dia</a:t>
            </a:r>
          </a:p>
          <a:p>
            <a:r>
              <a:rPr lang="hu-HU" dirty="0" err="1" smtClean="0">
                <a:solidFill>
                  <a:schemeClr val="bg1"/>
                </a:solidFill>
              </a:rPr>
              <a:t>Dízájn</a:t>
            </a:r>
            <a:r>
              <a:rPr lang="hu-HU" dirty="0" smtClean="0">
                <a:solidFill>
                  <a:schemeClr val="bg1"/>
                </a:solidFill>
              </a:rPr>
              <a:t> átdolgozás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Chat </a:t>
            </a:r>
            <a:r>
              <a:rPr lang="hu-HU" dirty="0" err="1" smtClean="0">
                <a:solidFill>
                  <a:schemeClr val="bg1"/>
                </a:solidFill>
              </a:rPr>
              <a:t>feature</a:t>
            </a:r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Oldal megmutatása ?</a:t>
            </a:r>
          </a:p>
          <a:p>
            <a:r>
              <a:rPr lang="hu-HU" dirty="0" smtClean="0">
                <a:solidFill>
                  <a:schemeClr val="bg1"/>
                </a:solidFill>
              </a:rPr>
              <a:t>1-2 funkció bemutatása (</a:t>
            </a:r>
            <a:r>
              <a:rPr lang="hu-HU" dirty="0" err="1" smtClean="0">
                <a:solidFill>
                  <a:schemeClr val="bg1"/>
                </a:solidFill>
              </a:rPr>
              <a:t>pl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jatek</a:t>
            </a:r>
            <a:r>
              <a:rPr lang="hu-HU" dirty="0" smtClean="0">
                <a:solidFill>
                  <a:schemeClr val="bg1"/>
                </a:solidFill>
              </a:rPr>
              <a:t>/</a:t>
            </a:r>
            <a:r>
              <a:rPr lang="hu-HU" dirty="0" err="1" smtClean="0">
                <a:solidFill>
                  <a:schemeClr val="bg1"/>
                </a:solidFill>
              </a:rPr>
              <a:t>launcher</a:t>
            </a:r>
            <a:r>
              <a:rPr lang="hu-HU" dirty="0" smtClean="0">
                <a:solidFill>
                  <a:schemeClr val="bg1"/>
                </a:solidFill>
              </a:rPr>
              <a:t> letöltés </a:t>
            </a:r>
            <a:r>
              <a:rPr lang="hu-HU" dirty="0" smtClean="0">
                <a:solidFill>
                  <a:schemeClr val="bg1"/>
                </a:solidFill>
              </a:rPr>
              <a:t>)</a:t>
            </a: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 err="1" smtClean="0">
                <a:solidFill>
                  <a:schemeClr val="bg1"/>
                </a:solidFill>
              </a:rPr>
              <a:t>Rackhost</a:t>
            </a:r>
            <a:r>
              <a:rPr lang="hu-HU" dirty="0" smtClean="0">
                <a:solidFill>
                  <a:schemeClr val="bg1"/>
                </a:solidFill>
              </a:rPr>
              <a:t>/</a:t>
            </a:r>
            <a:r>
              <a:rPr lang="hu-HU" dirty="0" err="1" smtClean="0">
                <a:solidFill>
                  <a:schemeClr val="bg1"/>
                </a:solidFill>
              </a:rPr>
              <a:t>Filezilla</a:t>
            </a:r>
            <a:r>
              <a:rPr lang="hu-HU" dirty="0" smtClean="0">
                <a:solidFill>
                  <a:schemeClr val="bg1"/>
                </a:solidFill>
              </a:rPr>
              <a:t> és ezek a programok lógjanak egy láncról</a:t>
            </a:r>
          </a:p>
          <a:p>
            <a:r>
              <a:rPr lang="hu-HU" dirty="0" err="1" smtClean="0">
                <a:solidFill>
                  <a:schemeClr val="bg1"/>
                </a:solidFill>
              </a:rPr>
              <a:t>Animalni</a:t>
            </a:r>
            <a:r>
              <a:rPr lang="hu-HU" dirty="0" smtClean="0">
                <a:solidFill>
                  <a:schemeClr val="bg1"/>
                </a:solidFill>
              </a:rPr>
              <a:t> a </a:t>
            </a:r>
            <a:r>
              <a:rPr lang="hu-HU" dirty="0" err="1" smtClean="0">
                <a:solidFill>
                  <a:schemeClr val="bg1"/>
                </a:solidFill>
              </a:rPr>
              <a:t>karikat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endParaRPr lang="hu-HU" dirty="0" smtClean="0">
              <a:solidFill>
                <a:schemeClr val="bg1"/>
              </a:solidFill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2944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t="38057" r="19214" b="45164"/>
          <a:stretch/>
        </p:blipFill>
        <p:spPr>
          <a:xfrm>
            <a:off x="2544221" y="429155"/>
            <a:ext cx="6997148" cy="1530964"/>
          </a:xfr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340434" y="323127"/>
            <a:ext cx="9404723" cy="1400530"/>
          </a:xfrm>
        </p:spPr>
        <p:txBody>
          <a:bodyPr/>
          <a:lstStyle/>
          <a:p>
            <a:pPr algn="ctr"/>
            <a:r>
              <a:rPr lang="hu-HU" sz="48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The Team</a:t>
            </a:r>
            <a:endParaRPr lang="hu-HU" sz="48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977" y="2834701"/>
            <a:ext cx="1021168" cy="1889924"/>
          </a:xfrm>
          <a:prstGeom prst="rect">
            <a:avLst/>
          </a:prstGeom>
          <a:effectLst/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791" y="2765326"/>
            <a:ext cx="1044030" cy="2171888"/>
          </a:xfrm>
          <a:prstGeom prst="rect">
            <a:avLst/>
          </a:prstGeom>
          <a:effectLst/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400" y="2527229"/>
            <a:ext cx="1028789" cy="1737511"/>
          </a:xfrm>
          <a:prstGeom prst="rect">
            <a:avLst/>
          </a:prstGeom>
          <a:effectLst/>
        </p:spPr>
      </p:pic>
      <p:sp>
        <p:nvSpPr>
          <p:cNvPr id="9" name="Szövegdoboz 8"/>
          <p:cNvSpPr txBox="1"/>
          <p:nvPr/>
        </p:nvSpPr>
        <p:spPr>
          <a:xfrm>
            <a:off x="5086152" y="4083533"/>
            <a:ext cx="191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Frontend/Game</a:t>
            </a:r>
            <a:endParaRPr lang="hu-HU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5611074" y="1723551"/>
            <a:ext cx="863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Áron</a:t>
            </a:r>
            <a:endParaRPr lang="hu-HU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1" name="Szövegdoboz 10"/>
          <p:cNvSpPr txBox="1"/>
          <p:nvPr/>
        </p:nvSpPr>
        <p:spPr>
          <a:xfrm>
            <a:off x="2733397" y="2287735"/>
            <a:ext cx="1282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Levente</a:t>
            </a:r>
            <a:endParaRPr lang="hu-HU" sz="28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2" name="Szövegdoboz 11"/>
          <p:cNvSpPr txBox="1"/>
          <p:nvPr/>
        </p:nvSpPr>
        <p:spPr>
          <a:xfrm>
            <a:off x="2810945" y="4706380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Backend</a:t>
            </a:r>
            <a:endParaRPr lang="hu-HU" sz="2400" b="1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3" name="Téglalap 12"/>
          <p:cNvSpPr/>
          <p:nvPr/>
        </p:nvSpPr>
        <p:spPr>
          <a:xfrm>
            <a:off x="5281362" y="2131293"/>
            <a:ext cx="18251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Team </a:t>
            </a:r>
            <a:r>
              <a:rPr lang="hu-HU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Leader</a:t>
            </a:r>
            <a:r>
              <a:rPr lang="hu-HU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endParaRPr lang="hu-HU" sz="2400" dirty="0"/>
          </a:p>
        </p:txBody>
      </p:sp>
      <p:sp>
        <p:nvSpPr>
          <p:cNvPr id="14" name="Téglalap 13"/>
          <p:cNvSpPr/>
          <p:nvPr/>
        </p:nvSpPr>
        <p:spPr>
          <a:xfrm>
            <a:off x="8295894" y="2400425"/>
            <a:ext cx="9123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u-HU" sz="2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Máté</a:t>
            </a:r>
            <a:endParaRPr lang="hu-HU" sz="24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5" name="Téglalap 14"/>
          <p:cNvSpPr/>
          <p:nvPr/>
        </p:nvSpPr>
        <p:spPr>
          <a:xfrm>
            <a:off x="7759637" y="4706381"/>
            <a:ext cx="19303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2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Database</a:t>
            </a:r>
            <a:r>
              <a:rPr lang="hu-HU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yteBounce" panose="02000603000000000000" pitchFamily="2" charset="0"/>
                <a:ea typeface="ByteBounce" panose="02000603000000000000" pitchFamily="2" charset="0"/>
              </a:rPr>
              <a:t>/Game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08231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t="38057" r="19214" b="45164"/>
          <a:stretch/>
        </p:blipFill>
        <p:spPr>
          <a:xfrm>
            <a:off x="307975" y="160336"/>
            <a:ext cx="8627303" cy="1888011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73087" y="330199"/>
            <a:ext cx="7480852" cy="1325563"/>
          </a:xfrm>
        </p:spPr>
        <p:txBody>
          <a:bodyPr>
            <a:normAutofit/>
          </a:bodyPr>
          <a:lstStyle/>
          <a:p>
            <a:r>
              <a:rPr lang="hu-HU" sz="6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The </a:t>
            </a:r>
            <a:r>
              <a:rPr lang="hu-HU" sz="6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reason</a:t>
            </a:r>
            <a:r>
              <a:rPr lang="hu-HU" sz="6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6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why</a:t>
            </a:r>
            <a:r>
              <a:rPr lang="hu-HU" sz="6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6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this</a:t>
            </a:r>
            <a:r>
              <a:rPr lang="hu-HU" sz="6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:</a:t>
            </a:r>
            <a:endParaRPr lang="hu-HU" sz="60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Skibidi</a:t>
            </a:r>
            <a:endParaRPr lang="hu-HU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26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835427" y="1839817"/>
            <a:ext cx="4518991" cy="4032918"/>
          </a:xfrm>
        </p:spPr>
        <p:txBody>
          <a:bodyPr/>
          <a:lstStyle/>
          <a:p>
            <a:pPr marL="0" indent="0">
              <a:buNone/>
            </a:pPr>
            <a:endParaRPr lang="hu-HU" sz="40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r>
              <a:rPr lang="hu-HU" sz="4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Tides</a:t>
            </a:r>
            <a:r>
              <a:rPr lang="hu-HU" sz="4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4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Of </a:t>
            </a:r>
            <a:r>
              <a:rPr lang="hu-HU" sz="4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Envy</a:t>
            </a:r>
            <a:endParaRPr lang="hu-HU" sz="40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endParaRPr lang="hu-HU" sz="40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pPr lvl="1"/>
            <a:r>
              <a:rPr lang="hu-HU" sz="2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Tides</a:t>
            </a:r>
            <a:r>
              <a:rPr lang="hu-HU" sz="2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-&gt; </a:t>
            </a:r>
            <a:r>
              <a:rPr lang="hu-HU" sz="2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waves</a:t>
            </a:r>
            <a:endParaRPr lang="hu-HU" sz="28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pPr lvl="1"/>
            <a:r>
              <a:rPr lang="hu-HU" sz="2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Envy</a:t>
            </a:r>
            <a:r>
              <a:rPr lang="hu-HU" sz="2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-&gt; </a:t>
            </a:r>
            <a:r>
              <a:rPr lang="hu-HU" sz="2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enemies</a:t>
            </a:r>
            <a:r>
              <a:rPr lang="hu-HU" sz="2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2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feelings</a:t>
            </a:r>
            <a:endParaRPr lang="hu-HU" sz="28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pic>
        <p:nvPicPr>
          <p:cNvPr id="10" name="Tartalom hely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t="38057" r="19214" b="45164"/>
          <a:stretch/>
        </p:blipFill>
        <p:spPr>
          <a:xfrm>
            <a:off x="307975" y="160336"/>
            <a:ext cx="8627303" cy="1888011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207656" y="312737"/>
            <a:ext cx="5843040" cy="1173305"/>
          </a:xfrm>
        </p:spPr>
        <p:txBody>
          <a:bodyPr>
            <a:normAutofit/>
          </a:bodyPr>
          <a:lstStyle/>
          <a:p>
            <a:r>
              <a:rPr lang="hu-HU" sz="6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Name</a:t>
            </a:r>
            <a:r>
              <a:rPr lang="hu-HU" sz="6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6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explaination</a:t>
            </a:r>
            <a:endParaRPr lang="hu-HU" sz="60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5" name="AutoShape 2" descr="Generált ké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4" descr="data:image/png;base64,iVBORw0KGgoAAAANSUhEUgAAAhQAAAIUCAYAAABCerXlAAAQAElEQVR4Aey9B6BlWVUm/K0dzjk335dz5ZyrqzpUx6Ij3UCjQCOKohIEARmSDBhmenTGSRhm1Bl/R3/Db8DBrKhkyTTdDZ1T5fjeq5fTzfec/1vnVTU4wZEhdbin7ro7rb332uucu9a3177vlkHn6migo4GOBjoa6Gigo4GOBr5BDXQAxTeowE73jgY6GuhooKOBjga+9Rp45s/QARTP/HvUkbCjgY4GOhroaKCjgWe8BjqA4hl/izoCdjTQ0UBHAx0NfKs10Bn/G9fAtxtQhIcPH173tre97QBF/3bPzSk7r44GOhroaKCjgY4GOhr4Vmjg2+rUu7q6ouuvv37nO9/5ztsJLL6tc38rlNcZs6OBjgY6Guho4J+igQ7P80ED31anPjc3V/feHy2VSp8loIifDwrurLGjgY4GOhroaKCjgeeDBr6tgIIKrf30T//0EUYqPnP33Xd3AAUV0nl1NNDRQEcD36gGOv07GngmaODbDSh0vogLL5A6r44GOhroaKCjgY4GOhp4jmhAHfy3bSm9vb251772tZd98IMfvJOTCqnz6migo4GOBp7hGuiI19FARwP/FA18WwFFGIZBsVgcGxwc3PtPEa7D09FARwMdDXQ00NFARwPPDg18WwHFuXPnlh977LEv/umf/ukfUT0JqfPqaKCjgee5BjrL72igo4Hnhga+rYCCKqt/5CMfOfGLv/iLX2K+8+pooKOBjgY6GuhooKOB54gGvt2A4jmits4yOhp4tmigI2dHAx0NdDTw7dFAB1B8e/TcmaWjgY4GOhroaKCjgee0BjqA4jl9ezuL+1ZroDN+RwMdDXQ00NHAqgY6gGJVD533jgY6GuhooKOBjgY6GvgGNNABFN+A8jpdv9Ua6Izf0UBHAx0NdDTwbNFAB1A8W+5UR86OBjoa6Gigo4GOBp7BGugAimfwzflWi9YZv6OBjgY6GuhooKOBb5YGOoDim6XJzjgdDXQ00NFARwMdDTyPNdABFN+ym98ZuKOBjgY6GuhooKOB548GOoDi+XOvOyvtaKCjgY4GOhroaOBbpoFnLaD4lmmkM3BHAx0NdDTQ0UBHAx0NfN0a6ACKr1tlnQ4dDXQ00NFARwMdDXQ08D9q4H8DKP5Htk65o4GOBjoa6Gigo4GOBjoa+N9roAMo/ve66bR0NNDRQEcDHQ10NPDM1sAzSLoOoHgG3YyOKB0NdDTQ0UBHAx0NPFs10AEUz9Y715G7o4GOBjoa6GjgW62BzvhfhwY6gOLrUFaHtaOBjgY6GuhooKOBjgb+1xroAIr/tV46tR0NPJ80IFzsN0ocovPqaODr1ECH/TmlgQ6geE7dzs5iOhp4WgMKEPTzrWRZe4ncpk2bwpe85CXZu+66K3/77bcXv+vw4dKLrr22nNKLmJJuuumm7v8d3XbboS7lPcx+N998c5FjFO685prCXXcdzq/SXXm25TlnQHIX6dL8Ko+SyneJyNJ5dTTQ0cCzXQP6wX62r6Ejf0cDz1cNSJIkcvfdd5tLRJBgDxw44MtAKZdDfxRFo2EYrguBTfTu27Le7y9ng5dkA/uGnlL+n40O9v10z9rRnxvcsOY/9K8fe39/19gv9pbGfnlkoPe/Dvd1/ybpt0f6un9ndKD3t0i/Qf5fG+pd+8u9a0Z+fs1Q/78Z7Ov6F73lwntLo8PvLoTD7yhlx/5ZTyH3jnwUvLWvu3hjxvuDHtjLubdTho3lKFrTm80O5vP53lKpVO7u7i6Mjo5mVGaVHYCCDHSub4oGOoN0NPBt1UAHUHxb1d2ZrKOBr0sD+vnUnT19MrxGFvYMDOSu3LSpeO3u3V0vu+PGNe/5sde9zDaWfgm1xf/UWLjwqyM9xV9bP9r3y+t3bv7VnVt2/vrB3dt+c++2jb+1edPa31sz3P/7vaXcbzdqy79w4dzpn378oQfe/dD9973xkQfuf81DD37lex996IFXPfrww3c99siDL3vi4Ydf8vgjj97++COP3PbYI4/eoulTjz12+5HHH3sx6buPPvHY9xx74vHXnHzyiTecOfLUm8+eOPq2U8eeeOeJpx599/lTx95ZX5p7T3cm+rV1I72/s26493fXj/b/f9s3r/3t3Ts2/bcrrtj7ay9+waFfe8ULX/D/fN+dL/yvr/6uO379JTfd8F8G8vm3bRwd3bhr/fqBm664ooeRkG4CjRI1lr1IEVPVB5POq6OBjgaeaRpQg/VMk6kjT0cDz0cNyNfs0N220YHdv/9ff/F7ST/y//7Cz771ja+4490DtvazbbPy68sr4x9Ynjv9p8cfvO/P/u5P/uiX/ui3fv21f/w7v/nDf/lHv/+aj/3lH3/f4/fd8wPtxbnvXpo8e+vc+VPXV2bPX5lU5/eGSW1nOUq2uMbKyNLUme7K3HipXZvP15fns63qYraxspSpLs9m2o1KNDc3Fc3NXgjOnzvjlxbngkatEkjSCgOTRA6tyCWtTGDauQjNfBTXijnUS9mkUWK+1FiaKsW1uXJf0Y7mXWNjIWxtyZraLqnPHlyZPnX95PFHbz32wD13PPz5T77kSx//2+/+1F/+ycs/9sHf/77Hv/Cxn9zSHX1oQ2/uwyXb/kipJX+3b6znv7/51S/71X/9vnf80h/8xq/+q3e95XXfv3/XhoMbNnSt2bFj3eCGDRsUcHxnQMbz8SntrLmjgX9EAx1A8Y8op9PU0cC3QAMa0nccN7z11ltzv/ELv9D9uu///k0vvOrgDdvHet/zgy+9/WdvvXz3fyxm3S/92q/8wr/8lZ//9+/97V//tXc+9uB9P2bb9df25MOXdOfCw8XIHcpHblc+9MOFyOdK+TBXykXZfCbI5jI+m41cppzPhqVCJigX8kFPMe97y0XXUy64rmLOsE1K+YwUSeViVgo55gtZ6evpkVwuK4OD/ajXa8hkQmzYsA7OWURhgFw2UpJCPiv5TChR4CXyVpxAJGmLIVmJxdtEspnAFvIZ213Ku65SzpXyOd9VLAT93V3hYF9PNKDU05XpKeUyxazP5gLbnfHYGEhrJ9qV3fWFmX3jp49df/SRB17+yb/9i1f+9q/9px9+4sF7f3Jtf/k/X71n3399weWX/fKNl2/92Ve+9PCbfvHf3/2KD/7hbx3m0c8GAEWSRjMc046NoxI6r44Gvh0a6HzYvh1a7szxvNbA7Zs2hb/wjnd033Llvs3vee0rD7//PW/+nje8+Ia3VI9+5Sd//ef/5c89/vm/+6Xl6dPv/9zHPvTWk0888Ia4vvgDGWkfqi3Nb8gFZjS0GA69G8xmw+58PlvI5zKZbC4T5nN5euGcCaMI3gcIghBRJoN8LodCIY98vkDKM19AqasL3b096O7pRW9vH/r6BtDfP4iBwSEMDo9idHQtNm3ZhrG1azE0MoqVah3Veh0wFo1WG/0Dg/Ccp39wGLv37MP27Tuxbccu7DtwObbs2ouN23djw5adWL9lO9Zt3IKx9RsxunYjxtZtxBDH7h9eg96hEZQ5Z76rF2G+Cy7KQ4IIhuNaApU4gNSTpq3FNddO6t662BOTRPkMcYlPSllp9WbbtQ1hvXJZPD15ePb44y+cOfb49y0ffeI9n/jAb/3Mb//Hn/m5z/zxb7z/RQe33P1Tb3jlOz74q//m+37z3/2L267atm3dhq6ukh4ZARB0ro4GOhr4lmigAyi+JWrtDPo81oDZ0deXH8ij/7/98r+98d+/762v80P5t3363k/8hGuu/MwDX7rnX37i7z70nrMnnnxzNpQf7OvKv6IQ2Rcwv9clzaFsaPsjJz1d5XxmaHjAFspFU+wqmVJPl2SLBXFhBJ/JIcjm4TJZRAQNxa5udPf1YWB4GCNjazA6uiZN123YiHXrN2Ht2g0YXbseg6zvGxpFd/8QuvoGUe4dQLHcC+1f7ulFEGWQiMP4hSlMTE4jX+pCwLkUUITZLFpxgrnFJVQaTSTWoRkLau0EsQ8hYQYBgUyULyJb6EKx1IMujt/TP4y+oTEMr1mPNRu2YN3GbRhjOrZhM9Zu2kogshMbCUzWbN2KsS1bMbxxI3pHRpAlADJca2LVRAksgY0zVmySWJ8koY1bWdRq+Uioq1xuTRC3trpW9UApSG7xrZVXP3L/F3/kd3791979e7/9//yLrCz9+1d8143/4c5D+3709d99x82//1/+04FfvPvudb1AAYAndUAGldB5dTTwjWrAfKMDdPp3NPB814B+9+GH77qr770/9qM3H9yx9rZX/cD3vOnK/Qff9+d/+Ifv+fSnPvX22srym5r16qsN4jt4cnDI2mRnGAbrs7nMsA+DHkYYskEYumwuK929vSgUiyiUylhDENDDyEAXd/W9jAzoDr9/ZA2GuesfXb8Zg2Pr0T+yFt0ECHnu+n0mD9gAjURQabaxWKlhfqWC2aUVTM8vY3JuCeMzizh7YQ6nCRhOnJ3AsZOn8dTRE3jksSfw2JNHcPT4SRw/fgrtJEFEgCAEDis1jVQ4ZPMlzC4s4dS5cVyYW8DZiUk8+uRTeOLIURw9cSKlp5h/8qkjOHbsOE6eOoXTp87g1KmzOHN2HOMTU5iansPcwiKWKlUoUEmMhQkIRhSE9I8SUGwjwNiPrfsux5a9B7Fx12XYsHM/wcZO9IyuR653GEG5DzbXBZvvhiNJpgifLZgwDAOB5K0x/Yjjtc7Kjsj7A+VS/o6JM2fuOnfqxFsunDvz03/23//gXz305S++753vfOsb/9u//9mXvPdHX3/Zj3z/9w/xOXakzqujgY4G/i81YP4v+3W6dTTwfNWAWQdEhw8c6L3+sl3b77rtBS/au27oHY8//OW33/e5z/5z04z/+eOPPPQjjXr1+xq16vXtem2HFdkgIoPiTNGGQSA+sG3rTdt4mDCLbKkbhe4+9A6Oom94BGMbN2FgdAylnj4Uyl0wLkC9FaPWaNMR1zExNY3TZ87i7Fk66jOncer0KZw6eQKnmZ47dxYT4+cxSWc/MTHOdAITFyZx4cIFTE/PYG5uPnXoc/OLmCUtE3TEsWG0AVhaXiEIOI06IxBZRhq8DxHzhIBBCLQIMDKMhmikYpaAYIFAJVcuo9TdjSD0CAKSc6ATh2WvpNVEq15Dq0bgUK1iZWkJc7MzmLowQfnGcf7cGcp9ksDjCI4cPYqnjhzHY48/hYcefhyPMD128iymZhcJjICWDZEhiBjZuBUbeLyyYdc+jG7bjYEN29CzZhPKI+tQGBhBVOxllKQEx6MUG+QkhmdAQzxg8stLS13Nen2jt+bqpFm/ubY8/4oTR5/4kS989pPvPP7Ew++rXDj14z/yyhe/+f13v+8V3//SF133fS972drLL98xyIfckjqvjgY6GvgnaMD8E3g6LB0NPO81cNeLXzxy5b7tm3/4VS+9avctV95Vq0y/KYkb/3zi3Jl3P/zAV94mreZrW/XqDcVM5tqFmdlNaMV99KuZVjshxojRiGMkLoDN5hGUelDgbrxnNiF4kQAAEABJREFUdAP6xjaiZ3gtegbHkKPTbNK5VxotzC8u09Eew8mTp3CKO/2TjACcOnkS4+fOYXpyAgszF1BbmkZrZQ5SX0IQV5ExTeRcGwWfkGIUggTF0KAYGOQDoBhadGUD9OQjlHIhSvksyuVulLt7UOLxRrVaR63eQIZHKUFIMBEnIBACIHwZaF2RfMKowszcPJeYoL+/H93lIoq5APmsR08pi4GuAgbKBfQVc+ghDXSX0N9VRE8pjy6Wu4pZlAskylDIeMpmkLUJXLuBdoVHKvOzWJy+wHUSeBAw6dqPnziJUwRQEzMzWGTEJPYhMl2Ue2gEfWs2YGTzToxu3Yu12y9L06GN29FH3XZRr0GmBBNmYXwglpe3Nkxaje6lhblNlYWFK9Gs31GvLr9mZvzc2+77/KffXa/M//i+bWv++aEdO9969zt/9EU/+oN3Hbj4Q12CztXRQEcD/1sNmP9tS6eho4HnrwYMN9/lsd7s8Lve+Oodd915wy0bN/S+YfOG0XeNnz3+7pW5+bdbizc5ib8niRvXElSM5TLBYBQ6H3hngYQ+l+f9PkCUoxPt7Uff0Cj0yKKHaffAKLKlXsBluQOPMbe4gsmpOZwfn8TE5AWcIogYP3sOs4wqLHBXH3Onb+MWAu65i5FHPx3zcG8BY30lrO1XKmJNfxFjvXmMdGcxWI4wUAzRn/foI3XnHEqhoBgowCAxzdkEkRUEgUfM6MMMHfXs7CzLAYIwBCuRJDGMCGKCIRGB8z790mehWEKz2cI5gpuV5UUU8xFs0kS7tgzTrCKUNiLTRsYiBQuFyKGUDdFTzKGPwGKgt4Th/i6MDvZg3XAfNo72YcvoALaODWLb2mFsXTOEjSP9GO4pojsfIh9aSNzAwuw0Jhl9OUuQcYZ0jvnzjMKMT01hbpmREBvC8AikNLQGg+s2Y9POfdi2+zJs3rkXG7fuwJr1m9A3NIwSoyrZbA6B9+KccUaSDAFGDwHhxoXpC1e0a5Xbxs+c+sHFmanXn3jqqXePnzn9rhce2v/W1738xS9+6U3X7XjxjTeOaITqwIEDWQCG1Hl1NNDRADXQ+TBQCZ3Xs0wD3xpxZc+ePbkf+IHv2b5uuGfL973s+75r57bNr33koS//2My5U++dHj/1RjSWfrixsnhnq1bdH3k/YoEoCgNnAwdPh+kzIULuvIu93ege7MfYhvVYs2FD+lcUpXIXjHGoVWtYmJvDhfFxnD11Eud5TDHJ8P/MxHnorjyurcC26ogIHvpLOQyVcwQJeYKFYkrDXTn0MhpQYuQh5xUUtAk0WjDtOpJmBaBDR7MGtGpIGnSylUW0SA2llQUw1I/q4hzqzDfrFTQJVlQejXy0mk1EgYc1AAgmNDWymk/iNiwrstkMyuUSisUiqpUKLjBa4llfLubh0Ea7WUervkKqIFE52gQaTGOuKeExiEnalK2BhPIJZRamKrO0KoxQVBCgTiDSQoHr6ylkMEzwsWaoG+uGerGWNNxbRlcuImiJ0a4ymjE3jQU9Rjl3mgDnLM6cPYPTZ87gHPU7RZCk3//IFgoYGVuLLTt2YPvuPaS9BBu7MLJuA0q9AwhyJUiQIZDKIBtFkrQawbEnnshOTUz0T09NXFtfXnn5xPjZ987Nz74vsPLPeruzb3jxnbe/+r1ve8uN7//X/3oM4NIBQefqaOB5rgHzPF9/Z/nPXw2oA3A7dvTlX/XSl479m7vv3k8HfUtrafmt7Xr1LbWluXdEzrxtaX7mNfWl+RtOPvHo4Oz5s0FkjM2EkTjj4Rx381EGha4yHVMP+keHMbR2DL3DAyj0dAHWYGl5CefPn8Pxozy+IJ0hTRBIVGan4Oj884wU9GQDKHDoL0YoBUA3nWnRx8jEtZR8cwUBHa4nYDC1RRgecRg66XajhlajjjYddZNpvV5Ho9ngsUUN1WoVlVoNK3T6Naba3iBPrbKCamUZLTp+QYIa+aa5w6+TJ/QegXMQRiys8MFgZMIwD4ILkQSBd8hmIuQIKgqFPI9GMliYX6AjP4dsNouenm44hm5arQZiytQiQFHQoVRROThXi/UKTtqUs6VroA7aBD5NgpBGfRkNgoQGIx2atmpLaDIfV1cg5AvQQt4b9DIiMtpTwvqBHmwY7MMGAo2xvi6Ucx4mrmNpfgqzU+M4f/YkTp88hqeOPIFTjGhMcp36Fyo+m8fA6FqCir3Ytu8gNu/Zj7HN23nfRlHmMUo2k4OnLrzzQrAkRpLgiUcfKVUW56+0Vn7QJPHbm9Xld46fOfHO00cfed0rbz384ve8/tVX/shdL17TCxSouYDUeXU08LzTgHnerbiz4P+TBp7r7cIFmlfffnvh1Xe9dMuW0Z03N5orrzt74smfkHbjJ5fnp344F/offfzhB3evLC32dRdL2VKp23ofwdgQLsgiokPKlcrQv8AYXbsOSj0D/WzzqNYq3CGfxFNPPIZHHvoKnnjkIZw/cwKMbCCyQBedYX8xg758gJ7IoGhjREmd4KIC21ghWKDzZOQgTFoIuJv3JBc3YbnTN9zlc+sP7qDRbrcRJ4Yu1qIZkxIHxirQhEelLVhpJKi0JC03TQgJ8ohtgNgxH2YgPmS/BAuLi5hfmIcYQRiFMEwNFZS0W9xyx8zF8KwLrCFYMFBHm8lkUGKEoru7G57HIxOTM5ieXUTf4Gj6p6aWY8N51CnjEoHEzMISpmYWsLBSxXKljnYCGAIXcAYxBpa8hrIZH0HTBAbNdox6vYE6gU6NUZQ6SaMpjA6hRQDSIsBIqA9LDYQeKGQcegoRRvrL2LRmENs2jpHWYpRgw5sEs9OTePLJx/HIww/h4YcfxmNPPokz58+jxqObUk8vNmzZhl37D2LPwSuwdeduRpc2cT1DyOaKiKivKIyYhiZu1EMCi9ID935xzT2f/eQNs5Pn35UL7S/VVpZ+prK88Pqd+7a+8J+/7c1X7Nq1cWx4eDgLcJHoXB0NPD80YJ4fy+ys8nmuAX3OowMbNpS2jPYMj3bldp2ZPvNC7op/LPTyL1vVxXc89uC9LzXN6sHl2enMpjWjtre7W0KGwVt01InJIlscQqlvDfpGN2BkwxaMrN+A7sFBEEVgZmYWx44cxaMPPYTHHnwQ04xItFaWkA8sBrsLGOkto78rh1LWI+sSAoU6fHMFvkVqV5hWEcRV+HYNLm7AkoTOMmk3oI4dSQIRgTEWxnqIDeiRQ7SFoICHBLXYodJyWG4ZLDQEC3VgieVKEmElCTFXTbDYJMggX5VUh0ctsVis1DAzP48aIxdB4OGcQZwCCc6HmG6drp3RCQumAKwAIYFAPsu1lIoolUrIF8oELRbHz5zH+PQ8DHVWaXK+agPzHP88gcSTJ8/g1MQUppcqmFpYSflWak0YF6AdC5arTVIbZEetadFMPGLhGl1E9WYRRFlYx7IYtClPkzI2qJ8qgUW1UUGT4KLN6E2zugCjeuVRiovrCE0bPaUM1o8OYseWDdizYws2rCXoyYVYXJjDEwR9X/j8Z/G5z34GDxFonDk/jgZBWnlgBLv2HcD+Kw5h197LsGX7LoyNrUOhUESbkR2NDAlBnrQaJpBW1rSraxdnJm5sV5feNtLf/TOBk7t7cuUf3bNtw20//sY3btrA547q8yRqkO+dV0cDz1ENmOfoup65y+pI9u3SgBpvu7W3t7B9/dDYNQf2HgzL0UsgeEuYcb84Nzv1X04eefxHpsdP7Yvry8U8PWV3MY9M4NBqNGCN5449h56+YUYgNmNk3RZ0D4xxhx/gwvwMjp48jocJIB5+6AGcPnEMzeVldPEoYE1/H0Z6ujDaU+YxRgHd2ZCOLQHo5CRpILAJQgt4iWEYhdD6hG2gg/IGnD9APkcn6gM6eA9jHehN0YZNnV29BdRbCWqtdvo7DjEdMiirUrNtsLBUx/xynQADyJV7sWnbLuiPWNXbgkYb7NvGSrWO5ZUK9PcgVipVBEEIFwSKWxDHMVMCCEYleMpBPQiYTcmKIOBRQD6XQzFfQIbAIkMnmy12YX6ljmMnz8FmcggLCjIMluptnJ6cxhInzvX0Yf3WHdiycw+CTAENriNkmsuXkGOaDXOIfBYhoxSe63HiYIWKSoCEMkWMhESMoHhvYQ14GxPK2iSYqKHOiE6tsoTl+Tkszs2kVF1aQKu2Ao3mqPM3cQuOwKiYizA80IstG9YQYGzFnp3bMMJjk+rKAh555EF85BMfx0c++ff43Jfuxelz52EItDZs2oTLr7wS11x7Hfbt24+xsVGUCabaPNqZn51FZXkRjXqFpyFJyQi2fekLn7uxr6f7x/u6u//famPlX5WcuXOknNu5f+vY0O1XXlk8cOCAB7gEdK6OBp5bGuBH87m1oM5qnvcaMPoTyy960YvKP/Tyl28OS9mX5TLZn9i5bdP7S7nwP5i48fbeUvbwQFe+p5yPTESHoWf4dTofPa7Qv3gwLkBv/wDWbtiEIe5MJYhw7sIsHn7iKTzII4wjTz2B6Qvn6azq6MpnMETw0FvIIsNIQry8BFurQmoVUpU75gY8gYOXNoS75iaPNVp0ROqhHeeOMhk65iyCKIPYWAKFFpbo5CsEDDX97Yk2UCVoqMOgAZ/+JkObRy8Qz/GANsFPbWUFC/PzmJqaxsz0HGqMDmSyBehPax+84kps37EDnkApidt0zm0CphqqK8uoVlZgjEFEIBTTca8eRVgQUsBaOnM+SiKS5r3zcAQTPggQRRHyBBTlchfyhTIy+S4UugewWGtgeqGCUk8/4DOoUva5FaBlQmTLPdCf5z5w6BoMjKzBCnkXlpYICFrw1jBy45BzFhEpT/BQzmWhAK+nVEBPsUAeykHJnBWCGotM5FDIhQQ2lCVHKuTR29OLQr7Ids91xun61OHPXJiEUmVpDssLs+mXUg0jDVkn6Zc/+Sxg99YNuPbQ5dizZxeKpSLGJyfw+S/dg7/40F/jbz/yYZweP4+B4WHsvewADhFYXHf4Bbj2hhuxc/de6q+AJR7nLDICs7iwiHw2I7zXrra8WP7cZz55VzEf/rt8FPxCxmZ/KlvKvuLQjh17f+C7b+1btw4RwBuLDrhA53pOaMA8J1bx1UV0cs9fDQiX7oczmRHUVw4PlnPvfMFN135gZHjwV6qLi6//4mc/c+X0xORQX7k7U8oVjOMuuNWMUas3GUa3KHf3oa9/GGPrNmLXnr10wCHOj4/j/vvvw733fhEnTjyFZn0FvYUM1g50Y91AF4Z78igFAteqAAQKnsF/RjoQqOOj83ZJmxAgQWiEDtNDHWWOzjjiTtsFdHp05k0FDZShWm+gwfN8BTSJdbB03sYHEB4xwFi06Hca9PrVVgvVRhP6/2zoUUW7HYM4hh7JgsxoEnzUGI1oJgaVeoxTZ8YxNbuAepNrZVigRaBiHXkB9kvgKUvCsbXeUB5PZy6iqgS0LGLgKIMPgtVIhnUse2SzOfT29mFgYBg9PQPo6xuizrLQX8UMM+8ur7wAABAASURBVFkEJF1TbBLKDswsLKS/I3Hi5GlM8YhoebnCyEIDemkEImGEJtZIDY8yNGITK+jiWvUIJm43kY0CgoccCtkscgRfkQ8Z7fGMYhgkqgOSp85ybO/q6qJsvZSrB8VCHhnqPPQO7WYDSavJoFAdi/OzWJibYl0NmdAjChw0QtTf34OtWzfiqquuwPU3XIP9+/chzEZ4kEdZf/CBD+DvPvZxPHX8JFriGLXagP1XXo0bbrsDh299cfolz5hAbHz8LMbPnMIKj1UGe3ucbbeGh/r6XhA3a28c7Or++cPXHfrAxjVb/mVY7zu8YXh4lBGLzN13323QuToaeJZroPMQP8tvYEd8CHXg8/l87+hQ/ys37N76/kxo/8uXvvCZd/ynX/z53bMXxvNdxZzp4i43E2ToRR0aDUErDpDN96N/aCM2bN2Hrv61iIo9mJiZx2NHjuL+B76MiYmzyGcE60e6sHYwh+GSoCdsoZTUkGtVkWnXUPRt9BQi9JazKPO8PpcPUO4qoFguIMddtqcj41E+wLMKqbVhW0DMUECdjr1JR54QNDg6SE9yYQjQYccMzStYqNfraDSbaLVbSJIYxgictbAcUx1/GOWZz6KVeNQJIGIbQMIsYhOgRlDx2LGT+NMPfQSfu/fLmF5cZl3CNodYHPsIjPMQY9PxDcd0dKrgJZwDnMsQeHjKZ62HIz0dpfA+BRTlcjcGB4cwMjKK3r5eDA0NIU8Hrv03btmMrp5uRjMM2jxumJicxMd4nPAHf/iHuO++e1GtLsNzDqUWdTkzP4GUFiYxTUevNDU7iTnm5xl9mWH0ZW5mDhVGAeorNbRrbdi2Q9bmkA/yyDIiYmHAydAiOGsTdEU+Qjdl7CJls3kUi2VkMnkEfA7yjGQUWPZBhCbvR7PZTvUbOaCY9ShkLdMQG9aN4oor9uOqa67CZVcc5PFRP44QFP3ph/4Wv/8nf4HP3vcAVtoWo1t34Zpb78BrXv9G3HXXXdi9azuSdoPAZRoxQZJGqIZ6uszshYny7/7Wb66/754v/tC+Pbt/5SW33/LLd9x8w5sef/zB3QAiUufV0cCzVgP8BH4dsndYOxp4hmjgAODX9vYOrR/qu26kt/Tagm//fFc2eP/K0vxLrZF1URhmnTXGBR6JCBLijiDMQP/DqqHRdVjDSMTomnUwdJQnTp3GU0eO4LHHHsPi4gKPDCoY6OkCj0RgeUwhjEC4uAIXV3mEUYM0ajDcQacRCCsIvAF9LIyJAWlhmc5SqcKjjzp3xS2CAZ0/SQTtVgIKA6tOO0lSZ15rNNCgA2wSZOiXDhPKaxgVEDp0EcoeJ2i322g2CDDqNdSrVSyvrGBxeRlVzlFj+L6uwCOO0eAOfHZhHidOncKJ06dwjqH6eYKJBh2mIzgIM3lGOFrsV4dYhxbnZDdkePRiDWMs5DPGAMZRRo8gCuGDkEUHx0VSrylvlvxZ7vxLBGoDg70ol0voJoDo6x/EhalZbNy0FZu2bGWUoBeVlQaqlQouTDJaMjUBIwki9q8QMF2YmaG+eEQUeEjokTjD3X+b62hAQVWV69U1Vmv1NKLRYJ96pYbK8gpWuP7K0jKqS1XUlqtIuJaIsuYYHTG836s8KzziaRKQJRAR3iuPkMBN19hmVKNNMKF5z/mt4dy8t5I0EVggmwmQz0WIwoBrDlDuLmF4ZAgHr7gcV119CIMjIxifnsXH//7T+NO/+Et86rOfw/nJC9D/lO22216IV37PK3HLLbegf2AAnBxLPGaqVFfgvTNZhlniVnPd5PnTtyxOX/jxK3ft+uX/+LM/8eNb1g9eAaCL1Hl1NPCs04B51kncEfj5roHc1QcP7rr5zW/83re99Q0/edPVl//bnsi8b6y39F2FUPqzNg4jn5gkaUiTO2P135liCb08/16zeRMGxsYg3IlPzkzi8ScfwbFjT6ahbxAs5EODYmCQYUjBtgkeGgQRDLd7Hl8ECeDFwNMJ+zCCJanDb9HZq7OrVGuo1quoExy0CSAgxA1WwEABGogvUoI6x2oxlM9tKywBSOgtstkQGZKnXDwBgY5X5S57pVajs62gSieqfWJ6fo1UgA7ZEWx49XoWsE7ooD0Cyp/NeHSVcshEFiHXktXddiFLp9aHvr4+YpkEHAaO4MoYi8A5RN5Bd/bWGGQyWVjrIMKBjaPkBmA54Ho9nbUlv7MGXBocIwxZztPVlWeUYgDdfb3IlcqQIItjp8YxNLyWjvdaXH3VQWxevwYbxoawddM6bNvK+zA4iCBbgMsVYZUIdGymAJ8tsb7INA8f5eCiLBznDqMIQRDAWacOOZXbU15HCrzhWh2EC1tZWiIg5L0DkDCy0yIIg66Cy6jWqEtSnLS4JIPAW44nMGwX3jMrYEQqk+qDS0NCcKbRDlWYY4VSlscfWd6rcimP9evGsG/vDuzZsx39vWVc4FHHxz/2Mfzu7/8hPvOFe9E2ATbt2IOXvOLluOPlL8OWvbth2He5XsFKZVnaccMm7WZmevxc/0P3fvHyow89+KMvvenG//Qv3v6mf3tg3+YXAVhDouR877w6Gvg6NfCdYO88rN8JrXfm/Ho1QFOPbCmK1h/cs/Pl+Yz7yYcffuDdH/7rv/7eMydPHujr6horZDIFb8QkqcNuwgUegwQRW7Ztw8ZNm9DT24sqHfTZc6dx6vRxTND4V1YWEbgYBTrhXGCh4W40CSIYlQjptDPOIKOOG8LAQwst9m8SMDQJCDRi0OYOt6mRg2aLu+cmwUQLDeZB56NAQ/lalCdhf1gLcR7GBzCUTcGI1jc5hoKHZf3Lixp35dxltxJBtRmjwTRxESydv2WY3tCh6xhiPWKxBCsc04fwmSzCTAZByHwYEBREBCkZ6NFLL6MGSqViEcYF3PkniGER0lkHDPdTZfDOwVqLS5eIhTEWQjLWwVgL5z0sU2MM65WE9WBeYATwbO/u6UEQZRASHDz86JM4e26SvlhQLBQwMNCPseER9HZ1kTdAm9GZhoKxFpD+XoYJkPgIVuXKlRDmywgINAKOFbBOLNspiwSUg+sMMhEc1yrWECQhJaFshrqxxiER1gtl49pEBHq/rHXQS3/oq8qISYtRHcv+URAi9AEsF6LfszAJWPbIEshkogAR15bqiO1J0oYgQTGfw+BAL3q6Sigzv2Z0BPv37sFl+/djbO1aTEzP4C8/9Df4+898FmfHJ5Evd+Hq62/ATbfdhgNXXo6uvm4+jxVGxOYJgJYZ8KpFcaM+MHfhwv5jTz7xyqt2X/bvf+a9737/a+562cuGyuW1AByp8+po4H/UgOvt7S2wMiLxk8j37+DLfAfn7kzd0cD/SQNBTyYz8oIr9t76khuveseWjYM/16zMvbNZWbwtadW3IW53G2PCRJzR/w9jud6CofMZWbsRO3fvw/oNm1LnNXXhAo4fPYpTJ45i7sJ5oFFFKROip5hDjg5KeNbdrq8gaVbh6G654Yejc1Ky/IgaOhAmkPQfRaYzjAkk2gQWCjD0uw41huQb9SYajRbqBAYNHmG0uGOGWL7oC+jk2kLHxu51htn1txpWmgkW623MV5qkBhZrbVRjg6ZESHweicsx/B+hwjP6xXqM+WobC/UEKy2DeuLZloEJCsgWehgdGMHgyDqsWbuJ696CTRu3Ys3YegwNjqFc6oGRgMcODazw+IF+FM5mEIU5OBfA0NGKCCXji4nQcYo1sCRDBVinecuyhTEWokRwARgQE6DF9eiXS4mNkMnmeRxThf4Poid4lDTFI4EKwVK7lUDo7MV5gglBpdFm9KWJFa5ZaX6pgbnlJuZXWljkOlU3dXjAZ2GzRfh8KY1mSJQHCK5aLkTbEZgQCMQEIiAokDCCBAFiytfkvWoL5ROLWCSV0xgHT75IQQ9Tw/aEIaGYIM6SJ+RYYRAh8CG89TB8BrSjglQhMLS878KoR7Neoy4raDKK5K2D/glpf18/QdMABoeGsHnzVuzZtx9btu+AAqd77rsPf/eRj+CBBx+CdR77LjuAW1/4Qlx7/fUYGR2j/mIsMrKytLJimq12GHrfldSr24489JXbGkvTP3340GX/7rtfeN07dmwe2TcKZHiXOq/vuAaeGQKUSqWxd7/73a/9z//5P1+/Y8cO/52WynynBejM39HA/0IDZvOa/g3bR3tetG3zyLtrlfn3zkyef71LGncUM25HYOJy3Kz5Bs+7aYRRp0Mo9vRh/eZt2LxtJwa5E67RqR8/dgxHn3ySoehxNKsVRHzaC6FDjg4yRBumWQeaNViemUfWIhsEoC9lmc6PIfCEoEEJzBs6HM/driOfEGAooGgSNDQJJDSNCR6ShC3iYOjsLJ2c8SFgPOiz0r8mUZlqzTadKR0IHelyUwggHOoSokEH33QZtG0WLaYrbYNq4tK8yZQQFHuQ7R5AsW8E5cG1KA+sQa5rAEGuC/A5Oi6PJsdbqdAxzy9jamoOUxPTOH9unEDqDI4fP4nTp89iZmYeFeqmSRBgKV+UyULEQOUXY+jwLIw14HIhRpgKDOuVwDKXiBigE0xSvetYS8sVLC2vYHFxBZVKDcePHcfU5CRO6v8QevIUzp8fx5mz4zh3fiKVa3ZhBUsENsvVZqqLJtfZNhESk0FMPbRVH7HDSiOGgq2ZpRqmF6uYXa5jodrCcktQJ/Rr2IB6C1EnUGhQz23qPbYeLTp5TRMCjiYMagQzTQrOhHoSJAQZMBYJ25IkIS5to8X7ol/MbPNm8XbDkEfvt/ceVgQgclLg4cQgClhHHTQ1YsXjqDajUgou+AggnyugVCpjYHAQGzduxIaNm7BhwwYUCkUcJaj95N//Pb74xS9hYXEZ6zduxuEX3IjDN96ITdu2I7EWM/pbGouL+hciNkhaxcjKzsAldzQrS2+65fpDP3HL97zwNbu2DR7uzWKIIlhS5/U81oBuZnbv3j24c+fOnkqlYr7TqviOC/CdVkBn/meMBmi1EXV3Z8ZefPiaH9m7ffv7ivnsu+Jm/VVekkPWxGutQTFpN/3y0qJUKisIwgA9DLMP0nirAU+4FP1rgJPHT+D82TNYWZxH0mrAEzyEEiNkGsRNBHEDtt2AZz7LcESBDiKis6RXARh14BxIuBNNuCtt00u06UxWKUaT5+oNOpGUCCjadMyAhTEBFEho2moLjxYEtUaCCiMQK7UWVhi9qDB6UaXDqic2jUI06EBbLoskKsJkSzCZMiQsIgly8PkuWAKJtsugRoe7UIsxtVDFmakFHD93AcdOj+P4mXEcOXkGTx07STqBYydO4hSjAqdJZ06fwgQd+fj5cxifOI8LjNLMzc2hUq3w/L6GeTqtaq0GR4fpvIOxlkBBNQgYY+hQBUi0rETFUj/qfJvUT50785VqFYtLywQoc5iYuIDp6TnMzy/gqSefwplTp1AjsJiemsTM1BSmLkxhcmIS5whujp04hSePHMdTR0/gqWOn8PhTx/Hok8fwWJoy/4TmT+DJY2dSa7swAAAQAElEQVRw/PQEzkzMYnxmATMEE7MrdcwRhMzVmlhghGOpkWCpqRRjMS23UINBQwjECDCEkQwX5WCiLCxJCDhAsJGI4VoNEgKFGAKNrDRbbbR5zAT2b/F+a7nFuoT3VxKBJa+jDoRow1AlzEL106QuZmfncJLA6cknnsIJAjfVQ4P3O/ABBvoHsGbNWoILAguCi3yhiPmFBTz51JE0YnH0xIkUcK7fsBFXHroa+rsho+vWILGCxcqS/l6IbVSXiqVMtD6pVV+YM/atL73xpvd99x23/tg1+9bfuL23d2gHEOA5dnWW80/TQK1WmxKRv3DO3Xf55Zc3/2m9vnVc5ls3dGfkjgb+SRqQ2zdtCm87fGhjKbAvOrBjx1vm52besrAwf1cQ+Cvp1AfoyMIGt98N7gRdEKKruxsjo6MYHhnhzi+PdruJJe7sZifHsTQ3jcbyIsDoRUAQkfWCiKDBowXbriNImshaIMe6iE9/gISAI4EkbSQECwnHajMy0aLjbHI+pTqBQI3goUrnUWO+TlDQpNOJ6YwS8QAp1h0zjyK4+Ue1nmCZIGKJRxkrTJuwcDwKyJa7kevqZZRhiFGGUeQYcXDZMmKChjqPMFbo0OYrdcwsVjA5u4DzF2Zw+vwkjp85jxNKZ8/jFHf6SifPnmP+LM4QMOhfcowTNExy/bMzF7C8NEeHTmdEh9SoVdDkEU+bAKqlayNIajAys7yynP6VCPUKF3gEUUhNgHiqBb2sETrMmFnqRrN0pE3qpEoQsrS8jDmCh6npGUxOXoAChpnpaRw/cgSPPvwQlhfnqMsGj5DqPF1aRr1CIpCps++y9iWw0Z8rn5qaxnkCjdNc0/GTZwmITuPY8VM8LjmJFHDQOT9B4PHYU8fw6JFjeITpw08cwSNPHsXjBFHHzk3gPCMus8s1LBFQNBhVaLsAxF6MZlQws1TBMo/BGOhAIxa02Z4Q+MEGEPIJoxkJ6+KLAKPN+8lbixYRhkZwmFAnwghGQqzZpB7rzLe5NuVEWnfmzBncd//9uP/LX8ZTR46mQOH++7+MUydPpMciMZ+lfC6P7u4ejI6NgTtJHolshv5WRptgdWZuHvoXOY8/9RTGqcsol8PWHTtw1Q3XY+f+fSj1dEPvUWV5WeampgrSbO707fhwkMgPDJd733b1tZe97qbXvPL6K67Y1sObxTvF987r+aSBlTvuuOO+G2644fgHP/jB9nd64TSp32kROvM/XzWgO6tbr9izbmDfpu+uzk+/pbeUeXtzZfkHW43qturKcklo9sUG0kwsXFRAuX8YvcNjKPcOwPMcvFqvYW52BvoDRTU60Qht5F2CYiDImjY8AYRt1eCTFjIEEFlvkHUGGSsIBYQAMfQnmYVOVrgbZxUSAoU2vUqdwKFCdFCtN1EnsGiwjv6eMxgkzqcU2wBtY9FIDGptQbUl0C8YVmPL9gxCHkfku/tTucsDwwQQfQQWBUYnLJYbMfTnqqcWljHJ3f345DTOTUzh7PgEzvJo4CzBwzlGGCb1Vx5nuMbFBVRWKqimjpkgoV5Fu1VF0q4CSZ2AiBTXYJj30kRgmwhdG6GPSQm8bdNdtvmotRDHuqY6lunoF5cW0abntHSuhpGJmE4uJeojJohgB74StKkjDa+urKxggTvsWep9auoCIxRTWCKAmBo/iyceeRCLBDSRTZAPDUqR49a5jcAk8CaGtyAJnBFYERAoIiZISeIWlPQLkfVaFVVGn5aXlzBPZzs1PYUJOtpTp0/jOCMwR44dx5MEF48/SWDx+JN4+LEn8OCjj+OhR59IIx0nTp/HxPQ85gjKlggAq4ww6PMTM2JR4T1cZt2ygkMecfAWoC2W99Ah5tpb1FCNUYk6b3ST7fqF2wblaxKItZgqOKjziGuF8um9mCaIevyJJ/DQw49glrJ29/RgaGQ4BR5PPfVkuo4WQWqTES1nLY9KAuSzOWhUbYzgYtOmTVi/fh16ensIYlo4ycjOAw89yKjNEZhMFnuuvAo33PZCXH7oOvQPDlNHwPLikkycOx/E9fpIVy57oxd5XW1p8e1bh9a84Z0/8prDL7vttiEAIekfeXWankMaSLiWFqlN+o6/zHdcgo4AzzsNHDp0KPNTP/5jG7/n7W+4KW7VXjM/feFdNm7+YE8pc3W9sjTgjTh9MHX3mCuU0TswgqGxDSj10lgz/H9hdh5nGD6f4Dl9nY41GzoU6LwyLoZr0sHWl+AIJDLSRoaOLJQWoxBt8Ogk/X5EwuMMkAw1by46tjYdiUZAmnQ6CibSSASdSoNAIRYHEDyIjwAfQs/nW9zpNmGhP4tdjQ1BgocEWfh8CVGhB/meQRT6BhEWu9Fm34Vqg7vpORwnUHhSd97czR7h0cypM2dxniDiAo8G5hg6X6SzXqKTbzHCkvC4RuhsLaMnjmQZZXFKBEihbSNHt5EnMiplDLoKHv1dEQZ6smnaWw7TfF9XBj2lCEUyZyOLMLQgBkLMcWuMXizRca9UKmhTH/p9AYZOmW+jSUeYAFCnr9TmTrvRqNNJVrCysoSlpQXof7C1sjiHhdlJnDr2JCqL0xjozmHtUDe2rRvG2EA31g73styL0cE+DPaWKUcEvV/FfAY95QK6ijkUMwHJs96k4McRDDq0ea9aMAQywrkTkoKPVqOBGkHVgkZICDROnz6Do0eP4VECiy9/+UHce/8D+MpDj+CJo8eRRj1OncFZArXFlRoqjTYqvKcVAkQFFgs8lpmvVLGsYyqQJKiA5cxioN+3qJO3RgCi0akWQRcgdPzUTbMJjdLofTtz7jwWePTjowh9AwMYWzOGXgKE8+fOYnlpCZ5PcqvZYMCsCiuAAoyYurZGkIlCdHd1Ye3ateA5OLZt34ogDPDUsaPpb1vc99CjkDCLvQevwk23vQgHrrga+ouudUZd6vWm8Nwm22rU1yFu3lqIwrcibr1z9671P/iv3vPGaw/t2NENUGB0ro4Gvn0aMN++qTozPd81cPjwuuinfvxtm2+6ev+LFqcn38Qw/XtE4tcuz89cFjrpygTOWElEnZ3zDmUa296+fh5x9KJNg6874vHxccwvzLPcQuAtspmQOz8PGlXUuOMW7r4tnZCnQwolQSAxHVMb6pwT7jIT3XUnvBMEEqC9jTlukzvSBqlJp9HgjlZ3rnRliG0AuACJDUkBYvEpcKjDEkgYVBk5aZkQEuYQ5MrQP3X0mSKE5/X1xGB6cQUnGG14jA7vQe6mH+Gu+siJ0zg3PonZmVksMeqg/w9Hk5GWmOAh4bGEIVhQ2R2PZkKCoZwDiqGgK2PRXwgx3JXHWF8Ra/qLTAsY7Sf1al2BDryU1o305DHUnUd/OYu+UhbdhQzK+RClfIB8xtOROTgLgoU26jyGUBBTpZM2dKjee8SMTjTpNMErZsRCRNLwvvIqgKsySrFM4LOyNE8wcQETp49heW4co5Rr2/ohbBjpxa5NY9g8NoBt60ewdcMotrO8ad0IBnpL6CpmMDLYgy0byMO69aP9WDvYhbVDXVgz2E3qwijL/V059JA3H/kUMGYDAwY+eD9j6D02vM+W8lkAhlSn879wYQpHCdYeffQxHkN8BV+85x7c86X7cP8DD+LIsRM4S91f0GOSpRUsVOvQKMZCtYZ5/U4I02VGExp8Dtp8NhICCxiOTr3EOj5BJ5h3YcgJef/Ju8IjqhqjWXPUx5NHj+LhRx6Bfhl4YX4eKwSG4POWY7RBeHjSpk5jArUUGBFkJAR1loIHfI5LxTw2bliHA5ftx+5duxhxEjz84CP48Ec+hi/xCKXJ52nn/oM4cM112LxrDzLlLh7tJIyeNSkZvDXJsIkbt4SI3yz12tv37V776p/+0R+87OYDB0pkEFLn1dHAt1wDfJy/5XN0JuhowO3YMdrdXi4fOH70yOsuTJz/lxMT5958/PjRG5w1a4LAm6YaWhpf0HnlchnoTzl3dZWhu7mJ8+eg/zdCZX4Gnjv0fBQgS9LdX4OGeWllGRU6hLYa/ERo8y0ITUgGQsAg6nQ4rqEzgBiATkIdhjoO/QuABvu0NfQtdKYmgIIIaDQiiJC4kCDC0XjTgbSBBsFEWwGGz8Bk8nD5ElyuBP3TxSXuHMcJFI4yPP84d8iPEkA8xWjEmfELmJqZxzwBRp3h9pgOC7pLpUPx0uaRQExHGSNHXFSMLLrp9PsKEYa6sljbW8SGgS5spKPdNNSDzdz9b6CzXcP6ke48RkmD5Qx62LlMb1vwwuOeBAVnkbVAxgpCHkGETCPvELI+E1hEoYO3hv6ule6kFxcXUVdgA14iUFDRZlSglYKwBA22KZBQALS0MIfZqUnMTo5j6twpLM2MY4SgZtNYL4FOCT2cuK8YYrA7i95CgP5yDn0EN/0EQ90ERcWMY102BQ7rRnqwed0Atm0Yws5Nwynt2jyKfdvXY/eWtdizbS22bxzCJoKT9cP9GGXUY6inhN5SjkcqATJO4IUAgxEc8D5DQQblt6SY8leWK4wAjafHEl/44j34wj1fwj100A8+9jhOnT9P0LdEWsb49CzOMuIxyfu3QMC0wqhFlZGMthi4KMPHIQNYhxafp4Y+Z8YiyGh9gDbn1u+TfPkrX8GnP/0ZPPLIQwSwLQTUd5Ogo02wmGHkwTubRixA/lWKqf82hM+9ZcQiDBx6e7qwfesWHL7mWly5/zKExuEBgqG//ehH8dl770PDemw7cBD7r70Wa7Ztgy8UsExQuLy8JLWlpXDq/Omxpemp20uZ8Kf4nP34vv3bXvKff+7u7a++/fYikOIuJp1XRwPfGg2Yb82wnVE7Gkg1INds3VrYMdi9lVvBO9uN5R879tQTr773ni9uHT93PitipMWIwEqtgTrTbKGENWvXMWy8lmBAMHn+LM6fPonqwgxyNkYXHWbOxLA8zmhVV1AjiKjR8Ndo4OuxpM6/wkhDIgGjCRYtAgUfhPBBACGY0N8EqNOZr9CpL3NOTasMa+tfXtTaSL8LETuP2EVom4DQxUGPNdrWQziOCTNwUR4BAUSoQCKTS+We5FHFsVOnceTEcRznOfg4jzD07H+RIe86HQoNO5AAIgD9Bh1ggvR7Bt6gi+H+/mKWkYciowtlrCdw2DDSjc2jfWl+tLeAoXKE/mJAR21QCggWTAtZHuNkpY1MSjEixMxzXE4UcZJIgAAkThrSEWZ8gAz1ECn5EBHXGdDheWtTp6ZflpznrrpG52SoK8M117jjp9ioUs/1Wp2goorF+TnMTV8gTeIC788KQZ6ChXUEO/2lDLKuBWIIEDcg65M0slDKeuQUxDggMDFc0qCjbLPNooeMfcUIA6UQg6UIQwQhIz2FNNqyfriHQKIfW9cOYefGMezesg77tm3CZTu2EHBsIdBYi/XDAwQz3RjoKqG7mEM+EyHDKIunDiwAQ1KHreCiSYCgf5lyjkDisccfJ7i4B5/+7Gd5THI/jxmOY3J6Gis8Almp1lDh2qu8d8vUh/7oWJXPFkQMiAAAEABJREFUWJu6hAsQE3wm1iFXKKLUVYYjEKjy6G2eUYrZuVlY6nRoaAiFYiG951VGf1qMTjhnCOQC5Chj6H2q97jdhCCGFYAip8995C2PsLLYMDaMG669Bje94DDyhTzuufdefPijH8djR46hzOO0Q9cfhtLYug3gSR0uTE1jZnoGtUrVVpaW+6rLS3d2ZQs/WZ+fe/fGTaMveffrf2Dt7bffHqpKSJ1XRwPfdA3o5+2bPmhnwOe9BmTTpk3hLdfsH2rZ+o30Te+SZu3uxtLCK2iOR4u5LP2YTY32Cs+1W7DoGxzF4MhaRNkcZmZncPbMaej/1hgRSJQzFpm4Bl9fhGsswbQqSFp0cIxOaLi51hY04NG0EVbaltEEy3KAWgtIAQMBRIM77QZ3l/UEbCcxrRDELBFQrDBkrfWxdWiJRZtpCiwoOOh8A8qUKZaRLXUhyObBLpienccJ/ZNNGvcTJ05AvzypX9bTI5WEu2Rh9EGYpt9/oMNgtB4ZZ+lYHbpzIQFEAWv6u7COAEJBxDpGIcZ6ixjmTn6wlEE319wVCooeyLs4pRzTnG0jY1oXCchaQ7KMbng6cBIdXsZ6eIbIXWyoFYtAHEIe32R8RJ6IcgSI6NAirjOg83P0ZPoT00uMUiwuLqFBfcXUVY1ps8XoBNNGo05HVYF+Z2JumtGJC+PQL8LmAmCkr4zB7iLyoUEobc4hnC/m3G3OY1JyJoEzMahhGB7neAKiXCAoMiJT4lpXyaAr41HKOpSZdvOYppfHNQOMcHRlWc/xu3Ke4CFPwNGNjWuGsGPTOuzfuZm7+V245uBe7CPY2LR2GEO9XSgx0pUnYMsFATLewUqChPeFb3zFUJCkR08nT55kBONhfIkRgC986R48/Oij6RdBa7zRlUoDExemcfrcePpXN8vVBsQEiAgm+wYGsXHzlhQA5/J5BGGQ/tXR+g0bcM111yKTzaLNqImlnhsEvtC8CDJRhFw2kwKLTBimkSIFFvr9EI1mOMqZpw6KXH+JNDTYi6suP4gbD9+Anp5uHuV8GZ/93BfS7xENDo3i+htvgX5xs2dwGPqXQmenZjE1vyjV5Upm4szZbWdPn3lNIVf4hSCM3nhw68aDb3nNa7oPHz7s0Lk6Gvgma8B8k8frDPc818Bdd90VfP9ttw12ZXCVFfuuuNH6VzZJXlkuZNZk6L1iHm20aairNMxxIujpH8CmrTsQ5PKYnJnB408+iUnu8EM6ul7u8HLeoFVREFFFSMes5LgLV+OsO+gl7iZrzQQSZFHuHUKhq5+AQaAgo5k4aFuVDrHOLdxKvYn5lWpKS7UmIxIC+BCGkYeEadsGqIPzGZvWZUtldPf3o9jdg1gspubmcPT4CTx+8fcG9Ly+VqvyjidQeZrcpdaWKSt3nS5pIWMTFEOPvkIWw90lrB3oxcaRAaxh2F6d5EApQj935z25AKXQQKMwEcFCQIebofPN2Dh1zKEwBcmAO3ylBN4IAmsQOoco8MiQsjyiyQQhHbeFoeOSJIEQNFkFF5Q/4LpSooO7BCZCZ5GhjNYKmo0mFFRopGKlWkGdTnCZ4X/9bkJleRmzjEzMXLiAeR53VDRqRJQ0NtiPfq4tUPfE0L6nMyRGgBBMGQ3lC0DvjYRHPGxalYtrsaSAFRqxUIrYP+MMsoElINHUIBdaZHiEk2fa311Eb1cexVyAHOfNerAtQS4EihkHPUoZ6Mlj/Wgfdm/fgMv37cBlu7di5+aNWL9mGAO93SjxPmTDgHqz1JGsEvXkxMAxbfJYR/8M9CsPPIC//du/w5/+2Z/jU5/7PB33BFb4vNSaMZ+BBdIi5hZWEIRZ7Nu3H7fddhtuuOEGXHP11bjp5ptw+AUvQKm7G0I9BwQMQr2HYYQ6IySqyzojH20exxjDeXn/HMmnZBEEDtYCy8sLAEFXFDpkSd1Frm3NKPbs2I7Ldu1hhGgaH/m7j+DDH/4oTp46gzXrN+C2F78U19/yQvQMjxFIJ1hcqWBmbgaGkpw5faq/3W69qb+/9z9Gef89kTQ3vuTAgSzAAAk6V0cD3xwNmG/OMJ1ROhqA3P1DPxQllcqVfWuGfmqkv/+/TU9OvLXZqO9laD3nLPeHdHAtho5BQ9rT24t16zYwLFxKd4PHjh/HNEPO1tp0l+dNgsryHBrVReToZHJRBo5GV0FIk+CgWm9guVJDlSDBs62fO7XLDh7CvgNXIsqVoF+sVBDQ5C692kigQEIjEW3rARp3ofPVfEMEDbGIXQDDcQZHxjA8ti4FOgkdwpnxCTz0yKN48OGHcYTRiMmJC1hZWkaDofA2AUSLjrdZWUHcrCFLmbtzjmH7PEZ7ihjrLWNtbwkjXQUM5DPo8gZZAo28iVEODAFEQpDUhGvX4OM6Iu7uc04ILhzyUYAcHX2Waw+cgaHzVacc0zG3qUNiDIIKm1LqEI2FpbyqI0sdqo6hvkL0PU535xwanBaBTUiCkCAiSMmybOlgDZrU6/z8IpaXKqgR9FXolKpc6yKjF1OTFzA9eR6VpQXkCGCG+roxSEedjyIY7r6FACJg5MNwXqqCzjGAXgkMEuEaKJ8xjrIYzqXzCSwSEHBC+bVf4BwC5xE5hyznUGeaizwi6i7kAjKkbGhQyDro7r2UCxmJ8ChkDIFITL0B5RwBRjFAf3cO6wgwdvCo5LJdW3Fwz07s27mVUY31PCoZQg8Ba0hdGTr3hOuO6fDDIESLz9cS163fe9F7/yGCiz/7s7/Gxz72KZw4cQb6/AnXskyeubkFRASku3fuwtWHrsLOXbuQK5eRyeXSZ1ufzTrvmX7hV7+X4hgtSQC0OadSrHrjMxiwPspk4H0AQ5DnMyEWCeIuzExyvjqyGY8uRlyGqO+tG9bi+quuwKHLD/A5rOJv/uZv8Fd/87eYYNRs4849eOF3vwzX3nwzYmsxyyOqM+dOE6As6v9FUzpx7KlDC9NTdw/39fx09/qxa3/ouw6X7rrrLovO1dHAN0ED5pswRmeIjgbk2t27y9Lf+45SMfsrD33l/teOnzm7kbvnIE8jGEUZRgraaCaCQqmMkZFRjOj/YcBjiLM82pidmeZO29IpREyFRrLCcHQVUeBRzOcRcZenu7uFlToWKk0sVJtY4nmGRhwa3IHDeISZLIpdZQyODNOYZ2mEY1Sqdc7b4rwAMQWaxtDIOrTp3Bp0ZC0Y+CiLrr4+jK5dh3UbNqW8E9NTeOTxJ/DAQw/hyLFjuECgo+fpGr6O6Qj0r0XUCaozynqLXGTQlQ/owAoY4m69pxChVynv0cP6XlKPOoTQoOSAPM13ziXIuRhZUs4nyAdCcsh5x4iBpR4AT2fvjNA9C8B3UH8JSfMiAmMtErbHbG7TmQN0VVyj5RgKKoSOyXAuw3E8U68p5w+ZJ1ZJnXRgDRSsaBTBWAsRgUYmKrU6lOqM7qwwSqG/CTHP3e7i/DK8sRgZ7MUAnRthIru2YVkX+DAFA5QCQuAWUbeECxzTQ0wAsQ6AoZgkCJKEnHHCGoNL31M0hBiG1cJ6EQGYQshjgYCgIoocjwwcsgQZepxRyAfIM1yRzzhGLxz0PnSXM+guZVHOBSyH6Cvn0VsuYKS/Bxv4fOxg1OKyPbtw5WX7cHDvLqiD7usqcmagtlJLnb3KppEEFdEF+vy2cOL0GfzdRz+B3/7d38ef/dlf4onHn0KDQMQYk/ZR0DVJ0JVwbZagdY6AoFZvoVQq87kv8VnLoEEw2OY9NNSFcwGEeou5xhRctGPoLRT2D4OIwLqEbDYP/V7L3Ow0lpbnYaSJAtfVTXnXjA3jhuuvwc03v4D9EvzVX/01PvqRj6PVFhy84hC+9wdejUM3XIeFyjKf46M4f/4M2jy6KmYyvXz8Xr52eOD9O/dc8d4ejwPrgAidq6OBb1AD5hvs3+n+PNcAz2KjF1x11dVLzerP/Mkff/Adn/rEx3bMTE9FdBcmpjNK2gmD2xY2zGNghE578zYYH+LYsaM4eeIY2gwzZwJaM+6a240K4kYNudBBDWYURajSsenvTswuN7HcDlGVDJoSoQGHBu1vhbvnmZkLOHnsKXz+M3+Pr9z7RUycP8/IRhX1ZgNtOlzDHWS22AVLx5CIRZQvoI/nzWt41j2ydi0NfYTT4+fx+S99CV9++EHoDydNzc6g0WxS9gTqrBs8qmkSACUxnSetfuQMitkIfV0lHmH0Yt1QH8FEEeW8Rz+dWU82QCkQ5E2MvJB4fJEzgFKWdaFpM0IAZKwhqLCpc/fqSelZW9SbFQMRgcDA0vn4gGCL5/ZRroCQZMMQMfkTOlulWOhTLF2ZFwh38ZahCMc8MQUcy5rnJhgBwYv3MQIHksBzHZwJQs/pOKdVJycWXCbUoeqRx9LSEmZ5HKXAIgqBXh499Hd3ocCC9jPGwTkPy36A4cvDsAzj0zyMg9iA+YC6FKS/MpqAc1C3dKZycV7LuXUcLSfGQGCRcGGaGvJ47xEQLDnKLNShoQ69A6LIIaf6LoQoFgJ0FSNSBuV8hHIhg+5ilpSBggqlnmIefaUiRhgl27xmLfbt2InL9+zF/l07sWnDWvR0dcFbC9VHkkgaqakSnLb5LDsCpUqlymjVUXziEx/HBz7wAfzFn/85Hn34USBJ0N/XjyqPis4ysuV8CBuEqPA5qvJZrLPes85wbc1Wm+CiRX3E4BSIqYc4jVYYeMd+CGDEc70RQUUOYTYDva8ttHicV4WLAD7O8KFgaKgfV115EJfv34cpPvt/8Dv/Hz7y4Q/DZULcfudL8Po3vQEHGc2YJXA/fuQpTI+Pi221otnx8R2Tp868ua/c9W9e/vof/u6uLj7M6FwdDfzfa8D833ft9Hyea8CvGxxctzR5/rVhYN/fqNZ+IGk3e/KZyIVBQGfcoMNv0Qg6lHv7sHHrduSKRZxmROL0qZOoctcUcscZcKvkk5jh2BUEdBJFGsFs6KFRgIru8CoV6LfzaW8hdExOjS2dk2PeGwthwwod3sT4OB564Mv4EkHB2bNn6bTanJsOjc64QUOt4MNnCij2DaFMslEOUwuLeILHGI89cQRnTp/DwsISWjwnbxE4tLnzbPJIo12rQsnETWQcUCL66eFZvFJ3LkrLRcpbjBwKoUGBU2ZdggyddoYOXv9kU48YNFXyXGPggNBbrlfgCAqsAZ0X4J1lvUMUeDjn2GYBCEAyRmCthTEWIloHXgnzSgJnDftYBM4wn8AQCllpkz+BJ5jxlCkFExbQOR3brM5tBdrXiIExSoAhSBE6Lj1iafK8H9Rxg7pwlH2gr4yRoV50ETTlGRkoZCNkw4BzeLTJF8PA8v6DciZIKLOBcFzLsiElYgCxAMEC2RHrGwSS1rENq5TEAt5cgOs2hnUi0DSgbgJvKTOJOvIpyPAIApatSdcfsj0XBgQZEXfzWRSzWeQzIbKBQ4Gpfh+hq5hjPmC9RzfzwwN92Lh2Dfbs3IErDuzHgcv2Y+OG9egh8IhCD0s5NGrRJAi+BEcAABAASURBVDCIeYShtLy8wmO6GRw7ehyf/vSn8MEP/jH++kMfSp+lfKGURnhOnjmLxaUV6J+bhtkc2hAYHmvwZhFQtPlsx4AYWK6FGZabBHKNNOJhqSNjLPQyhmvjmjzXILxv7XYTzgpUtmwUoLerjK2bNuLaQ4ewa9t2HD96DL/9O7+Lj33qU+gdHMKL73wpvuf7vg9Dw6OYm5/HxMQ4jxRX7Mrycn52dvrQ4sLCe+98weH3/+hrXv2DURRt4JxC6rw6Gvi6NGC+Lu4Oc0cDgFx55ZUDl+/a9pLAtH9qeW763TPnzu3nzrsY0eoZ7tI0RAvrUR4cxOjmTSj0lDG7MI2Tp45hamoCrVaVhh9wdFqmXYdLmsjRIXRFETLOIuZusLq4hCZT+j14Gtws6/NekKWT1h1+1gA5a5GjIfYiaDKUOzM7jxVGNHJ0AuDOMP1+RBuIGDbu6htEaWAEcZDFuZklHDl1HsdPnsf5yRkCiRVUqw3EPDuvr1TRqtRg6ehCGv9yFKIvF2KA4GGAoeZeTtzN+Et3xqCLVApBEBEjZ9qUjSlBUkbzTC3dh6fx907oPygwHTWHhKXcxhoYa+HpXHzgISyDDljoJJT0x72UT1NhV21rxy1ugptQVk99WHAMbm8DdTasdNS9I5DIEFQo6XFMIDEjIYIMHZEDEHD8yDnqX+e2sOR13sESeDlj4eg41UFxOEgSw1HmpFlPIyj6nYn+ngIK1EHESMcloKQpeC91HU2GNoSyiTNQuZnlXDGstACCMh0TXGeLa2nTMYP8SglTYb3WaT8fWBjKovK16DxVD0piDKzz1INQlRbehrDGw3PL7mwAR8AZhVmICNsc9Mgs8Ba5TETna5HPBQQajqlDsZRBqZRDgYCiQJBYYuSiq5THQG8XNq4ZoYNeh8v27iDI2MzIxRgG+7p41OI4H9djAUNdgleTx2ALBBdnzo3jKw89jA/9zd+k4OJRHpvlcnkwsIGzbBu/MI0VArRmAgg/H5bHIm0IVvi8rTDSBq7Xe11bghojdY12DaobzzUHvD9GDO+JoT5DhHxuwHvfbraoiwRBGHAtRQwM9WPz1k24/MorMDy6Bl+850v4nd/9vfRPTYfG1uL2l74U1996C8oDAxhnxOL0+bOyuLyYDQKzPQzil0cuee9v//J//IkIWIvO1dHA16kB83Xyd9iftxqg5QNKt910w+Ft68f++eBA/3sDa7+rlM+viUIbBt6KOoOE0YBiqYwxHiWUe3q5S6thgscJsxcmoccZmcAicgaGDiVp1Zm2EdCQZunwhM6wTWDQ4DGIGkpaSqizy9IZhN7CJi1Iqwa0Ggjo6AqZEF3FAqmEUrGM/sEBZOkUaF0hPkCxqwd9w8Mo9fQDdDTTcws4eWYCZ85Ppj80tbxcQbPeRCo3nQLo4DKO8tHBKsAphA7FjEcx8tC/wih4IOcFeT3KIOVIms8RMGQsoKRRCFanawqswLPNMlXnoztLMUJnYmCthaHXNnQWl0iYF7ZrfUw9soi0TL0IEhim4JFIQkdvRLAKABzncOC9gDp/Rz5nhGWkeqbayJfAG8BTjtCT11v2WaWAZUt+w9vrrGG9QcA1RgFTBwgdveV85UIO3XS2hWyIiAtMI0s2Sce2BC1GiWsVjmG8BTgXO3PUNgJnUnI6j+DilfD2xl8lrpcFtrFe81yHiMA5A8N+IgIRSfVmCYhS/RnHNgdrAjgbMPUIeQ6g393QOmss67SPga4zG4YEBCHld4hCR5DhCS5CFAgWiwQUZa6vp1RAN5+h3nIR/d0lDPX3YO3oELZt2oC9O7dh3+7t2LhhHbrKJc5pKHIMoXzGWkoMHo/UMDM7iyeeeAKfYnTgwx/9KPRXO2sNOn4xmFtYxIUpglg+e3WCAbEOEUFHEESoMSqmR3jWO/jAo03dK7Bo89k0xsBzvY6p4zhWLO+xJ7AIYSB8dDk+JchkQ3T3lDE8PIQdO3bgiiuu5FgRPvqJT+JP/vwvMD41hS07d+KWO+7Aldddy7lz+ifPcuHCuG/WqmVJWpsef+grL3rfP3v9f3j1S256M4ABkpA6r44G/o8aMP9Hjg5DRwOA8Hhj7a5NG14e1xtvnZ6ceOWFifG92UzU7YgkKtx1VVtNBLkMBtaMYWB4GIbGfHFmHrMTF1DlUYLQeAY0fLqLBs+PTTumw/MMOWeQoaEHnUitWsUyj0Ka+hPUgYWjI2d4Ai2ChzpBRIPEIeAIPjz7+CCgsfRwfpXaAA1kHj19g+juH0AmX1j94amZORw7eRrn9P9dmJ9FbWUZbcpMK0yQ0oano44YScjSiZbpXMrZIA2HFzPhxTRALvSIKJOCoYBOLvAGoabWwhGEeBp6K0I/KqmjcdbAewfvHMsWlmVDHjGApqskYBd87cUacLl0DXRUAlijTitJ+YyRi6wsM6dj6LjpHJfmMQaeMnlnEQQeoQ/gjCXYEAROy57rCBBQZyHli0KPgLwqb+AcItZpfZa6z2cC6ieBpX66CCiKeb1Xq/zembRf4C08+1jOYayBdS4lY20qu2WdrtEatmmeaxARrme1nLazzZAs+4gI9FoFVBzDOurXkV9SMtakZec8Un6O5yi/5o0YyuLZ7mE4nqMsnhQGIcIwQCYTIooC5j0ilqMoulin9SHBRQalQh661jJBhYLVcj6Lcj6Hvq4yRgb6sZ7P9/Ytm7B75w7s2LoVa0ZHUOZz5jmfAdJ71+bz3eDzpb9x8dijj+Lzn/88wcWn8dCDD2OGz2KLkbDFxWVcuDCDeX42ajWCWh7xeJ+BCzI8HuE4xlLWiM93BI2A6JeCNRWFD2JgxKYkIqleEkbU0qM6gg9rBTnK3dvbi7Vr12Hb9q1Yt24tIyEr+NSnP83jmU8zAlLH7j27cesLb8OuPXug3+mYnZuVxYVFxyORvtm5+dt8ELzxJ97+ph/bNTa2AYAjdV4dDfyjGjD/aGun8dumgWfoREK58lfu2X5lMR/8SNKo/eji7PSNy3PzQ5LEgQucNLiLSmjQ891d6BkaRETjW6lWMDc9jQrPaoURgABCpy2wNHqW8d+ARjBLQJCPsvA0jq1GEw0ebzQaDeKKNowzMAHtlzdo0pnVCCQa3CXrn8HFnEu/sBfTkSQ0umIdXBgiyGbRNzCEUncPPJ1FhUcfGmI+TRAxfmEK84uLqFRWOE8ljZRYHrMEJuYRizAC4dBdyGCglEcp41BkVKIQWhQihxxBRC50yFCeiHMHlM0rWQtnDSzloP0Gl/Q1JDCGbdZdTA0EgIikZcM+IloDAocEsa6NgAp68dgiIcV0DAlblVerlduIoRNZHUvb1Olqm5LOp2Qpl3cOSqEP6Dh96vgtB3B8c9pOUtAQEnBEXFegxDVlQp/u4LOhg0YiSvkMMl4glE3btE/gLdctcMbAe4fAe4RBQCduKZt8zRoNjLXk8VC5hPzG2LQdvAx1YKkfR1mVPMcJ0nFcykMVpP2MMbAcR9hHRGCEZWNX61jJF/OsUx6OqfzqXFWHQRASVIUICRwc5wq43oAye84Zeo+Iz0noPbyzJEfw5bhej2wYcv0ZdBX5PBTyKOayKJEUZPTyOR/u78fakWFs3rgBuxkF2Lt7F7Zv2YwxRgVKjJiFzkP0H5/3aqWK2dk56I+f3Xfvffjc5z6Pe++9H2fPnkedUYtKpQ6NWMwyetYkIhajkQlBlSCjWm8xSpEAXC8/NuRvkPiJYJWIgYikZC3Xz/uXMHrV4HPf5OdJI1oh11vkGoaGhrB9+zbs2rUL3d3dmJiYoByfY+TkURSLRVx77bW44fBhDI+MQv9UdWFh0YpIoatY3DY/PfH9L7rz5p+868U3vXzLli29AAyp8+po4H+pgc7D8b9US6dSNbB/bGzopiv3vDjj7Vu9wfeG3uw1cavcbtWNtRa1ZgMhDW3f8CDKfT1IrGCKQOLC5CQddxUBjV4AIZCI012uE/A833IX7Jk6HnckPL1ooMHz43arBU+jH/Jc2dIga5i3ybpYPQuNpdD4Jz5gtMKiTkNdY4SjxfE9gUShqxtdPF4R5xjhqGJ88gLOjY9Df0p5bn6BdZXUELcYUo55pGJpePV4ohg6lLMe3blglbIB8h7Qo42sBZ2LpMcYkRMohZQjpPNR8jTins7O8RNkJQGLsFy/U6fGdQrrDPPgJdQBE9BIk8fCiLCYpJQQTCQKyrjOhACClUiYv5RaY6DcWhYRGIBlAYdP+WI6eyV1oiKSjm8NU5J3BhGddOBc2o9LguHYjnyhdbwHlmFzC11PSN5M4JALPXKBRykboUjKUyfe4OL9S8hrEDjHe2VIFs7adE6jcvJ+iAj0EhFonTUmTZVPyYiBXsLUWsO+q+TVsZPsxfFUB4Z9rTEw1gJiICRjLJQs60QEIgJrtM5QFgfLdaWa1XXyObLk847tVmCtSYGP41qdtwg8dUCKuN4M9ZThM5aJQgKKADlGMvKZDHikhy6CijIdc0oEzN08FtEvQQ729mANgcWWDeuxhxGLg/v3Yz93/UM8etNnWQBYyued53Pegv4Q2onjJ3H/l7+Cz33+C7jnS/fiySNHMTu/iJVaA7OMVswxctGKAedDQmmDhn5JmEADYqGkwKLJCEgrBZzK5+Gco04EvOWcD0h4dNcgsGjx8xlwfWUez/QxWqFRir379mLrtq0ICZqOHD2S/vT4mbNnsW7dOlx19dVYv3Ej5wXm5hckabeDfCYca9cr3z08OPD2oXJ0y+DgYA8AQ+q8Ohr4nzTwPHkw/qd1dyr+cQ3kfutXfuWWK66/4o0SJ2+uryzd4ZJ4TTb03vCJ0aMH/VPFLA1tT39vGhHQn53W/79ieXkJQifnBDAxLWHcpPWJ4djP882zwdCJthiNaNRriGkcLY2lNRZqeK1xYDPaBAzEDbShFsZ5wHg0EoMqLWojEVgCj1yphCx3WGItVnhcMs6d1ziBRCrHygoanEPDwEo0jrACAgOLLD1kPvSMRgQkj2JokbMJQmmmX6zMOiBiOeNYZ0DHKwgNiQ4p5BpCpgGJ2XRdlm2OlKbqvJg3QhmNgaQgIUlTw7J3DtayXgCygOY/5QDLxghEVslzzQoSjDEwWq+cqhiwnflLL+VR8KXn7eqEdTzQmSpZjsVbBk+ZhB14qsN7EkPTgDrzxsBz7EDJCgEU9RA45CNPMBEyUhOgW486ciEjSUDgDNTxZul4A+dg2Y9TcKoEwrEsxzRpncConKKrZxtTYy2MtWAWeokIlN8SAFjDNmOgjekamBcRWJWbfazOpSl5jdExDAx5rDVw5LEkEYFJy5TLWhi2O/YDL21fjU54rsGl5NhOUeH4FrC/golcFDFCE0DzGe+RJcjIRxEKuSz0r1lyUQg99ukioFAqUzdlHi10l4sYIYjYumkDj0G2YCOd80BfLwb6+pDLZFN9p/qnjLq+xcUlHD9+Avff/2Xof1h2731fhv6l0YVpHsc12qiSlhjZaPEzYHTN+izI9cmiAAAQAElEQVSI5XNi6OwF/AjwWOQS/ES6VmsMHNftvWNqIOTU57/OoxdPPRT4Wc2TegmCNhE07N27B/oT4Q2Cjq88+ADuu/9+xPzAXXbgILZt3wGxBtOzM6gsL5u41SzxY3tweHjwjbdcd+it1x48eH0+n+8H4EidV0cDT2vAPJ3rZDoaWNWAvf0F1+1bmp9+Q2Vp6XXVpeUrm9VqF82ZSejQWgQJhgYqk8+ht7ePjr+N2alpLNAYtmkEMzRsGW9oRJuI23UIjxWcT0C7CGNjQNqIkxZiAo1ExxKhAbQwNJgtbs2aGualxTTGsz6gYXRotQQVGtka8Ql8hCBfRJArAJRjpVpLf3jq7LlzmJubw8rSIvRPHds8JgF3asJohOMckbd0lCFyoUfGGQQGCC0ILgQZhvUjyhmihYjeNkMzqRGMLPmUJ7CCgAY2TemAmEUalRAw/So5thnOZY3AMFVK6NwT6i1hagTwzsBaAzavEkBewLLRmq+2qQME+1g6CUuHJwxJJBwHTA15hWSMAQTpFdMZxNRnQqLnAVsom1Bum5IjH6dmHaCpZ9/AGXiuLSR5jhsxzYU2BRPlAh0pFdHXVcBgbxn5jE91l+XOPUMKqUdnDUQEKqejnN45jm05B9fB8UUECeVKuA4RgSGxg75g2G6Vn45bU61MAGhESthmxEKMBd9g+fAY5o21aT/w0rF0TgUNlvU6ByBsJ4mFiIG2iQh1bpHNRAhTuQMEOqdRuWNoP2sNPB1xoMR84C3CwCEKPbLsk89lkM9mVoEGoxlZAotcJmBdiAIBRUmJ4ELTAnl7usrplzY3M3KxbcsWjPIopItRggz7JQTbMe9RzHRlpcKjj7N44MEH04jFF750Hx57/ClMMMJW41HhUqXC6FoV+iubMJYQwaZggp8iJFyXAo5ms4U2oxUiAkvZqTp4Pi+ZTAidT//MVX8ePuGzo+3OOeT42e0f6Md2Pa7Zuxc9PT3Qz8+DDz2ECoH5XkZarrjqUBr1m5yewyyjFQsLC47RmmuzkXvz3t1b3v7m1736Fe948+vWAbCkzqujgVQDJn3/Bt863Z8TGpD1/f0DW0d6bliYmnjtV+6/95qzp08Nthq1IKBB1xXS/EKPOLp4vJGlAa3z+GCaxq++vIyAjiNPvoDGUrjrkbgF6xLawZhdCSCSBuK4gVZb0ybUMQqNuu6zWoxStLgba9A4tjiOMZ7GMQQSBwUTrbYAJoTPFhDmSzAEFRoi1v+06dy5cUwR0KwwMqIgIiGIYHwZQkDh0CZgcCjRuBZJucgTPFgomPASp2mGziMb0OEQVNCXciceQ6MTkQMyFx2up5yWnxTHlC8YmnYlK0BKbDNsMDTqRgDLN1aBC+CaqTU6D3UidK8wxsCQT9iqPGmeBU2tEbavkqdzUydgyOuMhQiZgLTdclJjJK0T0VHYAGqSuktIyqrthhlrDFIwIeB6DbyRVeIYnhQ5i4CpJ6AILJANHYo5j3I2JICw6C3nMdLfzboobQvJH3qP0AfwzsNbA2dt6qQD1lvKanRe1lljICRDGY2m1kDzAv4zAqs8WqcpHZ2QDzCwxsFYCyNWVQhAwALrTDoe9BKB4ZjWGqbglcCyD8irzlo7Oo5pyKPyeWdhdU5n4EiG9QJARDi04RpM2q5tgbcIAsf1WYIQjyzBQy4bMdoQcZ0uBRsZAg0FKVk+V5rPhJ6AwyNiv0DH5zPSz+jd7l07sG/vbuzYtgXr1o6hp7vM/p7z8n6RR2WtM4qg/wPqPV+6Bx/5+Mfwmc99HsdPnsLs7AKqPLpYXCKwWK6izXtr+BlT4NXm56XN5+oS6TgJgZvherynjLwXmUyEKAoJmmJG6+pME67dwTpGAQEo3+DgIPYQVOzcvZtRjxhffuABHhlOYhOB0PUvuBHbd+/DUrWB+fl5HmOu2KSx0tudj27LWnlTf7n0/T/2uu87wKGKpM6rowGYjg6e9xqQ22+/PfzZ97xny9p1o3fRJv3k5OTkqx74yv3DlcqK9TRMNvBwesTA44VSuUxjG6DC3dX0hQto0+CtflcCsLpTSsFEg06sTaPZ5O6pRqqn0Yp2iykdfavVhJ7vtlot7r7aaKphTAQwDuJCxBKAAQk0YsNyhDBbRO7iL10uVeqYmJrB+MSF9Bvzy5RDIxIJx0ya9RQE5EKHUhigKxuhN58hZdHNnWM5m0EhEyLimjJBQAfpkQkcyxYBnYA61PRPLw3gjMBaA28lzTsDMEtKWEZar2WjfCTaca4XMJoBIAaIGR2BOnrwnYqlRYeCCnC3KIghAiifjkEOFtIXvBp85dF2OnprDKyxMMZwfNLXpNaYdBztLxAknEcEq7xGyA84ayivvZgapkICQi4q8pZrt2wH9WCoD4Oiggmirp5iFumXVXtLKOaClN8bIKDj9nTQjnM76ziWhbEXiXWGpHJYrWNeyymJgYhAKBd4aTRCnaO2WY5jrAUZ4JyDscxjdVVcEgTa18CIIHWefGZW+1loKiLwBDkJn6O2Pocsc2pYa6CXyqPpJRLNcHL98qvOonN6dcSB5ziWMhj2FVgj8FyrDxyfe4ccnyONVmRTZx0QHDj4wDA1dN4+jVpkIs8+Wg7Q3VXE0GAftm/fjAP79+LAgb3YumUjeHyAMo9KgtAh5nOSkNoEw+MT4/j8F7+AP/3TP8O9992PU2fPMXpwns/7JPSLxfqLna1WAgbx9AlCwnXGBBpNfpZaJLDsnAOXlj4L2WyWgCib6siIga7RUbciAv0XhiG6u3uwefNm7CaosGy755578Phjj8NRn1dcfS2uuuY69BN41Os1VBgBvDB+JpoaP7OzurLwIwSkb3vpzdcd2rGjL4/O9WzQwLdURvMtHb0z+DNdA7JnYCBbW1rad2bi7FtF5B1AfJ33NmusSY230MhGhQLKPA8ulrsIDmJMT05jdnIq/QGqgJZLGg0kNDbq0C1acDw+EB5tgMcagiYM64QRC8PoBYeFFXCcNhrNJlq0jDE5jA8hQURui0qTbeJgeazhGZGQIIO55QrOjV9IDav+6Z2GixVItAlgDI1xhgMXwgB95TwGu4voZ9pXyKA7G5A8ylGALoams1EIR15Poxs4B0uzqh8C+o3U2Ho6WUcHIpSRbNC8tXIxNTBk9NZyDAvqir1jiAjzCVcBOiAdDeQzXCNXZgwM24kLQAvPV0xKyA+IERi2qyzCbkIXAa4lDBxajP4E3qVjK4+1Bo687MJxkF4iAsP6mM6Vg0J5RFinxCmspqSQ4CnDdet4gbMEBIYgwnA37RFRZ4E3LAudYYBC5NFNvWUcMDrUh65SFvqDTmXqjmwIKZPKZwWUDbDGQChUclEGw7K1FqlMIhQrQUxwlCRJ6uREBEIe9mZbzDEExlo6SAosAr2cc9Q3BWDZGMsqgaZ8T1Pw0vEMx/Hep7yaN+RNLs5l2EY2WEv5OKyOqbxGZaUsurNvMiJWrdXQ5HOo7UqW+gH5tV8QUA5v4VgXXAQaIZ+jIPRQiqjTiAA1m42g9Y7PjmefgBSRMqpLAopCPoNSIYfBgV5s37oJh646mNK+Pbuwicci+tPZpVKB8xg+M61UnonJSXz0Yx/H7//BH+ITf//3eOyJJ3Dk6FGcOn0GC4tL/Oy0wCAFKUGL64kBtPj5ahJYx9S0iHDtFlYMrDG8vx6OujAAyxbZKINMJgNLICci0D+hXbNmDa644gps2LABR4+dwMc+8fd4iunW7btwywtfhN179rJPhFq1gqRVN9PjZwbRrr947cjA9/eGvZcdOrSj++43vznPKYTUeT0PNaDP1/Nw2Z0lUwNuZKTQXY/clfNz02979OGHf+jE8aPrvfM+CEIYIzA07F19/egeHIANg3SHdGFiEisLC3C0YAEtb0KHbmnEhY5QkhbUoIOOUXjcoD92pN81cDRYobE8TrCw7MdmiFg4zuOjLAwBQx2CxVoDK60YJptDvqcXJpPF9NIynmT4V3+FcGlpCU2eLatztglgAB5PGJRo0Pu6SxggkOim4yvRkJdCB/2ypVIhMOSLwQS6u7a6NhVC5WYqHAeUMWHG0nkYa7h+JQsjml4igWFfIYGXrpW2XHOk1ZeIcKhVctbCcixJDTygfa0xUMej9YbjkJ38CWyaF4C8be5ULfsqAND6mI6iTUehbcYY8oARnzbUabe5G2cXrNaujmMg6Vw6v7Mmnc9zXaG3CKmXkM4uYD51fKFH6AwdjmFIP0BR9VfIokQnmKceCwz3d9EZFhi1yLKsjtJQ6IQLTwngbAK9Yu6UtU5EIELSSpKhzLoeTVXHrIKxAss1pnVcgPZTEvIayirCVbAdenEs5bPWQUSg/ZScc1ybg7F6fyz48MEam9ZZa1NeEUnbxQgsxzXGwFhD1oTOOIbAACQuB9ZaOO8QBAHYQD5JQaYlv6O+fGDJY1Ly6dxaFpYFjmOn8nAMT32GfNiyYYBsNkh1Wshlkc9lkOOz2tNVwgYef1x+YB9uufkw6QWMXuzB8NAAcnT0zlgYytki4LlA4P7Qgw/hr/7qr/BXf/03eOTRx3B+YgKTPObT36bQFUAMAkYQQ36WhH0rBEktAjzVJ3ipXN57GLbFrFcyHF9BhIKKkFEKsqXPU7lcxm5GKq4ksFCA8cUvfAF//aG/gYjFDTfejBtvvg1DI6OocRPRbDakXl0pteqVw8NDPa/ZOrrmTl+Orrz11luzOt7zkp7nizbP8/U/H5cvBw4cyG5dP7zRxuHLWs3mz14YP/eymdmZfKlUUl9Nw2OQyeWxZv0GlPp6sdSo4RyN2Oz0DITbogwNu221gWaDwIImjWACEiNWYnSCudS468Nl6UFCGqMADi6xgB5jwML5EI5AIjYOVY5ZI5/J5lHo70emqxtz1SqeOHECx86dQ4VzJSIEEw00ahUGPuoMzTv0lQsY6C6jmw4w5w2POwQZTpqRGPrlyvBimuG0GTow+gNYtjMLDgdJ775AhJWkBExpaIUEOiC5RGQ2UD5hf0OyYBX0WjXabBUl0aqUtN7RgDvWG9ZYdnAc11MAbx08HY/WKRm2admzXXlo2WGYV9KJ2gQYMXUkkLReRKCXzkHPCFZDREig2HKRBxBOLCKsF3A4WGfgnYWjc7TWwBlhmWmaBzKhQ0EdIJ1eIeuRCQT5TIDIm5QvYD9PEoP0Eg5qSDqWTSuJ8ggOtE6EMIpeWmUUEWidsezIPHgZMbDOQSgPBWQNYDiWoW6s9axiO/NJImwzLFtYlkUk5bNWyzbNKwerESe8g9aQV6Dt4GU4JpmQkEHzIik3wUSb0bE2kBaFfQUqj/IocEgQAyZhnSVRFiNw1sBq6gyUx1MvjnnHNXjPexq4VLdO66xB4C0CtkVBgAwjG/lsRP0SVDCykYsi6jZCDx34to2bcMM11+D2W27CNYcOYsO6UQKLiNGjENlMBFCtSSI4feY8PvyRj+JTn/4Mzpw7iwkeOc7Oz6NO4JF+cZP6cQrSGelr9OUJ/QAAEABJREFU8XnRv/JoMvrSJujU+2CpM8/PnaZa1iOShKDaUUYFUSIC5VWgMTQ8iC2bN+LwDdeixaPE3/qd38GXCWw2b9+NW+54CdZv3koNCaqVFVi0h0f7e1+5ac3YT2UC+0P7N63de9ddd+WBVLvoXM8fDZjnz1I7K6UG5M47r8n35MKrMpn8TyWt5s/QIFzd290VBTSArVYDEXcrg8NDGGP4U2jw1XCdHx9HvV4F7Q30gTHciabfNRCwLqG9i6F/Rkqbl6Zq2NsJrWBMBlKt0kSl0qABF1gbwrgQjTYjEtV6GpWos2OYL6LMaEjbWBw7dQpPHT+BaqMJNXR6dltnmNXRhOWDABp+LxcyKGZC5IkScqQsjbm06jDtOpSPRo75JnFOCyprqEaecMkwciJI6CsSaCp0EFDSxQFsIVH2hDndybEK7KaVaWrFcA0GIqJNaSoi/yDVBu2b6DgkLYsIjFntJ4ZzGyAdkIML857Ox3nHsW06lvZt8UxcDbxGKEQkFZPLgLMm5TNGAPa1dBTGCvQfyAfqCbwM88LxDdcCAdI8+ZxhfyMskwCwCMdyyHGCwBDsgI5QU6Fj8wRyKxAeWXk6HusMdH5PWb33cM7BmdXUGLs6JucFr5jPCZO0zugkWrikD5YN+a0xnH+VLMfS+61j8rFRbuizJCJpXoR3LMHqeJTVsC+rCA5axFV8Brn7ZiviNEV6KY+S6lPr2R3qfJuMhKkoCQQxnz+IgYiFiMBSrpSXDDqziIBqhGG9MQaWc3vLdTNNy6xTmT3l96wLSNYYGOraAHDeIPAW2cAjEwawvP8B9ZiNApY9NO3pKWPbls04fP21uP22W3D55QdRKBQQkl/vf40AO0dAEhMA3Hvvffirv/xQGq1QMFGrN/R3I6Dfo+AJInR93ntYytEiGK/X69DnSIQyUS4RgQgJAiqO74KQn6sMj0B0PdVKFW1GIEqcf/PGjXjBC14A/Rnvj3/i0/iD//7HqDUT3Hzbi9L/It1QD/VazSTtVmFmanL9+NnTL87mgrtHeos3j46OEg3hm3l1xnqGa8A8w+XriPdN0gB3DHb3mjXloe4N1/X2db2tUV26i851QL80psatTTChvw0xMDSIgaEh1OnMTpw4iamJC4hpsDwNkf4lAM9OEcd1qFE0NIztpImEkQAlemmogQa9XMJoRJugIW4bmCCLxGVQY3SiLhYNOqBlGvTFehsmk0ffyBiCfAGnzp/Hw48/gem5eagxTOgY9D8aEzqzkJGPXAB0FQL0FTPoygbQ/yjMoYkALUQ2Ro6GO7QAfR1CGnNHJ6lkmaozlYTz0SArwEjruKavVS9dEl2xpJSwQUFFwj7g+rS/4eoMxzLGQGicwXUCAhEBoP3IIRaihpyyx5xLHVPMIwt2gaFXSpiPuXtM1FmJwHC8tLdwTANYZ8AshH0ZPaIjaEEvx0WJCNgNOr/lHGCZIsEak9ZpWduUH5TZ0Yk56sRwDr44v/IJtE4BTDoEB3DWUGcWIR1cSKfoLBB6YWRC6Ow8KivLdDxtOh0H5XXewwUexloYYyAkax2sNVAZRAR6qf7M1+RX6ziUZpSUje0iAmFfQ/IcW0TIRF0SVYgIx7W4dMXUq+atMWm9iFAnvFvsIiIQNiqPiIGIwJBPCbxisgGCFp/tmAVjbXqv2woojCPUBLVBopIlMTCwSMgnoqOyJxPNMoGmhhk9zrNCTiOruqH+dA2e+gidJzhzCFmnFHjmSd2lEo+UcgjYRynHiEUhitKIhf7E9/q1a3EDgcUrX/Ey7Ni2lcAiDwUs9Vqda/YIogzOnp/An/35X+I3fvO38ODDj1J2wbnxifQLnAkoCyMVzgXwPkAYZpiG3BTUMc+IRo2AIWJ9jgAicB4x9dHgMYmnrsqFIrQ+JhBpM7oR8WHQP3u94orLCSCuxMkz5/D/feCDOHLiNPYcuBw33XYHuvsHob+hUVlZMd7ZctJqXFuM/Nuv2b9t76ZNm0L90jdAZfKt83pua8A8t5fXWd1FDdgf+p6XHbzhlsM/8ZlPfeLffeaTf397o1YN+3t6xFuDlZUVqIHcunUrhkdGGFo9i2PHT6LOCEGexsvTqDaWl9Gq12jQhGTQSlp0421YOiyxYH8hMUMzHNMYt+kMWsw3aUca8ECUBwgeFhptzFRqcIUyhjduQpbHG2d5HvzokSOYmp2DXt5YtGsNNJZX4NptdOVy6O8qopvn+jkvNMQJIpcgFxnkQwtvaELjBrKhQwp0kgRCUawz8DTgzlskBAYxnZFAYC86ACNIL3XuSmm7CEQkrRfwH/M2JYAJabVO5FJq8LWXiHBOv1qVrDonHVtE0jrdKa7+ZQFgWGeMpPUUiTKyA0vKbwzHJajQIyNHx+ecS+fWNnaDYT/hOhOuybAiJfZV4CMiKa/WiazmmUA4pBKMgaXDM9QzBFqEtULHZxmh8vDUW+Ac6yyEMrQaVXje58CzLGAXQgXOrf+3RIvPBksQ1oOXJiLC8kVyFiyka0tlx+ql+YR9tSSUR2QVGBjmY45trWU3wdeuQftQo9DLWLsqnxjyGfJpyjmNaDMc59UxdLyniXPESBjRSCDaPwgAztfmGnUNFJLrBWLK5b1Px4+pX2cshKNaMbAwad6I4GvHtay1rFNeIwbapmMoZdShU596D7Vfk7t/rhaZKEI+m2WUIoA1Asv+IY8kcvzMdZW6MDY2huuvvx7fdeed4DElsuRdXqky2lfl+IJGo4WjR09Av7j5q7/6X3GE+TCbw4WZmfQXa1sEr6ozjVBUKhWICPL5PEJGIVf4mV/mZ1rbVUbwanDjAK49o9/HII+BQP+qxPNZyXLcTZs24robrkeWn8ff/YMP4GOf+hw3A2tx0wtfgh17L8MiZTtz5jTa9UomMq2Duzev/bkDm4Z/8I4bDr7jZbddt5dr8Jym83oOa8A8h9fWWdqqBrJ3v/e9t/zBH/7393zu8194bbVS2VbI54MCjVONxwjtVhNR5LH/sn3IZjN45JFHsLCwCOv42U+ABs9IpVFHhgYvUOPbbjLSUENDGJnwCcQbiBMaOBrRGJCLUYkElqbbo21D1MRimscbF7gziqMcysOjCHh2PLW0jKPc8ZyemMAC83UCmJi7pTZTmnp004j15QsoUpaMFeQCQSG0BBGGEQnA0REYAhtvQIBhYWj1hcBBIwGGxlOsQUrGUjADvQylYjXSKkYMtA4iSAw7GweQEsqrdRDwxTcAZCFxvSyKcKzVirQhgVE7DL1EBIaDJ9z1ighEBHoZpsYYlllilRjAUm+pk6FzExG2CZTHsqyU5i86xpSP/bVOyVqT8osIrLHsZ9OyZV9jDDRNqAtQR2C0AhcvYWr4xmXCEZxZggcRVqheKI8naHCsM5aMvNeLi/McF1AnZCmLjs0WxHQ84BoBgYgACV/tmNMlaVlE6+imk1WK6Zhj5sFLhPpmPlHZWDYsM2E0JkbMbs12iwDGr47DtSTk1Xkt1yZiySoQEa5Z0wTpJUjrRFbHVn2JsBJI6y+V63SaCuqMsbAcT1NyIG6rnIa8HD8GAufhnUvX46yD8J81Jp2TXAzGCRz/WWOh8gvFsGLgdUymRiysOJiL/SzLjrxKAcdWp52NIgK4EGEQMBIUElxEBBkezgq8N1RojO7ucvonnfr/bdxJYHHoqitQLBZQq7fQYBRBdbVIcPDU0WP40z/7M/zxn/wZKvysBVEW+oVO/Q6FHmUEnEPXreCiTf0aw2dW7wkpIHjKMlrhKHu72UBCEJ+JQtqDHBwjHTNz83CUvVTIQ39m/EpGK/SXNu+9/yv4/Q/+KS4sVXHo8C04fOuLoPOePnUSyzNT2WR5/tBQMbz7yJNPvOXAlYdeeWDLlhJAhaBzPVc1YJ6rC+usK9VA9zve+tbvOnL0ybcdPfLk4ZWlpXIuk/XeWYZ9GV2wDn19vbhs/34sLizg2LFjqFeraDXraNOwNCoVCI8mGAygT6LBpfFRcyBGAFrQNh1Wi07HiYEhAfo4rRJHR2w9YuexQgMVc9dTHhhGoW8QtcTg/IUZnB2fxCKBhPoVNdqggZRmC6GAxxcOeW+RpeHLWMO6hOY7hh67KDmJYaQNQ09mEFOshAacPM4hCD2CwINd2ZJQVsBwDBEByE9miAhW/wGGeSsmNZqWtQpIBHppX1KaTbhkEvNkh4g8Tax6+iWiDo2z0AmS4R/UGwq0SuCcgKWRttbCWkOyMGY1VeeneSVL566yGY6Ulq2BI1kj7AP2AZTHcRxjLaxxMBxHhHIIVi/yigXEAIZ5S3KsCHj/Q2fBblBsIKz3LAesMBA6+DaB3iKEdSH1aa3h3Jb8jmThPMskEYDKSXWd8JnQsvCmKohICDLolTkaWcBLG9MSoCoCDITzsYWRgzaBSsx543R8Y9hG3jafH80riQhZk7Rzwjm0TdOEg7GWbdoOKC+Z0vG0TYT6YKs61JY+ZyyzCDAVgHO3mE0gSKAyO8c1GoJiPvPWGHKAbZISLl6Gfa0YrD77YBtgrElll4t9dJEiAisCz/EC6jxDJ635mLoRAIH3sMZw3jbVmCBwFo6j9ff1sB8QUsc9jNCNjQ7jissP4JpDV2F0eBCBtxARXSb0R+EmJqfxhS/cg9/9nd/F5z77BZQY/VtilG/ywhQ/WjEy3ER4H6BNXYkIrLXpMcgSIxWqR881iwj131rVG3XhveOGI0KjUYPn2jz7jPBYdN/evTh48CD0T1gVxHzp/gewbtNWXPeCm9DTN8DP9nlZWl6MCEwGGitLg9Pnz9115OjDN27d2ptH53rOamD1k/KcXd7zdmHCyGbfL/7bf/XGxenz/+z4U49fvTg3W/a0fo5GgTYS1gUYGVmDwcFRnD83gXNnznOX1qbDNjA8O21Xl6FOW/iExDQyCUm1KdyZGhpCFwMBgYFXBpZbjCpc+ht4WipwAh6JCPQns12mgEJ3PyTIYmZ+GWfOTmJ6ah6NapOAJQHYFzxO8Yw2FCKPQmSRCQShAwKbQP/KIPKW8pA3biFhVCWmjJYyhTSQ1hg4klFZaCwd6xNGOtT4eWeQsA/xD9RJGBp0jgJ1Moa6cMbSiANGAEOXqGDCQACu01kLtsJwPPAS1humRgBOx3oW6NQ4GFuEBcOspmCawDjLs206qLQT6zg+GdnPwHJMHUfY3xkyUKjA+bRfzBskrFJ5wT7WCYwVqlVg2ElltFxQwLrQG44XAzT+nIkpuLv1aZq+kSfhGOowOCXEGM7BFs4rlM4RlDmO2eZ6EzGpXDmG3EMXolZtcCfcgFBPKoMliAP7xRpKJ6nzBcfmdh2GazXGwAUe7WYbql/POl2fZ70BYI0lOVUByUAM86wzYmGskiFXAsf1CtfXJLAFZbSUD+m8LWi9MQbOW6hcMe+3EhvSclvl4jDWGSg5ysAiQL4WnwkFFCJCZ+z5zFiKniDRPhwfTFmAzt/mLj7ROgDaT0SQcAyBwBqOTVJZWAvPuXGVcuEAABAASURBVDzlaRFckw0qF9JL12I5N+WmnmK2p/eOfS3XG3jKQNL1aNkz76yBs4JsLoInXyEb8SjPo5QL018tHejtwr49uwgqrsTQ4CASvW+UC+RVWlqu4CiPK//kz/8cv/4bvwn9EbggzEL/7HpqZk4fa/Djmn5xM2EffR7aBGz6XaUGNxGWc+u69EvYseqAn52QH0RdY4Of0TbrIh6H9PX0YtvWLTjAzUg3o433fPEL+NjHPkoQ04trb7wVazbvwvm5Ki4sLJnBvh6XC5I1B/fteufartE7d4wWuwEqEp3ruaYB81xbUGc9wOho38a7Xv69r//cZz79qqcef3TP0vxc0UpiLA2zGt98oYg169YjVyhhYmIKGtJUm2TFIKazBo2G5U7T04GoAYxp3GPQ41G5hjyekYeAZGkTkmaMWq0B/SlgGAvLSIShk28whMwmZItlRPkiKgw1n5+4gMkL09CwsySCmI6nTSOlc2WcRZaUCyzBhEGGjjL0QsNPciC4MAicg1MjSEOf0Com6ngpl6EcRoSOwNLYW5Y4NtvARQlJHQZo0MkCrL4xEehaxGgKGGgqfBcCF8NxBNZaiLCOZJR0bqY6pgHYdokEly51OkoiwnZJq0WY8qU6NEZg6TDV0TmOb4yBNQZshuZFJE01bx3rWXZMrWU9mfR+sAog+EriBuWOSUjHsIb8SmRIZbAOhoT0Si7OIaAI0MvwjcOmZd4OCPsaETpZgWU/EQNxHmAdqD9Q70YA1kJU72a1SXe8aX/RMt/Iy650tJa0uj7LMawxMGwwYuGsg+dzoqmxLHsH5z3IRjIQTmQsUxEY5oWEr7mSi3nCAehawftsyKvPt2U/JcfnSdGikDcmWGjwGWwzOmGFchgLAyGB77wzfN6Fzzu4rrQPOyVcr/d8+ABYayEizAGi/wRgAq0yfFOCrlsSGMOR2W6MsJ9ZfZ6sgC+WmVoDS9ks13vpGTCGdZwjrWebtyybBKG3fO4tQbVNgUU+CtBdLmLd2lGsX7eGn/UR9PT2prps85kXTlJvNPg5m8LnGK34vT/4AP72Ix+FcUH6fYiJyan0syqcKyYY4YsAg1qk/kCZGwRdxhiEASMZcRMtjmWph5D3yjurLKxrcqkxj2iy6Q9z7du7G6P63atTp/Ghv/07zPDI9MDV12Ld1l2YX2ngzNkzKBfzLhP4vVu2bPzRdeu2Xd3b24lU4Dl4mefgmp7PSzJRFK3Zv2f/m5989NHXHHnqqS3TM9NRnLRFaNwMDUK5qwtDw0OwNCjjk+MEEzNo0mjQJqJNMNFqcUdKQ+atgaiBJFkaWsNUaFg0NdSwCHMxeI4bkxK0xQIuQI1AQn/p0mVyjEr0wnG3u1xZwczMNBbm57jrraDN+fQLnq16FbRmNJQhcjyzjQLHiISBp2ye8wfOQgEEbSSsMXCsd6y3JEOBhdYwUSNKJ6D2MHVO5DNK2g5A2+MUfLSRUH7WQERWyaymEMCwznBN6rCNlXQureMQ6UtEYDm/ji0iMOykJNCLiqAMmksoSEyZlFfLStaQk334gjGyOo41zK8StAGUjH2NMavtTEUk5dGxHHVhLFJWDsFUSIDmDd+U7EX5IMpnYKyFjgde2i4isMZAyA9eQj7LNyaUPoGxbGPnS/I75xCGEdTJaR0lhGFfEfYgGSVjWL3qkFjkqKsvY4RzWegY1jJNycFYi7RMZxrQSWm7MQaWcwV0YiICvkhCJ+nTVNsNKzUVEd5Hwgl9UV/gpTpnko7LxrSf8ipROCjYaXEXXq3WkPCZsZRBxxMRGCPQiytI51IwoeXVvuBYQVrvKd+lOm0HVvuJCMcwYMJUmF4ipGUdX+dznFPvoT6j1hrK6qgby9SSz6T9Ul5j+PyzjTye9zzw/mlQEXjH44cQuWwG5VIZ/X19WL9+HQ5ddRWuJvX19kCAlHRZ+kugTz71FD78kY/gjz74QegvbSpg0N+u0F8IBYU2Ok/gqSPhxqCOJgGXAkSxjpGZmCwxoxptqjGGIa/KDtqChJ8lgwTFfB5rxsawZ89ubNm6FXPz8/jYRz+O4ydO4errrsc1NxxGG4LxyQvIFQtRIZ/fH0XB6zYNlu647ZrLd95226FuAJbUeT0HNGCeA2voLGFVA27r2NhlQ6XcG8+dOPHdc1PTm1rNZmSs5cefn1gaDd3JdHd3M0JQx+TUJBaXFmC4+42TNg1Jg769CUl3WMJUB01oX9vcsba5y4rpvGIkNCQxd3stOs0WBLFxsAQNsfFYbrTRiAWZYhepnIIL/csNghpUlhfRZgg7YVg1ZlRCGP4NveXOy6UGU480AsrirMDTGnoaL8+8I7gRGi5wXqFIlutRo6w7R0Me2kTWAslF56IPtGGl8hmjPdisbQl56Exi0iVetvxPr4RzsTuEfY2wP/smXCu4VhGBMQYikpK2s4TViz2Vl9Sm89L5L9UbQ34WhKQyW8NeF8dgVfoS0Vak44rI06lhXsdSEmE9wPtg4KyFOuNL9Vxd2kflM8J2Z6GXCLVHmUREiymJXMpL2keM8mjTallzOo6mBKgIgjDl07KSCPmYuaRHubgeY+zT90HbhDz2opyOjjGVl7yGpPfQUkad+2tlZxe+BDF1rn1FJJ370hwiF8sXUzKnLxGBjm+Yaj/tn8rAss6hzrWmz50Y8nnoeBw4TUUogeqIcoGXCCsupiIX82wTuZhnKiLsvkpkTV/CsdMM30RE36Fr1blUJmtsWtY6Y4R5lqkfEYHIKlljCDKUhHIaKIjQZ10poL5CBRVhgCyPQsLQo1jIQ//64tBVV+L6a67B7l07kc9l0SaIbhEcqB7Uyd9777346Mc+hvu//GUsLS2n332YX1jgaWMTGtVRagNo8tlVUKG/hBmEIRzn400luGhBo4LOrspkjVGlpZuRkEBweHgY+lsV+/bto/wWX/j85/H4449D/+Oxm269Hfp/8CwtryCXy2RHR4Zu2L9nz1uvufqqd16//9rvesvrXjfKqTuv54AG+FQ8B1bx/F6CueKKK3p+6T/+m1cNDfe9i0bn+1fm5kYZpmRgPYE6fscPfBeBRC6Xw/LKMqamLxBU1OBooEC40eY5aUJQYa3QyAntR0wj04awTdAioCB0YPtqOWEtwEAEWwQamWiJQ4PbQJ8toKt/EEGugCXuBiemZzA5PY3qygqPN+pAqw7LUH3AKHI28shnQoQEEQGNa8DUq7EipSnLAfOObVwIQEABziwAHI1ZYB28tbBiYI2BoUFWg5cQMJAlfRm2pWQk5QEvdTIgaCC+4PoAdoOOSeQErecbRCQdV8ik/EraxmpwyFVKOwFk5osFWSV2QRp6pkxJKnOStifqsMhjWJ+SDgSkbSKS3gtDOXWehP0S8qszQDqsgCy4dImwTF4dR4zBJV5Ntb/yWeom7c+1igiUF4LVK1lNLr2LGGYTOqE2QF7tq2MpBXx2lLQOvLRORKDz6vha1rFFBIYyJQQC4KX1Oo0wr+2O8ugY2k9EIOQVkVTcmPdM+cnKl1AEQXxxHIFBSmIA5pR0vJTEsmaVX0Sgl9Y75zQLsI91HiBXnWBCI1XeeygJ6/Sl/Noe05GuymDYzabzq7wKDnHxEmEvWS2ICESUwBRcRwLDMm8bC//wpfUi5DUkTSmXGAPzdFnrkY6j8qT1AKwx8M4SVFBm55iuUhh4KKlO9bOQz2QwPDSInTu249CVl+Pggf0YGhzgcxHD8HMSU6hGs4knnnwKn/jkJ/GZz30Op06fJqhYxDyPJxb5+WxR35ZzWOpH/7M+BRYtbhwAoRwCispcAioGehlWWGsINJopWWNScLNl8+b0y5q6cfnSPV/Cffd9GWs3bsVlVxziJmaGUcp5lArZcn9v1xXcVHx3JrJv2Lltw6t+7u73beO4ntR5PYs1YJ7FsndEB+Qd73hH+U2v+8FXnDp5/J8tLy/e6ayMZcPAeX7g1bir8ezp6WGoNMLC4gINyBwdRwug0wINTbNRR0LDQdsA2joI9KLhSB2RGsmEvjYhT8w+TMkRk1oJkBIsNDqRK3ejq28ANogwv7wMBRPz3AlpiDVuc75WEwE9dD4ToJiLkAsdIiIFZ2JE3sAZILTgkYcgYL23YJ3AW4GjcIbCGc5rSQLAGIFlnTWG7Q5q3MD1qFNQA6qplk3KY+mwlUd7I71E3/nGZoiR1VEpn/YTERiOK6L1WL0EEOXTlISvuUSE/b9akVB3WhFTr1or+kYwZNhfx12l1VoRgZBS+bUfSfvFNPBpN76pTFwac3ytduPwqxnDvqxNXzqusEULmtdxtK+IQMtKzHIGlZA3kDllV7k0q85TxxMRNHgspX2ttdQd9cY68NI6EUnHg14XBdN6sP6S3CKirdC6dF7Du8c6EWGV4NKl/ZS0n84vonwmbdY6Y3RuA2E9sNrPcCzDei3rKkQEIkJfF8OwzbnVe23oTC0Bhe7U9Xs+lvVhFEFTEQEgEJH0uW62WnSM3IUDHMM+PZbKpPIpsUkfKU0AQXqJaCZhPqHTFWhRhClImpJUJiURrsNoPcAcDMsmbRcYyxrKbgzzJAFg2WathfcEEgQRgfdQCr1HFIQIvefnw0I/HxHbe7rKWL92TQoorr3mELZv34aIYKPeWF1Xm8/U+fFxfPazn8WnP/MZPPb4EzyiWEClUsX84hLqBB0J51QwQeHQIshq6WeXD4dV+QTUSxsx64V1jrJFUQDQllR5rAk+C+VSiccw67F/334MDgzg4UcexSc/9Rls2bYTm7duh/5VyPzsjKDdCOJmvStpty5jn1dvWLfxe9/3rndtBsBZ0LmepRowz1K5O2ID9vWvf33/+vVDLz595sQbH7j//j1L8/MZSRJx+uFPEmSzWQz09yPHVH/IZmlpCbQIsMagTQPabNTA/S0NF9VJ5xfT6Sc0DpYGTQ2IGgjRz7eA2YQuUdBmWb9s2YwFifEIcnn0D4+g0NWDGo88zukXL6emUKlWnzY8lj0jKygQTJRyUZpmA4eMtwj4BCrpF0C9JDSOgGNqKIeQVD4FG579lSgaJVg14OBlSI6GTWWmkHzF4Bt5QBISUxpJwzUbMRCh3OxO9QBguwBsAqvZT2tAfRgYVhgjrBfmkRKrmAoEvCjjagcOpkU28gUxLKxyUNUxRIRETk6oOrUcUzlWKQGlSUnLCXm+StoXEBG+gQOwTCOeFjmGplbX7Sw0NeZSatI+IuxHfh3PWq7HGOrWwjA1bNNW8FrViYEYSsL5NWU1z9NrBBLqmNkmhvNr7SqJSKoHHUs4ns6R0FlxOqqea9J21htN2VdEIFi9RAQikhYSjUyw08Ui1PHrmEoikupP8zq+yGof7SgiuFQfM7QPXirHKgAxqdyeztZSP8qnu/M2+cIwQkASy/XoGGJS3V3q2+YRQQJQPvNVMpJGnMBLRLi+OCW+ISXWX3oZrllEYA37s5+IIK1jWVNzsY7VHB+rxLq0TSiLMTAsWzJoqmSNgSf05XYjAAAQAElEQVQFXEvgHAEFifc8cAYB05Cfo4D5MLDI8xikkMuhv6cXu3fuxLXXXYddu3ahnzYA4NgcAxAsMSLx5a88iE/8/adwH49Azp49h2UeR+jvV9T0L67Ix1sDBeYKqFq0FTHtw1fXSy2l9zuGJ68SlcFXnMqfzWYwxIjJvv37sHbtWjz2xJN4+LHHcdmBg+kRiOO9UVvU4GamsrwUVJYXtwXevnzHji3f9a63vGUNAEvqvJ6FGjDPQpk7IgPme++8s7eQ9XecPnH8xz72kQ/vmhg/H0ShF/CDr64/ww+1ggn9ZbxlAokKowb6wRdqr1mrwpCPFpzOW9IIRGqYY4C2LDWIlx6M1KgkQCyEBaRWIjxn1bJDlCuhu3cA2XwJ8wtLOHv+HGbnZlGtVKDflxDCD0dQkA89oxIh8qFDlughy4hEnnWFTIiIxtBJDIcYrIaCCst+QvmUFFg4GllvTeoQLfMCwFAmw1TokFjFNYD2LkZa5rs1FtYaGBFtgDobZtiD7+y7ag+ZSWsu1lFWw77COtUDE5aQjpHWK7s6Xc6p86STal6ZU0qgiVGB2DkhGWMA4YtkaXzTMvtwRq1Ox2YTRCQl5XF0HGm7AMYa1oPFhNMl5AfLzHMO5XPchRvOISLQNOHYCdcBXka0r0DrRQTWWerEQciP9BJcGt8Yy3FZFgN1IlUCwiAI4JyH4VwxxxQR8hjolageWDbmq+W0nm9ap6TziGifi8Rx0nrWUUzomJqKrI6hjutrx9W88uu9ExGOrGpI0lTftF133YDApvIDyi8iUKclIpwjYbSlCbGWYCKEo26F/EqWdVr2dHCqK9UdH0OA7Y7r1tSSX+U0lF1E0mdMnWvC5xOqEy5ARKDXpbl1LM0riQgMSUQ4KvNYvfS7SlwN65CSNcI1kAQQEeYNycKmeS2TrNYpCccEQkYuNDIR8T5FjFh4yhoEPt1A5PM5rF2zBvqDWNcwWjE2NgrnPRKOJ8ai0Wzh+ImT+NjHP84Iwqdx8vQZ6I/L1eoNQAxAHo3axIxGNBitahBoqL4t5RQqqc3IRZtAI/0rENblMhHlBj/7KxAkyOez6OvrxU4Cm/379+MrDzyAp44cIaDYj0NXX4NCqUybMY+52RmcPXXST4+f35wJ3Cs2b133qve968e2ArCkzutZpgE+Oc8yiTviulfdeedg/2j/bQszM2/44mc/t3dmctJlohD6AQ+jABEd9eDwAHK5LGp07hXuPtoMZ6pzFhrCdquBmKR/vZFoVIJkBQicgxNBm0YkNdRC5xIbNEktfr4vkfgQGYKIQrkL1gc4RsM0NT2TGhMdV/T7Fu0mHNNSNkB3IYtSNiSYcMjQqWlkInQGhD8ILEBDwuMOA0chVCZNHY2UI2pwBmA1DOWyStZg1bgjrRM1Xyk6oKOhgU+N3tM8bGUfrdM1aQpemiYpL0C/CNpH1oIjIb20jTYR2ijKoLTawvcEIhyXOUlJ37EqC+uTi7yaqszGGIj+Y5s1mscqMEjrdIrV8YwhF3kEgLXkY55ZcgEiAnVi4CUifAd1cJHnYjnhepRHU05A0TluOuYlXsAa1d1qvyQdBRzbQC8dxrBdRNLoRMwtqk0drmWzIP3HNkPii3VIZbCG/S+uWYyk9fomIhARqjFJU5HV8qU5EvZJiRyX+NMy60WE+jTpGtp8XrXesE7TWO81VG+gTmKQ6R+M75xdHfEif61WJ25uE0wE8EEAMWxPkPax1sDxmffepSmg8iIdV9ei82n0S1N2YV8BOLqWmUlfFJdVCUS0TatWUxFJ60S+mibazDfR9CKlIOZinqzsA96+GEYMSXjPAEMdGyMsMy9Ir4AyZ/mZj0Kui2sICBYyPN5QOxCyrVDII5OJUCwWsWfPHtx8803YumULeLzAMQ107RQc+sNy+kXNv/nbv8WDDz2Emdk51q2g2YqpswhtLlBtgYIqlVWM3hf25PPG91SWRO8JI0AWAmsM9d2CApGQsvX2dHPezVgzMowvfPGL+PIDD2JodA2uPHQNhkbGUK3XMD83g8nxs8HshfEdPYX8D+3YuvE1v/f//pqCCofO9azSAK3Bs0re57uw7nUve9nIyNDQd1XmFt925LHHDqzML/h8lBHDD3NC7WS5MxkaG0FI4zI9PY2FuTnQBMBbA/1zTY0cKLAADYI6y4QG29KSWY4AGg81BDGNScIjDYhFbCxa4lBPDKotzuBCFHv6oP8hUGIcxicvYGrqAp1QBQl3LUmrTiDRZDTCopzzKGYcckQNucARUFgCCiF4EHiCBYMWAYxGJgSroEIgNE6ZwBPcWAQ0jI5yi3p8ymkE8OrkaLSEht2wwljm2McaCyVDPVjWxwRJuhYRdiJvksTQS+RSGdCsElilqaUOjJHUoaixTKgP8NJU28lGXQoMC2KYkqw1MGaVRCQ1psqvZIxlm4DVcJRbwEvlYMawr0BS8JZoHWU0BlCwB10rCykIomM35GtxN5hQHhH2ukgcDcpjOba2xewnInB0MDF1Qk5loQwcgfW8eywnSNimugHnFBFw2HTN1po0XVhYQERnpWNrm/IZthnKDPIbY2CshaYi2j+BsM4aA8t6lYUTQfjWvih3wjyngxGBiKTzqIxaF3ONgOF49qL+QB7LaQ3qBATgJRxb5WnxWEJ5WUW5E/IZCAzH0zwQEDQkAPUSk9qYn5+HghI97vA+SPvEXJTyKJE1nfdpnQlSGZSnRX0aa5WFdU3yCcQIYgJlTprWqy51DSoFh6XMCYsJjMhqOytFNC+rc1P3IgaqO2u0F+vZQ1lEBCIss4921jGUT0QIqg3vq+Xz72CNScuqa+89wmCV9PMScv25XCZ93gKtp1PP0BasX7cON990E6668koMDQ3x/kacywAQtAgGjh0/gU/yCOTBhx5OQcUM7UaDujbWw/mAbIYgo5Xq0joL1ZcRcJ1sAri2mHIJP8cBP9MC3cBQUWl7kfLs3LENmzZuTEHF33/2C8iVe3D1dYcxyiORlcoyZqcvYHr8TDhz4dym7mL+VX1dxTe85Nbrxzi0IXVezxINdG7Ws+RGUUx/+41Xrx0YG3kFnc6PPvjl+/etLCz4LA0KLSdiGu6+/h4M8OxSf4jqzPmzqPCD6q2hA7cAnb0edcQMX9IHI73xNBiWxioMQ6iDqTCaIeJolFlOgEY7Ac0oYkuDYkOEuWIKJErdvahxnPPj41DQYjiG/qZEs7oMS+dYzAToyocoRg5ZTh2YOI1E6JcvI28ROsuywNGQKrgRGllrJDVIloLp1xM0tZfqBGAWeiWpsU0gIqxTYgcAMcdwdKQikuZZBTLxJdAroVzx05SAFlBf2vQP86wREQiNtogA+qJAorJqPp2ODgOgUxC+JxA6GJ2fBYjI08SBYblWndtaw3pA12G4hoRO1LFNjb6l0zKcz/NeRlGEgE7BkFHJGoOE/I5HGymfGCiv9rV2dUydx5BPicxoM8IUxy1A8PSlbUoUj3UJ2RKmSMdarROIcDzOu1oGlN+kZZPyUgxImrv4zkQM5aH8qntLGQ35lUVlFhGIiBah7zqj1muFsQbWWIjI02SMSfO6Hl2DyFfbqH7t9g9Ix1JS3pjOXxv1Pig1mw3U6vX0WRBruRaLFnWuMug8EOUG6w28d2mq/WLyaLsI77guGJSGqc4T8xnTlE2sBUSEb3j6YgmrxHe28R2GrSJysZ4FvkS0LDBiSJpHmhqtJ+n81gqE+gAvEc0LjBHqzJAs8wZGDKySYWoNHJ8npynJkwJvkcvlUOQmI3AO5XIJBw8ewA3XX58690KhwD4OeokIxvl5/shHPoJ777uPektw/vwEwPFb6bqZZV6/i0V1QGRVP6oT8LLW8h1oMhKq90OEMvOmGdYmtE3d5TK2bduKHTt34+HHHsNHPv5JGD7n111/GNu2b0e9XsEMQcXi3Iw7e/rk8OT583ds3bz1VW/+4R8e4RA6DJPO65mugc6NembfoUvS2RuvvnrN9m17XjVx/vybPvWJj+9s1WrWiZEmjWab56H5bA5jY2MQfrBPnDqNSrXGD72BAo3GRR56ESQ0DjGBhDo1NUDCGeo18sIgE2W5W2kzDNmgKbCwLkJsAiioCHIF9A4MIVcoYn5hEefOncPczAwatSpaNAZoN5DxhkcbHkVGJfKBIO+RRioyNGyBNQicRZpa4U7LwLPsKa9n2ZKctTSWBmBEgjYSxggs6y3PPQzT1XPnGKB0NGcQ5owIhNEOSExeCxHhLiqBnhVrG1lYp++rlKwm0EqyQq+n61gQ4Xgk7SvCPOv0JcK8MRAWhMAEYC8tsMwc31UuUGbykDdtZ63luplAHa4wow5JgU2bAE95jElrQQsOy37KZ61F6F1K3luwEZY6UBLVDecXnZ+UEMwkWkc2EYGY1fktxxBh+SIZ1l8isE7l4MDMCjiMZr9GdtaxRkRYZ0lmlQ+80jqBYSpiYA2JczmSdRbCOnzNJWyHDkd+nVMdkIgglcVyXLaLrJZ17SICEUlBkbnYBl4JhdTyJWJV+ro0pqbaX9tFBOrY9IesRATee1jnoDyAcG4LwLDMd87hrUvXkX42+PkQY2GEPImQ16QkIhBZJUAAyoMUaDL7tS82iUjKAU1J2ix8E5F/MBanhjUAJYERgFkIAKOVTPWVykyQo8JqXp81YYNhZ2spm44pZvXZ4SBO65WsReh8+ufaWqe/TRF6jwIBhh59vODwC9JoRU9PL1Rvlvz1eoOgYhJ/y+OPP/rgB1Es8bO+uIiKRomoo2q9CWHEQssKMhwjICpws1mnvusUsQ2jMlhL9SRI7Q7BhJE2y22UiiXs2LUTu/bsxUOPPoY//fO/gB6p3Hrbbbjssv2oVFag/7EYbZwfHz+/YWh46A27L9v95jvvvLMPSNXDpPN6JmtAn+Fnsnwd2fhB2rFj4/orrjr4Axcmx3/os5/79IZadUWCwEEdrH57Xb94uY4hzWqliuPHj6c6czQeIkCr1USzUQMtS2q8HD/wQgcEGkRjVm+/GvmY5RjCD7hAXAiYAEuVOvSvOYpdvegfGoELQpyfmMDJU6ewtLTIedoctoak3SRwCNBTyqOnmEeRkYnIGmRIWc/UGYTeImBKnwP9NUrL+ZwAjjyelQRHcGy3RmiYEspqSEIDZSAizJun8yLsCCVAs2oMDdeiTkdE0jota72Illf7XqrTVEnEQK/UUOu2SwskEeG7vmK+JRDVlzoPVmsTE/oS1rMPxYWI/E+kgEFEVr88StkM8+k4BAPg2hOmqveEY4BXwnI7jSzExBY6L6AyKk9KbE/IGyvR6XGIVE9pnZYhT5c5HNK1s07zIgIRod4FeqV9Lo7HTnxxLWzw3qVzisjTMohIWoeLlzHCsoUYw5RE52GE45L4jkuXiKRz6lwqK4vpPDGdo9YZMWm7sIO2iUgqMyDkA5/bFvRS3kupiEB1IqK9kF6Xypo6x8+EEYhI2l9BhYjQ2TqwEmwB+K4ynZ1owAAAEABJREFUxNTZpbFFBNZYABbNZpvzJ8x/9aVjXyIR+WoDcyICEWGOL94bgTDz1ZeIQESerhCRryl/NZ/Kkj5jCQx5qJ20j4ikqcqrUcRYIzGsMtZQF8Kx0uZUZh1DJRdWGZJACNwdoiDgZ2v13hpjEDEK1tXVhYMHDuKWm2/CRh5FaL1OZYxgZbmCL99/P97/8z/PKMU48txETFyYQpTNwtMGgBcfH+q4DWvNxYiaSZ+ZNoGyymGMgY6nNkqjGmHoYfk51+jb9m3bcOjQodSO/MEHPoDJqSncdPMtuJGyCOdX+zI7O+MK+eya3Tt3vfbKA/ve8bKX3TZw1128QZy783rmasA8c0X7Nkj2LJhiqFwe+767XvnDx48c+eHPffYzG6w1plAsQKxBkx/erp4ubN66hc5/hWDiJJwLaEAyEBruZqPOD3kL6Q5erTpJDZHjBxt0kvpnW20aVhcEoBlFk1bCBhEqjSb0tyQsjUdXTx/KPT3pXOcnxnHhwgW0Ww0IeROCFWcFZYZUy4UsoxMZZJ0hBchHPv0LDmHoXTiXpaGwIjAQ9gWEhlGJgyFRHgGNk4UxaphaAGVdJUBESIakqaQ8YrS1DU3VkVhr0dZxLKBjKOnRT5sr0xScX0Twj10ibKdTACnhzv+rvAJhgfYeVkwqJ7SG1luMQOcSoUAAYupTy2pUVSYFOZ6OTutSHg4kIhDyty8CCGsMWMVpeRfSeWOOBGgfzXiCQz3yUGMc8nhKSetEhM1KYN+EBr5Fh9hMUxGhBjk710Imjk8+1mleZWOjZleJTTqX9wEBnkt5dR0iHONif2VkkWpUWQXCChFhWXPglXDtCRKunwWIrNZfKmsdOFbM+57Ov9r8tBg6vzGW41kuRjhWTHYqGMpokMSrqYimQJvn/kkaQbDp/bDsq+MmnF/1qmBCUxHhHAnajMrpmhRgN3gccqldefQzICLpOFrfaLSenl/7KIHXpZTZ9CUiEJE0/z++JSr6/1jJB8jwedFqlVVTpSSJIezAZjBJxxSR9P7rs20cdQJBrI0c1xiTtomszp1crAcvwzrLz4JTMmDUMeDYMcDPhgKLLMGEZTeORlthsGH9Otxw3XXYt28fyjyW8F6BBwgqlnHs2An82q//Bj72yb/H5q3bMDe/iBqjmSpTg0eeLYKvNo9FVYccMgXP/BCCyobwPmsUVPXpaEfq5F3kJsRbgy5uPLZv3cijl2t5zDGD3/7d38OjTx7B5Vddixtuug1hJouJyUkcP3bMnj97qve2m2943au+6+U/m8m8eFCXSOq8nqEa4CP3DJWsIxZuuvbghh9+7fe/4ZMf/ej33HffPSP5XMZkcxk0aRxqdOY9A3T2vT04S0c/SUcf0tlADSoBgR5jNBjCbNB4thl2BK2V0aMBOnc1jEo0//z8x9Cwo7EeDRrpJUY52jAo9vRgiEcoWYKFqelpgpXj6ZcvY86d0Fg0GfWgmU9BRDmfQTEXIRP49HsRQh5LOfT7FGpcWuTVL4MmrBeadzVo5mmjuHqjV8tIDWXMvmIEIkqgkaUVlVW+p99ZpXkRgfYVEWg/NXZqULVODa0aO1y8YhpuLSspL0fm2HynQdbhtY+yaj9WUWUELGwQEebJp3Ixn45vV426EaasY2s6v45ruDYdRzSlnJ6AgGywzuCSfNaufvREOPbXkKUjMNoPSNdvrElD9oZ12maNhebBS0SYVzKwxkCvS+NrqmUlkdU5NL+6tiQdOy3zfmiqY67KuTrOpXUov7aLrI4h6X0BYioobWO9tn8tiazyap3y6ViApDNpPu2H1UuYiOg7M+RQOTSn6SqfQETQJnjWMqflPUug4ygBAmttStreJkhTarXitE5BMXhpvwY/BzUe/9UYwldHp3xKOo7Op+vXVMs6lo7LrulLhPJzEK1PKy69sf5SFpQlUVI+roWC4msvEa7FALprT/gsssg86wCyJk+T1iQ6BolNqzzKTAClVQkrhfQ/vlR2ve8KYAOCw0wmAysmBZngBiPgEYiOKyLoIngY6OtDQf8vjjVrcNONN+GGG25AH+t03aqLOnV1+ux5/NZv/w7e9xM/gbPnxwFjUaN9sd7DOgcKzXvTRoMAQ++19tM5VL+X5DGc9/zEZMpnjaDJcYu5XPrDW7e+8FZk83n83h/8Ef7iQ3+HdZu24qUvfyVGRsdw8tgxfPKjHzZPPvZI16ZNG+963fe/4cff/69/cgyAJXVez0AN8PH+lknVGfgb0MBdd93VfeiyK37gC5/+3PeMnz2/ppgvWP0A659ZGTruNRvWodBdxpnx85iZm4WhQ1Fj06q3UFlaQZup5YfXOwtHfuP44achaSsY4BFFQoNnLG8/edQQ1AlQVqo1xGIwsmYthteswwoBydnz53muOo7FpSW0mq3UGLQY+QgDhyKBROANjzMcQo4fWEuHaaFAo83x9LsdashAR6xETMM2edpAGs79/7P3J8CWJed9H/j/Z55771tqr16q90Zv6G40utFo7CRIEKC47xQ3yZRkUxzPOEIejWMmxvKEIxjjcDhiQp7xeFdItmRbm0UtQ3EnFgLEShISABIglsbWDaDXqt5ree/de3J+/zz3VlfDoiyKEEmJlXW+k5lfflt+mfllnnPee1WwoZbS8bXAW+CmI3aNhcSr1N0DV+PpvR9oyPsOT38EJEBLPIXh7wK/bdSNyiviBDfbMnjJ2qTgN4AS2VbBHnuiyROjZBXqG5kihcc2eGyuQCkSdUxWkr3mJ2/0e0Oftkr/aq3omfj6U2Q1stRTKUVpt81bhgMloDc2gsgY2YASpDdP2MnDFJ4Oa7kD47CREUtsY94EoY+s5J0HfanH9mxSwcUX2VADtkPa7Y3MUuravowJMyiMncLoKNCRI7Oj1jeTR4cYzS4bntSt6Z/QYReooMAIGzyQfoSu0q+UR/hCZE/taYuNpbjbFLrg8rZhycEhbcGFd8VBuc97Nr3uQ9bACnsiMzxoVkyojEV4csgQKWWyfpVSZEd3qtNcs1OfIOYFEDvNvfXYh3oDff5HEYjGeMqSzU2WvYYuBIvwRfoQWxq4UqpKrdClbcSVEIi05iu1XPRDrdBib3XRUGqHIpNbOzx0LOZzrXhjE1/Y4IkRJ44f1Rte/zp93/d9n+6+++5+CJlD1yweOIo+xRuE/+a//W/1v/wvf3P62QgObpmfodnlcFDRucLv8X3yRv9h1ZOnz+gf/+Of03/33/8V/Rf/n/9Cf+2v/hV9/sFPa+/c85rh75tuulFvfNPX6+rrb9Qvv+s9+ht/8+/o0LET+qEf/mE+i7xBZ597Su96+y/VX//gBw4fPXL4B9/6trf9+3/3b/yVm6XLhwp88EfuKn/kLLpskN72+tdffc9N1//EBz/wgR96/LGv3EQImTU2zBVPaYc4zeeHLxuR6xE2+wM27somIgJIFnP/gSleQy7ZiIbZQkeOndTxk1dom9eIK3ArFnqtg+SBzxhNLlXneR15lgPI7tHjuuFlt2hr97CePPMUB4nH9ewzz2r6FbClxuWeKlFxd3uhXQ4pi2Lt8qSyTUAasKd65GBRtZgPBItKCBOmNw4ZM56y55rxpFJLmfBpAuzcJLYohaMivwRlqbchV/Q9/U1gTZBNrnUq2GC7B3GirMy/0HQgaNtWJdjVUgQpboICnG0J2p6JRNXmRrFfTWmV7Q7cIh5oky4JVFmDlWS56xKpwLfk4DZiQ4JrAJRqKaoE/wFfzPHhHP+VYjgEvuKrQbZ7PX2Y0R5Y8Np4YJxn8MxmQ+9Hgc4unVbdT5JtrQj2eWKkC0F0nD3J1DrZ1AH2Wo1sWC12kkfnajxQ8pAS8zXEXiB2l1K7PAl+wAFLFTsqft70RaR8pWjF3WeIBvNVl8WYuAPD3ulsKymykpdSul9STlNBXnCivzlIXsTFUIga8/sgB9+DA9nIQnE2zgOeqpesn0Y9pAFEQSMVXJif6zHzLDJXjFvooic5YqFzty96p3rul0K8HVjj2IlTG4XwNcousi1xiWQKtqWAzD/1lJKh7RVutrsPMv6VtVt6myW5/yu0B2dTb8LEppY5wANCfjDStmbMo/RlBD9jnHZYw1scLraYV7vb29rd2elww3XX6q3f9BZ94zd8o9L/jEP+yFn+d9KniQXv/+AH9T/89b+hh7/yFRmZ53jo2OdwMhBrRhfeXuzrgINFzDjNm833vPs9+vlf+CWdP7+no0ePKW+I3v72X+GN5+ewcSRODMpf8nzggdfo7lfc0/+mTQ4t+bzyDW/5Jg4VX6dzZ8/q1z/4fv/mr//6qb0L53/8pptu+It/9b/9L17BwWdOby9ff4Q8UP4I2XLZFDzw7/25Hzr1tre+6Sfe/atv/7dOP3X61sXW1mzGBjJySDi0e6gvPiKbnnz8Ce2dPccTx7wH83Pnz+n8hX09B+45AsmwfUiHTlyt2+++V3fdc78OH7tCrHugablsPHUQdFT5fFJ0sCraPXxCp66/WfPdI3r8zDN65PEz09/252nOBNgKzAi429XaGaztNewuKoeLqnkV31APlD9GVYoJdFIdqkqtsq0Ep5JcUnFR6hTkWlShGUrRrFkzk4MzukqlzmeC8FVbm1SgDdQCFZtE/FHgC8kM3AyeWiRzgMoPe7I7KhuWbeVfSQ6iVmpEvoI8d/6iqWwl2XlLItnGVARqSp2mTDQp11KgkfKZiZJGbJoPM3xhzboPmmoRMkaAAxaVebexwldU2SRmBOdIz+aXwB+/DIsc0+CBd8FBYguYwTsbBg3w0AVlA2WPlPBdRjQBe8XhYB8b0l5l2lpE99w2NljBjJwmVoAFlasafPnV4aGmPkKzwh+Cb9Qq8tayGn6FlAYMc8G3lm3c3JAhjTQu2VQy/g3jVmxispDXyAB8Zxs7CkAuiaFgg1lSb8KByuaZQ9GK+TciA3KomuzoWVEehSugs2azQr0phyC6oz02ufhzzhO2GZsRGSs+t9VSVOAX9hkoFjIMTqRRdEUFoflMuLd3QXQsF7YVTOKdBv2uZRBSRGdkqeNXyDcmBDpDL4Cg3Y69yEZu6/Wq4ipDQ7dkFRXsSh+XHIa0pkeyhBLbati6wv8NBjt1Wtbl8AYyZkNhDJGx5PDUuk1WLdKQuVatYVY1nw+qlGcpzwZtLWbAXAvKgSN84rzphuv1xte9Vt/8trfqiuPH6L+VORf9zxNfPvyR39Lf+rt/X//ko7+tC3xa2iOe7OOb2da2Gn3ZY+xfOHdO+bXyD3AAeQGek1dcre/+nu/Xd3739+scDy+f/PRn9fgTp3kTstR8NtOVJ4/rlXffqXuALz38sP7m3/pbevL0U/r6t7xNbwayLj7wvvcOX/rCF68YVwffd+XJYz/x5//Mj778LW95y6DL6Y+MB8ofGUsuG6Lv+/a33nrNVaf+4nve844/8/gTj728tdWWiXojwWOHJ4j+fZMFe/qJJ3Rw4QJvAmaEI+lg74LOs2j38h2EIZYAABAASURBVEqXxXyBk8NBk5auqotdldkWBwdniyaobMll0JIDyqoVDhPWsZNXc5i4SaMHvpM+ptNnztC+VCM4NeQVgtOiFA4SQ/9By4XFxt80aFT+tLb5BFEAwpkq9hZNycq/Qlic6r2AXQUalyLb4ibRP0oKZQ4AMwJjgaYS+IahaqBsW5Zku0PaA+GN3Ap+KEUIk7kX6oW6TS3yyYOjRut0gVJoOtCwqdtUkFKKc5ddZFMGJEuAAZFsq6whAZeiqgROqvClD9XCL3QcQ0d8KTYISPqFaTJ0sSH8Iz5Pw3xBkOcJstsQoSBtc+eCf0PbCOSR0SFN6HBZ20u9c6SRcr+CiBxwsUgCQZ2q8mS54uAIRgVckVSKRZGSOs6URiD0ASkY7tCl2GuTYOgZUYjGtb0Zm0BobMsGZCXlbvqevNGH4OKLiEq9ISP18I/dh02wy522cZhYhYWDz6pD/ClaRw4zOTSFt9NHgSTbvW+b/kVOIPXo2OOz3qrzcpCgDw0/i9yyBBjoqvutKQmRyQAk9Uo8KIVVnso2nIAu8lMXftI6GXqlL5H5IqT/aels2BF7TLNBpG9L3sgsWf/51NjttFRrUSlARbdF2SqUN/isrdls4LBQNXBI3WLO7fC24hBwxckTuuvld+ib3/pNuumGG9Tw+cj4CH3nObB98tOf0T/6mZ/Vu3/t/Xru3AUlduST6Wyxra2dXR5u9vTC+fN69tnnVJH9JDHlGT6bPvLo4/2HOx/jMHE2P6+FjzNGM+y6Ep2vvPsu3X3XnXrkkUf1d/7eT+uxJ5/SW9/2LfqGN3+j0r/3v++9/uIXvnjNYjb/wZfdeN1Pfte3vvW+y28q9EcmMdP+yNjyr50hX0ODffjw4ZP3v/JV/9Z73/feH3roCw/dWorZw4tySMiveV155RUszKpnn3lGF1iIQyEIlMJhYk97F86pEVAai56V3z9RPP/cc5zwn9SnPvPp/r8KPvX0MwQ2ayQgqM4UGAlkh44e08krriTQDHryyTN6+qmnkH+WxXseOfu8dVhpi6eZXV6R7gD9KXkoGiwNbCImoEZvXhWX1E1DAt4aRGqUR6BBSxULLNsUjU2tQ69xq6VqqJVgWFVKUYEuQNZ5bMud0xfztNdSCIyDkqIvvBU5kAeFLANFnQk7greRsQElTfWUBF6a6naRO2zqU16CE2UgNgzVqsWK/mxGQk9BToGuYF8p0Bosvkj7SIAObfJL68Et5gueJuc90Kun1uWmbQJGMrILtqF/wrVOmZuNol6QbL8IsnoCp3U5vCMb9pKDaC0cC7HPnuiS2WYc0EOuAO0jMGmb7lP/itTZmjb1SXbrY5xyp4YmYnAH9FT0YgoNHVV8Ehm2e3lkV05b6UySbdWMb6835VMeJMr/UTHRFfhaPySlHpk9l7pt4a0l80uy9CIgd8YT85KD9KVjYodKL0l2cIEJjUt6wQaXKzmYCQ+C8uayLdubKmWK6+olaJCNNnegInOzLa5MJA5PS+VNTiB9rLUwZ2aCAiiy16AiySrpM5A1NhsqtFUVH9Yi1k/tENk0KW8rXn7Hbfr6r3+jbr/9Vubj0PkHGi/wCePBBz+nX/ylX9Yv/8rbedvwhBZb24wDY098ySfWLT6z7hw6pKTTp8/o7b/yK3rXu97FgeJZHTp0WJXxW8XPPXaNyoHmqiuv1D2veEX/P0AeeuiL/U3F0888rTe96ev02te+lhh1Wh/+zQ/XJ5984trlavze3a35j3/Lt3zTPegYgMvXH7IHyh+y/svqpfLAAw+c/H//Z//pj3/s4x/7kYcf/tINdTYfZrM5AXHUNov0xInjLL6iZ55+SvmPviqrf8aiHpcH2ucwMbIg87MHMwLDkBHl1H+Wp4GnTj+pz33uQT342U/rmWc5UBAp8psce2wcHuY6dOy4TnCYWBGJH3vsMQ4TZ/oBovB6+ICni8q39J3FoMM7Wzp6aEeHcqCYVc3RPUPRjIBQq7ENQHYC9sgmuUJ/cpFsc0/sG5WnqtBQm3B5xCLa0iLbPVjVWntuF/VEe+dpku2LUFLWVBc0hSAZXttKsi37pVBK6rQ60G/KXdA1NlSwFDsmRco9W98wgJKxy7a41OVxaADdr1qKUEG59UCffhYISzE+qqoFWPdvY29y20qyjcyiPC2WWlRr7XV7atdXpVLKREve8MFXQ4y0+Ae/PeUihS62BTJOAdBcTYvFHL2TbgezlpuynTtc4OLzdH0qjtEi28oYj8wn272OCE36UroETDk0ZJsrHg5tZI7Mo/SvQJMyWru84EJv+hz/1FLBc3jgW8fB/lL53GFbpVY2t1F5cqeq4hIRSrKtyOlAOaaIFP22lQNFdMaW0NhGB32LYdD9blfDIeEh+91I1vhJnm2JK59JejE3CZRlW0mRF0jZBreGUjn4gdystdgZuwPZ8GnqV8E/xRV55WKfK7yBUopqKR2PZAVKbqyFZNvMhWNHj+iWW27WG/gEctedLyceLfDjCI8VUx599FG9+1ff3Q8VX/ryV1T5FJd4snvkqK68+hrdxeEgh7P9vfP61Cc/STz6rHZ3d3TD9ddxqNhN19UY6/yMy96FPeQWXXPqlO6/7z7d+8pX6ouf/7z+2l/7H/QUDzqve/0bdB/4xx9/TB/9yEf89NNPXbe9vf29J48c/lPf//3f9QpJA3D5+kP0QPlD1P2/o/qPRXP5t3/oh07+n3/yJ/7k5z776T//2QcfvM2lzBYcIpZsyoutha646qRm84EFdUbP5/Uhq7iy6lfLfeVAkcOEWZDEBV6xj1rUoq1F5Sm/aVzta5/PIReAA77BHkB3MBIPWPQ7LPhjJ67QAZ8+Hn/yNIeJp9R43b3avyDDtzsvOrQ105HthQ7tLMSTgLaxY478DQyUC/YMxeJS0sgTR4JxygWjeuBymQIHgaoBIxtOUwvJdCdQ2yZAWeIS5bSP2NufhGkf4RPJDgGFzUVbA+wJH52Bqbkhyh26ASAhxQESWPUEH5cmGZJt/W7Jpo2rhSB9Sp1yr5NPes0mX5EjFZwy4Wjksg3e4EvftLpvCr6xLuKHYVDwK8Y//Y9s2709+IA9bW7dZk1todM6dTw0XteTbcrxayC4QGgT0CHvds3n8z7fsjEZ23o7vp9yOHEg9+6v4GLjmPEMnnyVMQMiWwjd6E3dtvIv5YAv3lIQbZoSDSMy0tf4L2UbZG+d8tzt+K6ooffgYKn+66DMv1Lj/6L+syQctsNmh6Mp91oK66OoMD4ipR8dkBNdGQPb/UBvW7ahYtrQx17gZrvjbVNbX7R3OdOsXiNfmtmhxw5yo9+ddl1X2iTbEyg6A403i40al0WbehrRJ7nPpYxbxmtkrAR1/BZbRCrIq6UQH4BSp9wFTin3WoIv6nTQzpiD23xuO8Rn1uPEiSO7u8oPa7721a/WPXySOHHsmGYDnF2/lN/k+LX3vl+/8Iu/pAc//wXxQCQPMx0nvnzTW9+m177udToGzy5vK67nIJHfJrnxxhu1Q5yrjFVsbnwybYlRfGoqxbrqqqt0/6tepVe96l79zu/8jv7Xn/5p3tYe6A1vfKNuv+MOnTlzWp//3Gfrwf6FG684cfR7777l5h/9sR/8nrvp7gy4fP0heaD8Iem9rFby/+lP/amjt91+y7c+8fhj/+6Hf/1DL2+r1TCb82aCIDPf2tLxkyfYnAY9++yzep43Do1gkaeP1pa6cP5s/yThBF5LhFX2TA4Us6pD23Md3t3WYj7AXzTMBjVLB2xS5nXukeMndeToCR0QQJ88fVpP8eYjB4FaeLLeP88xf6Xjuwsd3Z5pZ144pFiz2jSjPYeJBTpmtRCYCHIEAa0DS3JLKoU2AkUdqkotKgSIQqAyba3TwkdZhDTQShrBcykt2QgS2EMbsOFMA7lt2ROELxCa6Jjy0jdkm1AdgRDY5i7Ma8CIjraWoZ4XFyUluCW/FCbWBsqd1jbhGlnBUCajklOaVErp8mf4OP0d6oAtk+xOZ3UZodM6xeYVT9fpbyD1NOWpLocKBKbaZce+QOenb2mnR5BgH3UbBeRhCJ1NnSv1DXT5kKfuYhUgMpg82Cbqk//mzMOuR1MKzcRLCf6UG/MxMNmNX3s97RN0Tmxo2ESGfEtc6gmank+I0Agi2ypAZEZ/IG22afbUV6mX7ameQ8ySt277fNvP4aKU2umWHC4C4Q+AFBzIh1+irH5oyDf8xjpq2G+p+6CU0j8lUL142b5Y3hSCspFKH7lQgXM2jeQ2PHkTR1mUbeqUbaOHMpdINgUuiiEDLKeS2YrgBvRqv6EPfF8n2BxbAyNrcUWf47taM++abKuWoi6riWGmRJ7+ivWPwaq0DtB0qFVbzN8cJg5zkDi0s019UA4WN99wg173mgf0+te9RtfyFmFGXEEaIlp/A/rrv/mb+rlf+EV98sEHWSPWjBh208tu0Xd853cqf+PiG7/hG/QnvvmbxRtZHT9+XBVdgYw3ZlJn/TAOexcuIHOlkyeP9/97JJ86fvsTn9DP/OzPqkH4hje8US972cv0xBOP6ytf+XKpxTdffdUVP/Cym2740R/5/u98uUSXuF2+/gA9sFZV1vnl7A/YAzdLi8988bN3fumLn/8z7333O+955qkzw9bW3CTNZnNdc80p8pl4racXXni+B5+BDXq1PNBqf18jh4MleQZwqFYl4FQq86FqwYa/mA0aKAcKwaIRNOpiq3/m2D50pP+q6ONPntFzz7+gyByRWwhIR/J5Y2eh7SptcYiYAzOPHDIAAuN8sBaRa4nlL15rqPWf3WiqNnYW1VIvQimmbPCAJSPDtoqL0mYlOEojgWSKb03iEv0RyYYCoAil4LNSncBKJcHWpixRdafpstc4kSxzR3RkU45P7KKQ2Ca3aq09ty0oe5nCSy+aoi9gU5mMVXpR61oeHGkvtE92CJuKSimMydBz20oKXfJA2m0k0feGM2zLfhHSXrExeegDtF6kST2baw4aEi3wihQdvduUY+6mHlmZH+lrcLAovLa7nfYkw3Y4J6Dca+SR2fkQOh0PTN8CRZtkT/1J3TYqpvpI/6IXlEBqZGNMuRRoKIzMB5tyKUo5fQ6EJ3nAtpJic2DJmjD0pVQtOWBkjWzm0cjcDq9tFcDGDnREdiD8Y2xKp6Te/33Wl23ZBiP6Vi6WO+J/cwsznqAvuOSS1glvMHa/dzl2AZPLsgE5FQDbmAOxt8vpZdCbK3VEjvR3nyf6gwPiAZ8pR9Zh+tb5wlgs+xIIf+eFmcupQ5d8OkwUxaJaCg8jM23xhrKC2N3mk+fhQ7yp3NZ1116j17/2tXrTG17Ppn6TtmhDBXqk5194QR/56Ef1j37mZ/TJT31GI/0rw6Brr71Wb3vrW/VNb/lG3XXnXdrZ2emaR/yfwgBN8gNiUHLhvxwqZuBPnjiu17/+tbr33nv1T//pR/i08it9bF7N25JrT12j/ID6U2dOD9s7W7ded83VP3DfvXeABl0RAAAQAElEQVT/0F/88z9+B3JmwOXrD9gD5Q9Y32V1kweG8aqj155+7Mvf9k9+40OveejzD9ZZNU8PvAXgyfD4iRNaLBZ67rnnOEy80BfrwEbSWGhLgscBga4PHPWBFT+wot1WGiwNBJGCjkaAqaX0xVdYmDPkHTt+QoePHNcL5y/osSef1DPPPUvgXaoQVAT9vEpXHD2kY4e2NC8roCn/H8cC2+bI7ZAyMKBkIC/gRZCqBI+KjYESezQl26qldHAxfSmAVdZlJZe1Ipg35IiyFJqiJNvQUrZkWw69p7JIpiyNirwiKsgJbsCWUugZMkcCl+ErFQoaa8GeWlXAKX3vIOpFtpHKhW8neyj3q013suADQVDtPGFLUK5GRhqQWdBXC/U0Ita0FeqBTrK+pTm4gG3c2VSHqlqrSqkbKtnu0BGUp7zfO942m++qj2nvl6e2fscPsXkDwRVsqehgC0xVIc9vevQKt2yyZBcv27KtUqtqKSouvS6LyyrVit8r7QIjksknnZJtbsK0eC0gIaZDw9+9mZuL8cHY6alSDq17naHseWy3TX+bVhweYmv+7kV02wUfrCTmQqU8FHgZj9xt7gH8gWDOwytlY84cyYa8YlNutM1mM0Xmi3pGyGMH9q8ve5K1rtKuNUCLvg1e0NGiKVdPdnh7saNtS1wipRgbMAO2BtqynZYutUvvjen/qJG1G7sDhb6GN32q8MT+Qs6lSCjcail9nGbEhdAYqTPm22I2MK7iwaD1n5NKHefoypNXdNzWYq4ju7s6wduF++67V294/eZQsdCIPU3S+b09feITn9Q/+If/UJ/69Kd1+PBRzXhAOnrkiA7Bm/EJxLc5sAViN6z4ril9yUMHb2sZwwNwo44dPaq8lXjlfa/SBz7wAf3ar/2ajiDvta95tY4e2eVQ8ZjOv/B8PX7s8Mtedv0NP3zfq+//s//TX/vv7vk36Lc/4p5/LaD8a2Hlv1lGlpuuuOLKw7uH3zbU8iN7F84eP37sqBuvvRMITl19dV8sT7Lhnz9/Tln0Wexm01xxmBhXBwSZUSnPh0EDgUC0jQRCJWRYagRS1rcSTLJgbevYsePa2T2kcxwmnn76GZ0/f55YQTDlqaASUA5tL3R0Z4u3EqV/4tiZDdoZSv+5ia1ZUQ4bZBqISJVZE5hBE/sKemspGnjFb8oJLiJ5A+gvQC2FTciiiG3kxRNFEIlGvRaaQknQFXUK2t1L4LROlmwr/3RJysZAd5CPHPQpjggCGtvg4UBvAWxrSpPy+L+xsbXOgx/JG7ztIi50gYkrdxsZoGzLtmqdcsRTxv5SJIEDRGrIXPFkeSkEt4Hg04fZbMbYDjKCSpeBEvgvXutq+Da4lDfQcaEBNrhNnjZzsy3b6WiH6GocTEM3ZpPCzqn/EAu6ZIBt2ZcC7MxBUKrMR5s2FRlakUdexqHn4DApVXGCBkTqGNnuZbrc83W1l7mx2YwdJDMq6MSXkZkn27ydKDDEV8HFjyLl6bfWKtsdQgMa/a3Liq8D4UEcB9vx4kEidCPIjcwNXfAboHlTJG9dLgWu9ImMq+tcE9qTHaAvuXxJWdgVOStkjR1vT+2prcXgbcm1aDafK32EGL6RDGDsGnM2I9A5YaoS89GqpbBOqyq8xB8NqRdrwEdZyzPGbxgKcadoPp8p89Bo2+XTxy7xYXtrocVsUD6FvPIVd+vNX/cm3Xbrrdrh80YGpXHiy9/x+PRnP6v8x1+/9du/rZ2dXeF8JW1vb2vOAcN2yJVxW3IgTFt0BZYHS43Yv8+nj5E5uOAgc5JDzasfeHX/7Y8PfvCD+ie/+Rs6ySfh6N6/cF6PfOVhnT93dn702JHb7r77zj/1yrte/pOve919t0TuZfiD80D5g1N1WRMeMK//Thw9cegbD+0s/ozaeOvWfKE5i5j1rSOHD7P4dvjM8bTOnTtLvB01sNjNAWHzFJZA2ahXNu9CW+MgEZxdVEphITbl26rNgiWQBHf48BEdOnQYmef57vgE+blELRUWvwk+u1szHT+8reSLKi2YFfNKQBkC5jBRxD6JfGmgwKUZAWibYLYYZmwZUkHfbBgkdCYI2O70RWnjblEvsq20g+4X5PLabtuwN7lYdJF2CwYlgRJY2hNWo6ZpxP4EHttqKQNLviE3QpVt6MMpFZgTYAMTJjo2+NZRCbCRN9Hgd/rSMM5IsZFPmUu2O33aUkgg7pg0EgRzqFphg4XP8KFteIQNRYXyyHiFt5TJFyJlQ6j4M7hAguqm3nCE7amv9M82HLkacimj16Yd3bHfLmns9JkX0RVE8rTHN4JN8CRLW6CxaVjGxiKaFPrpP5WbfL3BdRnYMaI35eADKz4pNGyI7Ss2gUa7HXlGlhT64AIi5Sk0DQ2e1fowXYqV8YsPZCldiV0jPqOmEV+IZNPYpNDVWjrPkoNxKYVW6eDgANqxQ+yx3fEDE7dCgkWoRjL9aNjZUNZUZBdVxiHEtnv5/LlzPbct20pK/5J3XuxPeeyyUmq5iSnY89CUWpX+r9mR05sUHtvIL90ekUK/wpd2dE2yghtXjX6uoBuhr8ignasOVSKPrFqKCj60LZP3MvaN+KZSnw+DyIQ2iXUv/DqfDdrikBB8A5d84BYfYSDrvqFPrPuqYnPAqJ1+vpj18k033aS77rpTeataXDDFKmXov23zhS88pP/uv//vlf8BeUGsKKXQBk2x5KIR2xKrlsyX5cGIOU1JAzZlfkDe5eWhaIsDy7Fjx/qvjt500416xzverg9/+Dd1ww3X65ZbXqbnnn1GX/nywzp79nnM9zWl+k9cf+VV3468OfDPvy63fs08UL5mki4L+t/zQL3jjmtPXn38yDdymv8JjeMbzp89P2ShvPDCWa0ISPnJ5zOnT+vpM2dUWXSVdTcSXBoLrrD4xIJfESwbtLUUgov601QlYM04mIwJjrbqMGd7KP2nog8fOaqjLMTpzcTTBNv9HkyWnOorT6PHDm333+TYnRc+b0jz0jRDN6tSA4u+SipIC26BnjnQN1H0NGwagYIttunSCLVUa1EOFwOHnmEoyn9KRjPBoSFL5BNtw96RviT4TpuAerIt2/AVUaKfU6DRJsEHsreHt7j0loIdkRnocsHaSAggKXSFvoU97av1RgaZjIzw2071IqRqW1zihKffLfmShoI5Q6XfXaZV0CkI2MIwu/UxWzGmWqdL7S2l4L/a6dJc4A3OdseFNvjYn813XG+y6Zs90Yz4NBDar/JcWDHFKtDalk25FFFi/JboGAUKmwvl1ulKobWo40XqMuNEyrY7jU1eat94ckCKzSK1DFCHXlHmbmPOUEOe15CaprI2uClv6Ims5FCIqgRNQVfyJU+3KzZbGwPl7tslB7qGjlqLbGuTbGNrkfQiLu4bERp/5dV78kY941OZ65mXItmTb9NGFV+NHSBNVbY79ArIxppprK/Uw/MijOs+pEUv8nQfjdTj3QbNi6CkyE+u2C/oijZjTo06d0tdDDespb0Boq1h65LwARBDhG2VMe1QC/OtqHSxTRX8bDZT+l7QWSrzgPkk/DlUayhVM/LFbNA2n1GTHzm0q/wWyA3XX6t8FhmXxBh0XCDG5K9l/uf/+V9Wfvg7n9Nqrbz52ALmkoxdIzFp2X8AdsmasK3oD9jWirHMJ94lMrfmM+Xv8bzuda/RFVec7H/T4pFHv6J7732lrrvuOp0mdn75oYf1hc9/bvjUJz5x5TNPP/X6O26+Nm8pqi6nPxAP9Gn0B6Lpj7eScs+tt157zRXX/NiVJ4/9pVr85rNnzw67LMQyVJaedeONNys/M5HDxIxFN7CYsohHFtLyYK8vLOLEtKB50sjCjEvN08CoogM2xxGe5qIlDfsEgZNXXqkTvCo8IOjmhzvPvvC8Ggu0cSipBJbD23Md25nryFbVzqxoMVhzgsVQTECRCuX8HwdUeVKRBuq1gHcCjwgHrYNICcCBBGTIFDrMoUWyTb2oELUqfatD7Ti7yLZKLdrnKWpJ0GpRZvACD71tXZpSM20iaA9F9HxUCU2jHMXYluAdO/KUE0h7wPZa1Ag7DMjoGPC2xaXyz9Jp2NIICyXogkhJkxx0uvgivuFvUMI80VOVUlVrUalVRv7GvkI5MLKrBReJqQdGxi91uyj1lEOzgRGeEZqWSUGjfYl++hU60Bcve2rnLpt7IDYXyR08SbIVfTZ15NBDbVJkvgi00N7rnSDOachuKhWEJx+P2NlpoB0Z3wDFEKigv6DHnuyRPF3URYod4bUnW2zaJyvhZaNrYjM6UOZdddVQ6EiEs5EPtWjGPBuYExSVPGPCgCmHmhHfLVkzHZbTprYkty170peDUZ6O9VXJdt8IIyP2pdm2xCUSZqmbwa3ToCt0jZUeEHnmZVggl30JIwjb/eza7aWey3YyxX8r7E7FLrKtUkxelIRlMj6i2+QrTX0vvf8VuiFA43xWNQwA5QEIjxgfxKnW0kHImdVBsd22ZrMBOVItRQs+W2zz1iBvVbfmc+1sb+nuV9ylB17zgBZ8ooieLehXB/vK3434H//6X9fW9g49b0gVugftHjqkOszoU1PW/j5xaX9vqbEfEC3biiOKrKefOsO9aT6b8VbiBr3pTW9S3lj85m/8ZrfvbW97m645dY0efvhhneZzsdp4+IbrTr35FXfc+u/cm1caUtHl9K/cA5ed/K/cxdLNV+5e9T3f/20/es/dd/7F55458+onn3x8MQxVjQVz9twFXXnV1brqqquUPy6VIMaa12p/r2/+JhitWGjL/CAmkWoxm2lgY8oiH5s1uoj1p5FFzurUeb4/7rGhHT5+XNdcf4Ng1xOPP9n/IFavrA6UNxOHOUicOLwtzhJaeKWBY8gMqJTzRqGyfA0U1uGAnbHJBByiN3GGTQN9tlWxRaQEzhVPGBRlO5liY8c1qSDAYG2reJp2tuVSNBtmaiNESioiDgMEnhQMzRokg496aLlEKvCTgW8vsSU4QW9v+EVay6QEVqKt1KpCzoV7GihaqNimfQQMDi9Qt61LU/qXum1onCIwTrYMqTf1gFhS9kRjSYBt2VZS5MR/KQdSt6c2kaUefCDl7lO13t+NL4MPhMa2bKfYwX6xPCHU2233XOuUsRwG+opPs+HFt5EZiH0dGOMxwNhwYcXEnLbG/LBfKpOqMrYtxBMp94ZeAUVJaQswsql2SN02YzJCZ23q9iQ/toZwyVwf2WDdbXZQ3S8z1knAnnD2JCN2ZlNewjPBSstNf9a9sSee8K9oC3TB65s9tcemQGQmD3vytK5J4BgBrvS/0cPkIQQlWRNd5kzgkvlJg532CSJ3hHdFf/dZw1DDayUhVqJo95tsAyI1YkXjjUJhI668FahazAdyDgbEn1oNHTr59IFlyngHRLI91c0YsTaDz+GilCrYxDTRDJ+nvJgN2uEQccWJY3rj61+nt3zjN/Q3FSUy6OswDHr/+z+kn/7pn9ZisU0IaYwR0SYHSt66WgAAEABJREFUOGTMedNh9Cx52MkBbn//QDHJNgePqtm86sihHe1dOKe9vfN9Tlx//fV6wxveoLN8kvrtj39cJ06c0Ne/+et18ooT+jKfPp5//tly5ckT12DPT3zzt33DX7r++u1rJBXg8vWv0AOXHfyv0LkRvburU//Z/+sv/+TJY0f+vc9++nduOvv8M87CW7CI9i7s68qrr+3wmQc/24Pm9tZc+3vntOo/gLlSI6AVAkkGqjjLXiyopnwiyffHAxYhq45Ft6W9ZeOkbx06flKnOEw8f/a8Hn/ytM6dO88CJXAQRAsnjG0WaH4Ac2dmLbSnWTvQbLWn/IXMSnSqIviy9kYCSfrAulZ02+CxJU9OBZq01VqUwFsIDEORZkSYgaeaWiYp1qgcUMIvgksHj72v2ZgSKE1jgV6kBO9LXz0XdNaKrFJUikW189rueam157DSHpqCf0bo1u2lpKlDoQxbp8cbEy4ISj3DLoqd146u3x1CdykU6HOG4IsRwzEQtOcEzRd1j/h9yWawYgwoXtQRGbBetN02AXcFb+00DeLwxk+hTZ76uB4bWbL9EghN/CgSTV226TvVfkGt1Df+yDiIcZqxMcxmsy4rhLUURqx1f0ZmNrToHbEpdoUm/bZTarkJZi53iPyBw+LIQYNLkqUO3Cnm0IJ0xoN5DkEkRM8GRFplfpMLSyKvlNr7U2IbczF/0Cr2IERL3uYZ2yr0c+bFEMNYPywWZVwiI7SB+CfjsWRTW3Eijztbs5YHq+7/2IAY2eCwYVPf4FIP0A1Ut0sACni4/zMvm3lJS3iFz0W/qPZrwqnr1CUp+EDsji+Tx//BNfwm5MSXHehocrqvOQtyhp+GIsUXQzEHgdLLiSlV4rzLWuRtpXmr09duAYe8htyKkElfRkYX/a4k+mHkQa6hFiVuHd7d0dVXntRrH7hf3/ot36yRg09rk2/ycxo/+3O/oP/5b/5NVQ4zuFqCf+CwQYcVyBgccJJYAiIVDyrYHxn7PFAZu2LnQIyZ8/nj2muv1W233a6PfvRjevs73qU8mN3/6lfjjlGfe/AzWkB4y403HnvDqx/4gf/oL/zf/9N77rntZYhNt8kuX/8qPFD+VQi9LHPywP3333bl3//bf/fHTz/+yI+9/9feff2Tj365zlkMF86f41XtUtffcJNu4FPHE089rdNPP9MXT/6y5XyorLWmcbkH3b4ai3sAZ7OkCJiNRVoKNFlssvKZ4+zevs5zsj/B245T112vAw4Xjz1xWi+8cA7+pgQgI2cxG7QNDFppDvQfwCSfcUoY1KZgg1wM0Bh96GqsdNuqpXSwja3uGw0slMtFqAShWooUPkDYV6jbpkTNQvREn34ERBoSWMhXbACBBM0OyLDd9ZZSZXsCgpE94UWKHNvdjvBV7NjgtE6l24Ft1EMzrgOXbfgm2Rse25ICo1J057XyT+sU2oANdt2epvww42ZjxvygLgFfLMeGVGyjvyg225ZtbdKIgOjYQHg2/tngbL/IL/VxWWYTpGy7yzPlXMwEhqwpdbvfe11g4p9ai+zgwZBb/CPXxdQoWQLn9Rhs7MBUbcY9OEE2MG/baIpWLUUFHoggmywRKX1Mv1obwedwER2Sbc4C8b/BT/XwV8bWdu/nZgzDC0JJaQ+U8tK+jBzmcgDf31/yzf6ANbLk8DB2HTlYHPDZrQNvBGNPfn4ici5cuADdqtvT6OQGogsktr1oL2aBmvprkwMbOrmX/pm3yBx7/yOrdX2xIfjOgN7k6dPAgd02ekcA+rQFIDBKbOPrqjmHuWFWlTHInHSRSg0UcgMSpEqK3Ipfk6cuZkVgySHYNnTR11Qoh6bKygFljvxt3k7k88eCTX4xm+nksWO6+8479b3f813KASN9yJzd41Dwznf+qv7e3/t7xLWl8oPiFRvn8wUPJTmAV4awKXTxecYiPrCtxWzgYWUgJq60Ym4Hv72zo5fddqtO8nb3gx/6UP910ttvu61/DgnNQ1/8vMbVfrni5NHjX//1b/rBv/R//Uv/jz/3Yz92+1vecvl/KJ3G+Gt/L197kZclbjzw6ENPXfVLP/fz97zrnW+/7gsPfnrYZsHt7myxKKV8/zt1zTX9IPHlLz+iI0ePSiycA95MZCEHEgAbBwglETDY8yU291RZ4pKLXAvBcaV9nqwOs5BPXHmKg0DVo48/obO8oRihb4BICxb+7vaWFgT5ylPJjKeSRbHmVWIpi7OOiMFAAapcqkS7Ay4qNNpGkmQVqT9mTPUEjQ2M2Bwg2iETSvOki/0wqMBfalUFECJ74h+GAfKmFQeK2BtZkbFaLZXcNjzYUIsQB5+oV8pFBbu0TpEb3o08250/ONudb03aM8NrB+9eD10KPQCD4oLHHUpJrl7WJYmHQlWlzRexsWnqMgEfLCq6nbEvbaAuXqkHNggbm9n80u/gbOMbXexHcKjr8qKx2wxNZJRaOz40abMt+0UIvkPHibYGiNQ65B45tjXSAdtdno0MqdsBmpKBF69ugxr/QtPUbUdYKVVdQfgBKshoHTqxfvdkYwNzyX5Rl23EubOumCsjc7vrxqhSimbDBLVIBdqASCNylmxE+3xK3OOAsM/hO/OswFNqxR5pxSE8ay5yI/Pg4KC/adpnI1zCGxmBtAUQ26+UA70iy7bEJdJFPPZ1o8FFWfCBVAMpvwiTD4O3J0G4souMvQObq7G7i+QQknFKO15FdOt04UWKKn6oLOyhWFxiJaoQSOparm3VWl8cY+rRONky9nHs7eBFiozKzUXCBA4rRdvbC+3uLLSYzfDXwBhUnbrqSt137yvF5q0ZeNfS9eSg8N73fUD/4B/9I50+8xRtc3Q05Mx4y7roNEsOMaHbu5AHqhVvnpYqter8+bPQDZrP5v1AcgDd9taO7rjjTh06clTv+bX36gMf+JDyw+133X2XHnv0UX3lkS/p0Ue/Ur7ypYd2T5448h33vvb+H7vzzjuvTleAy9fX2APlayzvsrgXPbA4eeLwG9///vfd+6WHHt7d4hNHcdEenzmOMPlvvPEm7R0s9cWHHtJia0tLXrteOH+BgOB+OGA/YXHNNOMEb0LEisWzIoBGfILaHk9T+xAdrKxzvJ1YHDqkG26+Vfk7+o8+9rheeP6sRp60GpDXmzvzmQ4tZrydKFpUa55dsC01IzhQJcgILSK3aimqCQDJS1UhL9CJNAWaRknQN9mWJfimMkX6QGgj2pmWAn94DrBjif1joqoll5J4B4VIIJBPzO9Piz1AclgZ2SyW9DF8srnKRVsMVyXIkHVc8kBB7oig5EQqhQ6DeLXrZEDregvyQlNL6TRYzNPMampHkN05KeVqymvkoOxL8dKmlnYlJVhj1zDEVlq5ojA+SHOHjusl2QZKr4QmYJv5sMT8UbTK9kvaca2KK/2uktkiggBsK30K1DrrfLZ7zk2XJsyU8LFkZBUlrfB1PjelbA9ir6IV/iCEHheNyRusjA0qRVG2VWoBqmopvW6Do1x5mu6+pm7XPg5hGhHekAZCtvWSxKenvE2zM2YrcVfj8KvQQ2iDQXnGOf4SFCKVYpUiUoO+df+Na7oDDqbpW/qYDSu8hn42G9igBlXGy/Daky0FQaHJwTRzd8Xcja7gkgdQpDV5ipStgkyRJikUcjEf3W1v3S7FAYE4r+cUsFPxCXl4s+nblJDXhwk5tlWAodSeI02Qr8W1uBLoWDXevi339tSIMdFtW8lbdGBPw5+NXKT0NdAQFhC0oBVf2VZ8kPbgbNPH0vVXl95Wa1H8uLU114KHle2tmXBn//P/d9/1cn3nd3ybtnmYic4Vn0GeePIMbxPep3fwtuKZZ1/QfGubsRKyZprxtqIW5hm2xe+JiefPntPzz72gnZ1dMe30pS9/WQ9+9nP6xCd+R2c4lBw/dlz3vvLe/sbjne96pz76sY/qVa96lV5+5x16iPj6KAeLp596iu4vr7j1xut/8K67bvvun/qpnzqhy+lr7oHyNZd4WaCOSCe+59ve8qPXXXf1j+8d7N++vxxrmW3rgMiwtXNE1153Q984v/zwQyxMHMYiz6eJs+f3NSwOaefwCdX5LuVt1WEOgZXFO6tVpViNRZ0we4HV9Twb9daxEzp108s0euA0/rieOfOMTADUwZ7KwQXtcng4xiI/zOvJHfh3WO0zgoBllTrIFR3wDpz8XdBh8ASXweoBqrARlFJU0T8MVUMtgESm/kSYAgGKKCbEI9OaL2aqsyrbWvJ0t0dw28OeHCiMnOQitWatRonzFP5pOiCQwKTNQcroXbbgVzJ6ZthYsLnZ6jJom80GVdoagua0JeAm8hQVidftVZV+FLFPqbioxEh8HnvVd1aBN/ipLYFPpFLg6WBqwix3Gq1T2hvlNgmOKo38m81mSmAe6Yv9Iu9IkJeaqguZoSHDfkSo0If8TEzDnkDFR8Fne4j/RuxluJEOTxoQayMDZPSMyLVBkg/DEAphcCfuT92MQTZFkeIDMoXaKtgxlZa8tToYDyTkuFVpRA4dbOhwoU8atBylfQYLt6oW0xdDbtFVlfABsUcke2qL/SsIIgdltEhFVqFk8MIvkRX+Rjl2lkKjmrKxYoiMX5R6MWXBslLeHMTPU3+brCVMK6iWbIYH2l/ua4/D9pLDeBuLyLTkLYSgnOHfLcYpbw37GzoO1xUdA/jqCgV6uI/jqIxn3mw05viSDXFMjq/SpxHfjNDYFop79yip0Y8gSsevlO4UGkYONg0o8BQYzPiHNuXKvKjQF/QGMgcyritobCvzes4DRtrSh7Sn1yM2FDRU+DIVR9ZBY6Y09K2YN8vN2CMj9LF7BQ/kShqxZYROIPC40jRyC8xYTzbjizyaRRFN0oCtKTeR8JmHgcPArB/OCn0v7UDzoenI4S294u47dP+rXsmBodLjUaU2Pf3sM/rVd79bv/L2dyiHiq3dw8SAomG2BcwVRXt7F5TPwxd4o3SAPaeffl7v/rX36af/wf9Pv/wrb9fHP/4J/dZv/ZaefOIJXXP11brnFXdrGKre/Z73cOj4il7zujfohptu0uce+qKeffZpHbzwTD2xO7/lkc9/+o4PfOBdhyVZl9PX1APlayrtsrB4YPZf/7X/+jvvvvOOf/vChXOvbuO461L7W4TZfEdXXX0Nm+22Hn/8cV7hnYN+JDDu6bnnnmWxVe3sHtUtt71ct9x+p7Z2DrHIrJogUqpGFr5cZBbNUtIFIuSwvaMrrrtOw2KrL6KnOLEnKC3Pn9fAws7h4RAR89CsaIcTwlYVbyg0vZkQyZaQ3YDYaZe+SVSsgZyy5GJJAe62uNQIctxk6Hqwp16gS1sCaSA0/amQQ08C6ZJDzj7BdIld6slsDC2k9FNA00gUHJGqUqCw5BINCu8S3hE9IEEbWnilXi6h721SD3aUa/qErIIMk0/2pmQlYW4yoKWp22GaYjdIpV9UZf6lHh1+kSmoDrEikMOJC/6rZY0fe56b7WRAU2QzgA8AABAASURBVGhKbHORbZVaCISDghdkWKOMdSCGTfbQYCAEQIG/1kHCHtsq6A2INlMOj23Z8R9dwx8dp+ACnVKFf5YEqUY21GxgAlE0Y+wHuhR+bIZuHCsHCgOxUEK0ii3bYpBAuGfdbk1pxeaWA0Ig+sX4qqWt3xSOQEEE3pBNjXlOhsylqMnZJRXLOFRiIw0a26hJj7GhKrjGRk/XoW+0rXDd2GGfp/R8lx85CBmjcwBZ8DS9DSxmlX6OKhxGcqCAAVlcTar4ODbXWpEXWQ3TJ4juERt6Dd/SACs1yr2NOZ72bj+NyQtiEYRPEU5/gsuBQiN1+AqdLjL/QiilLnCuRaUU7CkakjtU6BK9hq/BH7eYvOG7+JoMrbRDE3vSD0g7bqQQIOPgtVI/cBBL+lqFMWM2IgtWRVNkh19WLqAptpmxxHKN2Niwq1RsDFCv0PLcgs2tfw559f336sYbrtV8NmiF7P39pZ48c0bveR9vKt71qzrz1NPKm4ol82XBG4thPldsyEHuAp+p9jkUfeS3Pq53vfvX9PDDX+aQt+BTx8t19OjxHkuf5YCS3/x45Stf2Q+Rv/iLv6iM++u/Lr/5cbU+wxuNvXMvaHnhha0rTxy5d3fLt504ocuHCn1tU/naivtjL63+1P/t//K2T338E3/605/69P3PPv3MbmH51VKUJ+6jfOqYs1Dybe/5557TQDBbrvZ14cJ5nTv/ggorsAKHDh/W0fXPVKxY4KUUFq14em/TYuQxccVi3kVefgCzVN5MPPKonnnmaeXP0O6zcMyT1O5ipsM7i/4XMLfRteAgMuOUQEZgsohLSsjpgc0WkU42waKYQDBBgkSRFBoiJiSEEAKpgEbQVIBADjc85SJdDhAdaG/Q1lJprz2ArThYFPShCjHIo9zgHKGzLdvSKImIR0mBRMIEyxHeSrTKk1OBxKW3KnbDQBBaaaCDERG6NMd/GA51rqZw2FapVb1NcKJ7xNe2Zfsi3ggIhM6mTXgCu7ROoNalpkJpPsxUakqRSdBf09rwApCokNvUqZRSul96Xotsg1X3U+yRprpINmXG3S4q+DN6DH8BbIN7kb9Jih6RaOIu2b4IFCRRbyJZFEWzkho6BKBFtABWyDIXp81mxM8jHYQaAhtKbKDW8a2FWr2czSr9WKMk6JUESYouVgFEQ+rpS8a51qIVm0hsso2s9QFBk9zMIYqy4QrIyKH/yIoue6qnfJDPg/sHyvwSqZSigTUTHZAp80xMOGcOML9ib+SHTqTkmz4ZPd0Z4EVhg08eCC78I5tm6g2ZIaW7ZA3uRr6+MK51uhETgp/ANAcwuONtR5MO8McB/VjSn4xDgx9SZHKHNdUNjCmAtt39IlLDlsZ6RCg1LIWmASPzPv1dcahoHNoFnW3mD/6UJvmaEtMCWySaO4jELJcwuLjg19pj3WI203wYgKqtxVwnjh/Tm9/8dbqTTyCHDu0qvl+i69HHHus/+/D2d75TKQ/ExxU+2eIB6RCfcaNv/2Cls+fO61OfeVD5XHKONxaz+ZZms4WWjNcXH3pYX3nk8f6gdv2NN+uuu+/Rcy+c1c//4i/3H1R//Ru/TjuHjuhTD35Gjz/xuG+68cb7f+T7/+T/8X/5a3/zx//2X/8rL3/ggQdmupy+Jh4oXxMpl4V0D+zs6Kp/8k8/8n0feN8HXv2Fz37u8Hiwch6uhlJ18vhxFsCgJx5/rG/8IoDlf/lc8vR+/sJZTtP7OsdB4KlnnuL74Kf1+S98Ti+88AKLt/FEuIJaaizY85zsLxystHv4qK67/kYtFts6/eRp5D6ukU8KDRj3z+vQ1kxHNoeJxYDuwmIXYNWinhd29GqJ+CpTLgTjBIpSJlzPlUiVzWOdUy8QWSLgWCYPFG6VGxny3dtqyUZjNviBxT7vr0QLuB5ECWIJZAlojbIJbI1AUpFRkNo4pPQ28EoiT8BbEYSio0AXemHPSJBMUAsu9dl8oE/WtOGKnDL0LpJtblJoaymqtUw45IhUwNmmPXjaqddSoasdhxf0ol2t84ZHpALffDbg2ypZSv8CItmW7S5DpBWBMEBRMhdtdrko27bsCSJjhY+St3WwdzHymy5NDR8F7Ilv09bw60VKr7Ed0W9rhNANQDsCGznxa6fiNvL0OKI/0LAnNGG23W2NC4MfabONsMZ5c0Uu2gFsDpoWKlxUCr4NiISKPlcid2AzWmWsS6FF9HXEvqbwRv7moGK74wp0wzBTbAjUfmCobMIHyiZc0D3UqsqBvTDpXSRYJ6Bc01Yp4MNJPp9+IkhSKeApB2/qGCJTv6gM3Ahf7KZIM7big9Q7dCS3pn6u3cjobZ1P62Tkel1Gem+DiTy+3+Oz4XnePObnCnJIik7bsieQLK3B5LY19avKdgROIE11TcmmrRfRRb8KvqqlqBbmI3VWP/dOcMnNL5VBi+GbMW4LDgU5EGwtFhwmFtre3tLOzrZuveVlev3rXqtX8fnj2NHD2MJF3x4jJv7qe96tX/ylX9SXvvSwdjlwyEWL8O0eUqmVcVwp/zNyDhAX+Iz1uc9/Xu/61V/Vhz7063rs8Sf4vHXAw9ao+XyhW269TfmPxL70la/oZ37m57SNjG9869tUefPxKd5UnD93/sQ1V139rbfedNNPvvY1r/qB//m/+ss3/dRP/VQGmV5cvn4/HrjsxN+P917k9QN33HHF1937uu/93IOf/nreQBxtqzF7dN9Yj/LG4dDOri6cPafnnnlG3ekspANe5TU2wwO+9VaC3PPPP68nTz+hT336k/rsZx/kVH6W4NQ4hTfljcSS4/o+wX6+c1gnrjqlgVN6flI6nzlWB/ta7p3TzCsdP7TFYWKunXnVFjDLWwlONkMZCRIBaQDH+hcxo0MtUq9bvd7xOWRY4mLlj+St01QIA0MtbJ6l40DJ7pTwFyWQDQObK7AgsMxncy1mM55Y8sN+K+0THA+wufd/f7/Lp7OqpahLwT+JYo3+Kol6P1Dw+roRrEPb2NzSxG6DDYbXnXcYKjZYCO05IlXwr4uUQUlLB+y1KXVIW8AqMBQ6FHSpRaZcSlEhF0c7w1Io21atBahyEbKNX+tUh6Zhc1vbaFulFOwkSIM/4Ckz0ChbVpI95cEV5Ife5KmP9Lnn0Ic2vllxKOm+ANHboNnQhfciDhs2dFrragiIqKYkar0w5WPoe924mUIIIYts2Cip4xt0FNTN7qY3jdA2IESFBiTQZ6s6fbesKTkl2kugQBVZ+LbW2gkydyLHhhLoSEyhpvRlxdN6t4cGw2+bkjjAjJhopf99E76wB26pbHSzWb04X8WBFWplPtRaGLdBs9mgmgOHaOFpnc4oNmQsQCn6bKfYoZe6TalOBRssVzAbiAzFqrVfGmWoac59JA9InY2bHX+0rm/iDTd1xjsHqYx7YKQemyJlQ2ekBLROpZTuC9sdY1te+8u20m6DuwSCC9TCXNWkm0yEH0VXygG4+tgSJrqf0hi++DqHiqz77a0tbS3myluJxXzGZ48b9NoHHtAdL79dhw8fkm36udLp00/qAx/8oN7+jnfokcce14Kns1FFu4ePaLHYkktVfivO2LRPDPjKI4/oY7/12zx8fVbbxNaTV1ypZd7crhr1Hd12+x264847+w+9v+tX362TV16pB17/JiWGfvGLD+nM44/vnn/+ubueevSR7/vwP/3Nt/z6r7/zpC6n37cHyu9bwh9zASxk/2f/4X947Cd+8ie+uxb9BNHr9vkwzIurainKn6Y9duRo30Dzp6/nBC2z8nIAEEF05Cksy3axmDba/DW4HDTy9qIR9JqhRs4+m8XeatRic5hY7OixJ07rKb49LjmYFGSVfObgAHHy8LaOLKq2BvWfl5iz4muCNTnxkqAqgmdVYncPqEUEFrG4WwfijUq1HDydQr2CM3YnH8BVCps8ZaoqEOKPnqecTSFvZ2bDoIG2isIhBtCXfZ4yDjhINIJi3tI07LeFHhPBsEO6WC6yaqnc1UEcMhpQYKiAJSUvxUp/plwaOawJmyFBlmizkhq+6HjaRJDvummY+CaalEHBg/YJBXUD1eifVWvRkIMLeaVPpRRFZkOesYMKotncUofftooA8tCN47Lbl2pAJBtC8siAjZJUXMgt25p0wN0bJ1toUAdN+PBSnC54UggukHJQtlMEJhkjvoSbuhE1gZScmUlbo+dpHxk30GubwGIHlxRkRGmTUnnRT5Vxv9T22BKIzHBsykjsfQxt5k7azC3ttRT0WjE99WyoySMjONtsKEuoraGyljBhvx8mVmuZ8KYfzLMcJhpzY8Xaa8yFwngV3IwIZUxroULHVhxasgYL7TazH5xtdEi++G9dRh+orkuhCUjMgUAjB3odQi4QXOCwZ+oHjZdcwdHaaWzT99Jld1/iz8a4rFg7I2MSCL1IxlaZwvqyrfjTtuwJMqdsa5Ns97bUbcoUjF8atlGcLvCStUm2ZXRtZMWejR3FVi2lj8N8mJFXbXOo2OGQsMNbh+uuvUb33/8q3Xrry3hzsaVai2zr2eee1W/+5of1C7/4S3r2+ReUNwty1SHi52y+0CvuuUcv55Cwy6eQzI8C31VXn+ITx9265pprM7rKGwzJ2treRv7tesUrXqmPfPRj+qW3v0PHOXTce/8D0Iz67IO8Bf7UJ+df+uLn73780S9/27Unjt777d/+7QtdTr8vD5TfF/dlZv/lv/yXd77j+7/z23Z3Fv/uU0+dfuV8NswTlEYW4w4n5+N86sjCf+7ZZ5Rvn7UUrfjM0Qhm7EPKYWBW3Z/ctzkEDKUpfytid3dbtVZl0TYWyD6HiTKb6+jJK7XY3tXTTz+rM2ee5qByQHwkaHL4yM9MHNmea3dmHVoUTf/tuBU9bA0KoEq1WLNa+iZslqFdZGsNVsHG4qLAAG2lsZCX5IFiaNd0JbyW5C63y0MmkVCE0g62ZQPUcreNbCm0FVk5bHAQ07DGt3Gk3R0aAbNgS3w64I+CvogfCaYFeuHnlFf4sxHwG/XoLcV9w045ZPYkj0w2ViDTttIeHsvq/lYSHi8lBRk5tmiFEvm22XQGDmQz6Ev34VDJOz1bQKdRT7D1PhR4AkE22pNvIDpLCaUEmZJsa0NHEbxVS1Wl/yJFhF3kAtjiApJPAEm/Cg02OAHkQdoWVU2pkU02TzItewIa+hUKtdgj/DmCs8pa7+b9PRzCYEAv4betYTaoDlUuVtKIomw8gcam2HNwttX/WQptdIgU/TSrFGSYxuAY45EDQXip0laAin0mHzQMM61YLxc4tBb0bm8tlM97jUOc2ShLEQnJyLEabVIOoiIVGkst+Lr09QqKfjXVAhOGxIKMzaUQGqR1dxRsDM3kj/iWQyVzWOja8CBQvQy+4QNMCCpiep42i3/ICnIMHUQuVsGOoJE8ycCm0Hf9NKQ96wV2/IHuTTu5SGmHDD2tt0c26JdcXR70IzZHjsKA7jjKnuwq1COr1CowEv1o2IkGNx9mAAAQAElEQVRR1AW4r40KHQFRW/OZdhmHQzvb2gVuuuF63ffKV+rmm25U3mZEJ13UM88+q9/gUPGOd75TF4iTYtzzBiI/U3btNdfom77pm/SmN75Br3rVfXrVfffpG978Zt358juVNyH9wWUYtCQ25E1OfgbjTg4gN998s97xjnfqNz78T/WyW27Vbbfdpueff06PfuVLIgBv72zNXnPy2JE/cftNV9x+9913z3U5/Ut7gFXyL837x57xv/wv/8v5q17+8lce2j30F9/3a+9+4GDv/GJBAB0JWiMLMt8CzYLKyXtv74IGFl+exg8O9lRrlmHTnPzw9rZ24Du0vdBhFltk1FJkFhPrVHu8Hq8EyeMcJrb5HvjMc8/ridNP6YBXf3nK58WDtjls7M4HHZpVHZoXbQ/W3GKTlgoj1d9gYNNUlipYg3/xmmq2ZVtlA7GDspXUaNPUVqyybkswgERDLbSlXeKUQ4AdyZs2gUboz+ZfIF7wxLEJAFsEGttsBINqKTCPKjL80sirZ8OXeviqiyJHBK8B/xT4QHChhwDYACoqxZCseh6SQAX3IhTaiuzoaeiUCuVaJIak22F7nYPkEsm2aq3YWjqdiYLVRUMpkyzaG/baXsuDrqQsUsMmfEKpQF8rbUCpFV6QyMrdNnWnCKAh5lG1uYHJZXQWIGXUJZNtFeRSwEVNpmzDw6WvSrEx6iyvWxr5BI1Jl40mQdm9fbIhOENl+hPZoi11ek5JJKugz4YeGbY18LZgGAo+g4q6SNHdUB4g67yxuxQrh96+udMpG+nkGc/4yqYOQ2OMY0vrbZJtxmMAZpLcDxMrNpUDNiTbHP4GVWSLlHxWC2OHLOSYtUoVO4tKEdyjarWGWdXIIT1zD0rVUmhTTxvdDf0bwOHCNGicjCq9wwcIkTj8hE5p4dPjiN4GjGt+iGlqHeCiSjm02NY4BKUvWTdB9XbktjXvGDmshdS7cblhMM34YdVhpD2woaFZDZsUIuhtyzal6bKNLwpAX9Zl2zI+LEByO+2AwVskbOaKjba7fyu0gRwm8jlpPhs4PMy0tTXnc8eubrzpBr3ynlfoumvz2x9zfD6TSuGz71PKH6l657t+VZW4ts9Y5nBw9MgR3X7rLXrrN71F3/s936sf/IEf1Bte/3reAh9S5upsNtM2sRSr+fy73z+xXnXVlboHHVdfdZV+7ud/QV9+5FHeXNymo7z1OHOGN7ynHy8el9edPHL0u646fuR7vvEbX3W9Lqd/aQ+Uf2nOy4zlzFe+cvWZp574M7/yS79832997GNDTslZtAc8LZ9kIh86eoRXd8/p+Reel1lcjQC1XO3LBIq8rdi/cKEvsPlQlQ0/+AULqLGAEkSa3f/41QFPW4ePHdWxkyf64eKpp59SDijL/QMNjMOCRbhdCweJQdu8nZgX8anDGjhpVLTVrHICTzJQcl/4lmgTITz4lO2iRvCxLTuQGEcI+6rAY1sF4Op0IzwFGwJ2+CYQqRgZ2B+aBMUVBwTQmhNcstlUCBaUyQjqVoK50IcYwanOh3zLtFWgqERXrX2jmOGvBa9T5/MZbNNmLVKnCd0G2CQKUGtRLQD5gIyCog5FXa5t2e7lSrtdVAp16AWNSNnwypqGqiiq0l5KkUswWN77YPCV9gmZuREQqSI79AEbBIOQtg1s2iXTL8Ygm0gHMCixYeLa0Is0yTIcVLgcCB2YDDlVZGFbl4PMINCbk1vauyzq+fXB+L3PQRocfubPBm/4ain0rch2B9jAaipLspKaIGOcZuTMLWR0A9IEGKoOLiqFWYrPQMccjBStUvGUxzZUKQ2xjUK/aIa3aODJdBimNxNL5tiSzxUTHR1Arm3kjcrYiZS1OPKJcMVa7XMeXA4PYm1CqloKGMkSJree24wFdRC5X4QNjehfl4++Rmuj3lKmElsaskFrwrWLeXBowYUbHI8kxIoR3qzXRrkhy7ZsS1wwa6Q9clc9XiyVvzmxmqQo+BGe8DXoAiJtcoqKqEI/bXcfbsq2aQuUnovUrKlMW/GEt91x3BXIWFVwlfaB8ayuMuWDg33NiHF5UzSrRbt89tjhIeLo4UO65xV388bhdbr22lMcCqYHgFqtRx59XL/8y7+i3/r4JzRfbPX+bO8sdJSYeoxYuLu7o+Pk+TmMQ5Qj2xIxpOgwn0QWxIM8bM2ZE7fwhuLr3vBGJa7+w7//9/X0M8/q9pe/XJWD7lNPndYOAejUlSfvPLS1+I7FgV/9wAPiZIOwy9fv2QPl98xxmSEe8Mtf/vLd977/Pff9r3/3b3/Hf/Nf/X/nJNnWOd5EHDp8mM3/OIeJ5/X82bMamNwJxvn10IQks8BNEKjQb8/nGnmS4kuH5oUFSLDPIhALcf9gpX2eJI4cP873vyt07vwF5X8kzQ80Ep4JvEvNs0C3ZiyKgbKVw0Qgh4nQDLQnKAm5RVKRE7v6kwux52I97fNhroMcUmJHgxiCHqywoRB4hmGQDT9NNj1hoy9UE7zSlmAVukCtFSrJ8NkhahqXo6bg3VRgrNXYsVRSI/jZRXnKiI1Ih3alyGr4KyDSSDnQ6M8FvpEnWIHmgoO20MMoxPfDWqWQwFFr0TDUDqJfUGtGPXYU2mopIuv6CuVArVWySFaF1uDTlYxfoTCbDdALMFC0SfF3Y6NKvSLDtmxrUxYp8gPdv8wFe6LZ9DN5IL4NZDhG+jzic9i7Pji63NgS2Rt5B8wnOz2UZrMZNPQY34RP5JFru1cjr61lbvBL3nylEVLIR4UmG3Tk7rM5jGxwA32vdaAdyrUstFDhQt4wKwpdlG9tbaky1kt4lXGGRNAwDL0fpRY1lEV+mqj0LLy9X5ga3gZvgy62hKD08TBPwwU5FfUWLoLNym9DzGrhVftcjfnbeNKPmQN2gGbjsWbDoCEyikhNjX5FvrCtwTMUyxiJddr8ls3IQcVQh6XPA9ojr3BYGOGnSQWu8K04sGz+hPuITEhlWw5RgL4kCwLtvViwJ3OipSO0p97IA8aeEKWc+VCo08RGfKD4Ln5Jm11l/lX6anxmm3W2CitdG3tuW7UU+m8VytFjW5emdglvZMeuTrGhw4jUbcsOFEVOwMVKXmtBB3iRmOc7zIX5UJW4tMsb2UN82r3jjtv1mgfu16mrr2AMmpasnay3/MeGf+tv/x09xxtZ22IQdGhnR0cOHSbf1jAU+mAtZgOfd2fMAxETR83o1wy9BxfOK79Gn5/buOO2W/WGV79Gn/30Z/Te979P24d3deMtL9PZ8+eVv6R57rlny2MPf+m6j3/kIw/ccsVbbpJUgcvX79ED5fdIf5kcD1x//fVbi7J6xfPPPPunPvmJT96ws7PjC3t7CtRh0KlTp3TuwjkOFM/KLCzh5ZEAZcPM1RIFyOfDoBwOlmwA2ZC3+AxQZY2rxr3qPBvm4cNHderaa7rsRx9/lMCxp0agEsDLCM0JGnk7EViwiAbqQ20sNKmisCCpuGgolXqhZpWUayUfeoCJObaVZE95LzfBA7BAU4/dgR4cg1hDob0iL/jkCTxC00hQbECC0f7+vpZ8uultKDRQS1E2vPl8pkawsa0Kn9bJNjZatnugiW67qNQqD1UqlrSGZFKnI+tX7LJpoB+N4DgSqMb1ONRaFJ8PyKrIqUUq2GNb9gZEuYGnLgA8WdcReWiTbdoLuUQ0UxJiOq5Gdoe0O03QubeV6OxtVS/S1d5mu9PZFoWOyxjapupet61/VrLdaWx3uqlPBVdNdRfKgVpUS9FUN2XBR93wY5vtzi/he3bCjNvImyaRGDrmTTYofFOht9TlOPwigeCey7bSvxJdisf6YHQfctOIsAYYPbahmK7GePWDWdrAl1pUIoNyAxeq1GupXX7m2FkO73usw8yzWmufW5V5knEuRcrbA9jJUwbAFeyvpSg0gULfK58LbXd96bdNGbCtpI3+lDdAr9KddBDUSA6Gi8p0XcJrWQUQKbIaa6Tn9LkBoNXJ1/heR1b4Ut7A5IbNUWSNbaXbAXm3Pz7agI0EIJT2i2WMhSccaXkRGgoCHbMub8ar47h1LtpMuaxlWqY2XZVy8FilWkwcsnC5cLGGWpTDxdEjh3T33Xfpvvvu1WEexkTKeEb3ww8/JD4t85lkS3loy29GJV4cPnK424xIVeSUIs0Y68iOriHjT92s93F/D33WHbfcotc98Br9xm/+pj7z4IO6+bbbdN2NN+nC+T2dfe6sb7z+hhu/49u/9cduuf3mn3jzm998FWYYuHz9HjxQfg+0l0knD5Srjx+/aXu+/ed4Qv4uNsqSiV6ZvAdM3htvvolnlaZneK3WCA6Z7Hl6yBuKkllPq4BCtGxscPkBzQSyiG79vWJlgcw4kFzQ1s6urr72Og7mTU899RRPXee03L+g/NGqwhPXzqxod1a1M68sTIusL5yoKVlZ6GDVsaSl6SaqBCCigG1xKclOuVIsPQhRkHiiagFos2hTHqlvIDSt0UghuW0ODEtkkhMIORNpSR6ApOMlIz+6rBHfKMBmZZs+ZoOSjPF5qhPJtoqLbEvko43MsUMLL+gGLgCRcjiJj42M5DOeXGq1apGGUlWgNTYX+Co3yIRYFQqBWtN/U5/ANmJTLhfz0nGNuoCp3WUqF1l0TEkNPZAK0QAhjnp8l7bgRb8nCGaC8GzAtmzjolHBhWKTpzwBdqQAXbK0B+yJt5b0JzDV7eRQWjL/RGr4ccQ2rq4nG2jKKw4Pk73uZi75jJC6bXH1J97U448QJA8ekb09eccXXaw3gWFOjOikqDSEJ9PUksw/JYEcedpvYk7EGHBpi75At4W1M30mbArugANrW9Me8CZkZH2EP3kOCKV0CWqs0ZHD+BKaQA4grGGFP5uVsjZDyyvD8K046JZSsKyJUexnxtgrdEVfAPNoV98oGTGa2np0yaFL+6VQ6F9nWCOhmnjwTUMflXWLKNK6loFJnW2jM0S9KY7tlYmee+cz1LG90KehCPtHbGxgQyzZVk8Rgl94kqF/IzDpjJ4NCNsCjbz18WudFUU9t630q7ggVz3Zpmx1G/BhKWYtVg21alYHzVmf+VwZuOLkSd1///16zWte0w8V8fsBD1ow6+O/8zv6q3/1r/K546j2+Ew8m820WCxoKjp37lzHVXTNKvIt7Gia0+HFrNKXVY+ZYj5dd+pq3c3bkCv4dPy+D31I+V+e73/t63Xy6lN6+tlnxduMwoe3644fPvw9991x7Q/ffPPNC11OvycPlN8T9R8F4j9kG6699toT43L/mzSO3//8s0/vHjt6lI3+vF44d15Hjp/ov+J05sxTWhGwFiyY1XJfKw4BJSHGI/N6yaIqfaEtCR51mGk+WxCgWaBM5yUL+wVew61UdMNNt7BJLvTE46f1/PPPT8GgLbU6uKCtKu2wYHbm1oLyDNk9IBA8uotMWCFQbBZ/YcEJHFg5EZFyg9a2Kgs8IOrJgw+opyZIiRvYjrygRg4Wye20iLb2ErDpgfP7hAAAEABJREFU7ZqWVrkUdEyQYFBZ7LGrQQMnWlcaKecg4RrJcFHvJVSgWfmz0LFkgiJ5UClDl73CngSgyM7hLAEsstMX27INrXpuT3WRQoPhyiYQngBoaEsHG1oQwcdO24rM1G3aLgGEaJMiNxC6UmvnST3QcaVelN952tTftAeCSx7Y+HpTTj3lCaDEBu50o+mlbU32ZKOUHl6io28KjRkJsDm0gJJalwFlPxw2xmADKw4YDZKN/RQ7bcYtm0zqaQ89UTxVtEo5yDn6GKPYF3rRUlxUS1FyqopOc+8XejOekdWw0rbCt+RzQ2DFYWKMPdCFb8WayV+RLLWo1tpF2FZBfmMjoajQpR6wLRtQgBbkxDaUpAIteNoja8Q3IGS7+xiCVCn37Ktu8Mkd122PQ3ptfUNPdNihCUAArq19k75Sle0O4Yqc+C9l28kwwco/blO9FwplK0Xbsq1N6jKoJ++ATzdtyTsOxZs8uEDqxrbkCORyBym+wIyvkmP8XYppBjSljb9rKaqlAiKOmdyaEQcWxMjA1nymk8eP6a47X6677rqrHxiUxNwp8P38z/+S/sE/+Ic6eeVVeu655xjbqkOHDmsgfu7vHWhvb18ZKttwNSWbDUOfijkwErN1/twLuo1PH1//pjfp6TNP60O/8WGdhe+++x/QyZNX6VkeAue1DNuz4dajh3Z/4NbrjrwWYRW4fP0LeqD8C9JdJps8cHhb+vpzLzz/p7/y5YevqGZrJmBd2D/QwXLk9dmNeuL0aZbZqG1O0I1v0Us+W2T/LrLG/SWTPpPdPJGPKkz4yoLa42lqZNEUDhZnoc//HnrdDTdrsb2r00z8F86eU0F/FkXjs8EOB4ntWeFQ0bRdrf4bHaVooFyyoEuopUJu6slrdNWqlAO1FGF+B4rghd0rscZZ8PBaqrUowSRvG1jXvSxS+GCEnj41wVvAcpVBq2ZlYw+f0Tdi+YqDUyAawmtDH7uGig6rUA+9erJCA1KB4DvIMnQbn7laeSO0x5PpPk8yIzrCV+iMkRN9jQjT1oFSNvY2jXSkgRcQTIGWJprdgaq6jCBTAWzHdDVkFeyOXwr6DXMH2m3D39aQsjWkf6VoI6+WogGfzGdDf3070A5KPepJ8FqV9oDWaVwHdBtr0d/rI+Y0QR8wbrK+OtkTLjb3Nng3ZdvwThDbApV+2XQI4lqqbHdbREJV7zscqqWoYiNoDsEr5ectuk2Rv7Y1bfZkL5lW44FGDgGcpgVWwdlIA2So4aVHKUx6wG9sTR7oliFfjJ+BAk3BloAYy4ODPe0DI2uplqIFG9RsNvS5OEAr8OLgYdarNeIzqRSTlzVU2VbrOpYq2BQ+MOoHXVMCp3Vy8tQDyCMSgOHoy2KPvQKfPEDDxevFeptwEQTYVv4FWVzWU4KBDuISsKECgqJE5gmCC1ATktK3xowXKTrt0Ek2OaptcuF17CT7qquJ3nZcxjaUAzYNpaiSV1oL/CbvROubyQ1Ntz/tayitqLgCRabdtri6rKyHWqoyjvP5XNdcfbVe95rX6t577lFlni15M7bkIDmbz/V3/te/r1977wd5aDuhF17gbS1tCz4TR9g+cTHxoGGDZAkYeAsyEPcK5RWxuPKKp/BAdh2fkF//+jfqU7/zoD784Y9q69AR3XzHHSqLmZ56+jSxu85vv+XmV/yJt7zlzxHvr9Xl9C/sgfJVlP/GVE+dOnX3f/wf/8d//j/4D/6Dn3zTm950Dx37/fbVx3fnN5+/8Px37u+dv3dWXQ7t7hCjVhwmVjp13bXKH556ju+4LB9VglxjkhfyAeVmw4sBgUxuu6gOMy1Z0DxsyZSfPXdWewS0a264QVdcdUpPPfOcTj/9DIFyvz8xLjm4VGQd3pkrv80xI3gtWCTzas3YnHIi7wuomBAn2QYIGj2wJDgFmkqRCjybICiPStAMZWURF2SWKtXBCi4B6VIACbohGz3Ym3ras4kHEoSWBIE8RQbydAsDZO48DXtCY+wEqTxhxpaGr0JXMDBgm+aAJj7wqybtczB7noDy9LPPKX8AZ59g0UpVc+lBKLyR3/CtSLYJXsjB1pHX3X3TUEOmFNpSK7nZA7AMHtu0GVyR5J5PsuDBhheD4tRmT7nWyXbnqcgN3wZEmnTrop22wU5X6KYSXsCOlJPZVnFsESn0AYrYZlv2BMEEep+ws6USiBBye6JLe2wrpQpmQCQDk94SXnjq2n6wvc2GBqi1dPszxvt8n84boti+8XmB34Z24lLH4+/oCnrTEvsah4PwrkmnDKLgbMPbgLHjI2fFvOqVS25tPW8YwJfQxm5MkVgnsSl29xzkUOkDeQEsa5Ma/V7l8LNGmDkaXKrRL2htowrruaIj7QElwZ/ypRA0DFytg+1IiVnkSIAnNLSSNWUtmFKuElog5Q402IbGVK38y9yopeqlfUkLsKZNGwyyJ9ymvrFz05a8Azbhtm5v6rb7HCwluXUxgU+5y0khdWhQJJ4twEy+KnJfg8mLJNsdainIpaymLQ6Bx44d0fXXXaMHHni1brz+BvpUGVPWPEHyOT5v/A9/42/owc99XvOtbTis/AYcRNBQ5oDBEsdm4VSBLprNZh1sHry25nr2uafRM9dtt9ymm192qz756c/q8198uP+A5k23vEwX9i7oheeeQ9iFI0MbX/eKu258ixAFXL7+BTyQsf0XIPvXj4QFc+zIkSOv2N3dfTVwNT0w8Pu5dr7lW952/72vvOetBLVDR/nUUUvRkoPC1vaWjhw7rkcfewL54HhqXu7tySyCQeYfQSItTOoE0BU8dtHIot0nQDbkHFB+4cJ5HeVb4tXXXa/neCuRvzeRb7x5nZvXdmYJ7WwNyluErVnR1syaV/d65QhRhC50yFXNUGdhizDFU1mC4UjgbUQJ16LKZlHQm5WXfKCMRdocIgxtQMgVMmzkYWOjHw09IxsBRRYv8ulLU1E2mJEVvaTfS9rHTk8Lh53KE8ZAwCi1dp4VNGlf8tTY+9bl84QHD6Iu2menTwULpCV+O49fX+DgdZbgcuH8BQ4X+8rf49joTl8CsUPYaWwrHZAjyZEUHS1lq1S/RJdINrSXQOSB7pdzDy/twQfiu4qvCz60LS6Vdb0HWnzSsD1P6UsONCN97njs6DntsTfl5IGUJxijUUZeLyjynSHRpXSb8kQj2Za1TimkfikgjypyGL/oZ7wjIz4OY3SvuaFJiU7ju9DYVqlVK/q0x1wPLVL6uHLT5AfoN/0jFylmRHYHZHXBQSKP5n5Ffi9wsxkteDe45Ad8Qhx52zCu53SjPWC7j+NUbvhmJW6sDVYFOir2LhZzLXhzmE0mB+9A8KVO66GXS6Ffk88ja3DpchChKdGvqUBXmxrzXGtozOnUw/e/AXg2OIpS7O4+oIbI3oac+DRlsLItzNFLkzveLrKtAkHsDqQsR3Tsog+U7cmHvU3rhO+ytlvGHVhjL2Yb/UIYInhboxcTtqbidZtTAcKT9Yxmalw02NwoZtzSblsFgDWX6IGKCxv+wBu7meyJfsFbh2uvvVave91rdO2pqxX+yF7i30eIsf/j//Q/6zSfJwp0KlUug9KeONDfVECXB4+mQvNMlYe1jHHeYOENGT8f3j2se+6+R1uLXX3iUw/qDA8nt9xxOw+Gp/TM009qee6F4fBiduO3veUt33dCOqQ/kumPnlHlj55JXxuLeH32O1tbW38Faf81E/Kj5CPwL3sd/0//n//R9155xZX/zpe//KUbtne2eaaXRrv/nYhTp67VOQ4AK16983CvwiIdOSiMvKFYkVdL82EQe7lGgnAhCBBPeuBK7lKRc6BhsVAOE+cI0o8+/riyYdbCECGvEHxyiOAbnza/FrqdV7q1IHdE7nICaBOs1KxaikoxC1UXIfWhVs1nVUNOJlZvK/TFdi9LTfmddvymKblnCQqNxUgzKhq0LE/02NhQEohXKuQjG2YpRr81q0XzoQKDZvggeJi5RllowgEr6G1qlNEsWJVDj2wud5krIsSFC/v9N1/2eRIpddBia1szPhPlMHEW/ycf2RjhQj6hrU3yreSSC3bCl5ymHoRQqbTbRYV2kWzL3oB6WevUfYCOVG13nlrhpWxbSQP9DVT8bMdHTSMNdKGP+YqAFzmgpmti6zbH5y+BtYGImWjX9/RzxVwKbcYq8lJOHpLktte2uzsguMDIAI7ITXkDoGBrajFSk82CX6IsEq+tYVHGFmGqtDXm2pKxMDSGxL2XTTQB1GDoeqBzIDTMF9AaySedIHNlcTQkpzF1wEYq9diYIij1PsIYXIs++KASI4tvV7SvFL8XxjJjQBxgjAywgpA1MtcmGKGdoI0ollSccQxdRmuyJXJ6O3og4WqM0/hVENwEsY/GWBgB0lq2M2fQH7tFqywubkqaeNMW/uShsS17DfA0+luAaoEPWGaxVN4kdijgQseBYYW/tU6Rt4HIDzTsmWDqu+019YuZ6bMdPDSxHd2t56Fp2OAOjWrreinFdQbR+egF5fCAeckFGl6JYZJiKzDUooH+zOZVR48e0a233qrXv/512uaBbbJZPX3q05/ST//9f9A/L+cTaIsuBB2wHvZ5e7lcLRkCLMLWMJRSVYFzPIQsiLENXQti0Ymjx3XNqWt4EHys/72LygHljrvu1lEeDp8+87Tnw3DIbfWG13/9Az95SLoSWQYuX/8cD5R/Ttu/1k1f/OIXn/kLf+EvfOo/+U/+k0+8853vPENnmO3c/yWuH/2T3/Xqh7/whR/98pceevWFc+dn2cjyRuEsE3iXNwp1a6HnX3hOcxaceQWsPEExqVkpbKSFTbX2Tb8FxyQvMv+kRrApZdCKPH9j4vjJqzTf2tGZM89o7/xZabknHexrRoDYGYq22aAWLLh5KRpYRAkslbqlvhAHyvnEUlnclUVT0OVGKz0v0BcX6Eq3JwedxmYQHqxjY+YJQUVy5U1Ak7ErsWHI6R4RWfS0hkKObHpQhKbIBzsSoAINH+ztn9diPii/yTKrRp/R27C58SmoKYcuq4huY6m15NCVJ0GzmQUKdhqdEZ0fxgzdHoess7yRWEIzm29pe+cQsKvF1pYK/lixSecJRTDmjY5dNNSi2ECmHhyhK3WGzkm3hBJV1TrItvIvG2otVSvG1pJKKbJNabpsyk2M3djxqQqUi5E7rgGCNBj9yM5nrQZRxZejig7oUKNtRGQOA0ZHAmb80OhHwHb3S3xaKvbAk6evkTFV1yV0SeELxE5UKD6zsSV0yB8ZF1EOTaNOkWrrEFza3eWBQ4ed/hbVWdGK780jG3BhLgiIzQ15rR1IzMmRsVgesIkj2MYJ4PIryynuc7hO/xCnJjb5IhUgbbYlADZhaYcul7mDYNGk/lkQgpoKOjFYxvgAnVZBakWM0gZfpQ+IZ45V5dPggDJQNI/QWrOBVviXfB7b59PhAfbtM6f2e3mp1XJU5lDL3DZ9501ShacgZMmDQeQbPVQl1m35EJwAABAASURBVHfDL8YGIbMBIo3wRm5j7gh5WYMGFzMjp61tHfETQuAeYW+iADRNui0ja4WO6ERlbzOFxawof5q/jfsS7dwUuRVHpN1e0dexry8xlllnmccixTbbati6ASoyNhUMCBgdpmxyRGIHNjEHIEJCQ90KlhXlUX09UbLMXeBNCSkhQ7eYiK0Dza5iWksuMutB0MBAXwwUxafRl/4GZhzI88Bz+PAh3Xb7bXrjG9+gOZ8u4p8lvo2Pf/03fl3vec97dObppzUsFiqzQSqMG8JX+HxJbAtd+hr5/WFG6HdRrUViTqJG11x9hU4cO6rPPvigPvmpz+iKq67Ty26/W/uueu7chXLlVVddedcdt/3Z7/rWb/jhb7/ttjmMl69/jgfi2X9O8+UmPHDioS899HUf/+2Pvfahz3/h0O7OLhNy0JJgWuZznbjyCj37/DNqBCDzOtYcApxg05psqWSlsMCWbJqZ3LUUFeP2xiJE+IqVlr83UYeZrryS123PPq9nn3tOSwJey1/VBGYski0WwQLIYWJeqmbIMSslOkx7oVwDlmZAfobD2EBTV2QZvdxh4CIecYpn4dVSZNNGLhmaIsxVqSxQVQlcFn8AbtpzB1xlwyur1oI/CDZRZoERAaBoVkVeaReJIJTghU5IZHhH7FuhbEWQqNRjbweoBRHxKCWAwAbCpcrYmeB4YW9f2QykojrMNZvNVcsguyj+LcUaaqVspWxbFxNlF9roo0uRXdM9jYxFxij8CV4p25btzmpbBRApbWRTW3BArJyAlrDgl4RfxGqZ8UZnc4mXZNqM7viAJvRzxx8UsCNcDFvqskr4KK8QFPlyRpx2JNmmCiCLgip9DriIqtXTpVnK4SkUjM7IEGWKXKifyq7IZ+Njy4OiyI5vKzlU4GlVy9gdjBrJbStW1eTAyFgz4soYBm/e6aXnjkG0C0i5IC7tQSsIgQDaep7U2NnLVqGPhXqplDdQJESpgo+coRZRVPKB8c1GMrBzhAax2Dx2GJEZyLpccihKvmITylxM31ZZw9hTSqF/Iyg8H1yEAGbTzWFVpMwFG+KUGSOa2IObDB2M3Z7YJHyg+BzfCKJGHoBNIW3x47rS8DEaO74im26qogJrxBCrDpaRhXlyGjlMCB7lAIBcmmjHAuZNA9LXiE6e+gT0C8V2Whq6muAApI5DTgOErQaUhODeFh7KU3+ahA5E9Sy5ZXC5Js4V7dEmmKGOJPxSVHHMAG7KRR+tAVytRYvFTCdOHO9/o+KVr3yF5jykRFoeHF544QW9573v1YOf/Zxy0M6KGfikVQc+f+DHjN+q266olPm34EFk5KCXMc5/wmh8dvTorq679hS2VH3m05/VE08+pZtve7lO3XCznkbHfGsxu+aqK+744R/83j97w323vOr/8MADM11Ov6sHMhV/18bLDTryyrtu/oanT59+82OPPHrF3t6et3gb0VgczHldzWEif5Hy3HPPaGAxr/bOq5IbyOKvEIX2gDcTSwJNI7qaTU+lcmJvPBGpb4pLJnn+17xC4Mvfm8ink8YBJVBaEw8mmiNwQSTJJ48Ey1pLX4ysRTUWToMu41VAFBYPGXcwlmyrEHlscoALnDouAbfzFHc5kMmSCpBwkAA0IruBtYscoBWVYt0mdsDXtHfhgsYEXITPZoOQhn3YiN2gJmkjEhtFgEudfy271kEF2bQiM62WbXHrdJY1QDPgg/R1yVPjioNIyqVWgs9Ccw548cuA/k1/Qy947VgkZDUZPbVUFSBlS/Qh0MAVai+9ouMiBjkpb3CllIs8G1zag6/YNQW2ppHO0lUxBTr0dsY7+ld9bmAXsoT8vGEZ2fAmOQa1sR0bQUZPgKJKXeuPcBDRORBUESMzpvbEb1sIUtOUyrotNTttKSEfghWy2sZe0LGlFPQ4voktLaIAc5BcMo9HRXDE9AI8tmkX/R5l6rlAKSBZtskAGHO3rYJNIqVvjQkGClxR2tNWqqlbA36rtfRyBRco5GOff+rzKPQVmszFQlsODEvWVCBjkj61+BhorNfoG+EP3ZjxSP+B9DaQ9oZfFHsxjIs5Ez809EmOvRuAJnRKgif8EFNrE5isXw30GrfmiY5A+Bv2pFxLVfStmPMjts5mlQP0oFoKuj1BfGe4en9GcIIHhMBhQwNG2qj+M6+0B2zj16Kk1vsj+tZyQ966r5LWkrv9DdkNXyVHm7RuVVLakNM60N+LdDRGVwDba6EvQC2l92uolfVetcUh4cSxY3r9a1+nG66/vtsWWXmY+MpXHtHHPvYxPf30M5rxuSIPJxCIZz31H9RG9z5vodJvo2PGWw5jW95cjNgTmM1nOslb5muuuab/7aCPfPRjnf+W227nU8tO/xXV7e3FfDEf7nn++fPf+5EzZ05i+eQgCpevl3rgsmNe6o+X1P7sn/7R11551dU/Mq7afeNqHOZM2qz71kYdO3JYVzHR955/VgMb27h/QeY1ZJ5aGgcIQWNbYgFlw8hkH10UWDXzxGrtE7j2eCo6fPSYrrn2Wp05fTp/XGUKBigqQH7VaUhg7AusaOgLzmsaCRI1Fs4E1C+5bLN8pALPBJZteKd8QGYWWSWvLDhphNYStnNTYIxsgYMPBChDJSUor3jrMhL0srnvXeDzDAQhS8BvBC9jXOuyaODKRrXEH1xCLK0gu20Exyx27GjoCshMTSB0IwyRE3lDqVrM5/1/LNzmc4cxLboqvAEbBJByg69wCImMAC3qKQVouKgS5NKINbYVPtuyrU1qtAdSDzotoFJV6fZja6/pIl+XQ5uSILbDRaXhQuoQqtRKxiiDo6VfK/zVgTnVyUSvaR/xZ6MtuMYNq2VbtVTFBnstX5uUuqGZ6jblqUhPU7BebFRPiGVskYy+lDeQcbYNuaFLe5NLQXfph4ketEOcVnwe++zQSrFbMv+EnZS8AXecLkl26bXwN/oqLE3fgiwcCkrmqKXa/eagZVsFtkJbB+hqnWwrlMVTdMO2HD4P+HyYuZq3f+nTyNztOroMI0v0Z9Vtbvh77GMwdvxIv0SKLMgpwYncaSKPZGvAg7RQn/wU+gAIrglnuG3uABe1dhFC2+i7nXkx0dOIyKaRw0TD5v5mAkYumuDtorjhr6xXMhl+213nSF/S/xZ74bAte2qj2svJ026/2Ba+4Dvgx/jSvXLpraGDvqOUUm/oNP0Ws7GPi2a1+DA2ALZVAHvKU66Ua6kKDK69vdCPrPPrrr1Gr77/fl3B5l+gyVuK9Om3P/5xfeYzn5FkDXXG272myvzIoTyHin3G/Nz58zRbiFIZ8CvG5NCd/q6Iv4vFQqdOndLxEyf08Je/pI989CM6cviwrrvuun6gQJ9PP3l669jxo9956Njhtz5wyy2HJRTqcvpqD5SvRlyuTx44fPjwya3F1p9oS7/5YO/gZA4Ts2HGyXdfc56QrrnySq3On1Njsm4XS/t7WoAvBANmNStpBBpBIECR2TwCy2a+oYsDhZSfw5gttnSK07FtnXnySeUppPEkNSAybyPm1ZoBAzrIWGRNhQUhFmVDF2Sy3SGWt+DTLitXo0yzUC2sWAMZV6mFxVdUkE0VcnhY/NwhpdBl0WIwwEgxASs6RnSPBLeUA7b7Rl9cVClzscALtsKE5NYBsclpzKt/QRsolQMFvlWpsVbNVsOm/PZL6BoiSin4oXaZM57AF7MZT6oFgViFHRV62KhLomDq4WuycojJgY7u6NLUqAQX+yVqlsIHi2xsoNEGqa9Ka5TtTmcnn2hs98KAjZFZsNs2tg6dNj4bOUgmWFv8oz00orwCH7ALU4h+NSsp9o3YkvKESUnqfJZs97JtRW5A8DY2kjVbp7EhFgkkl+jxtP1RQFumFMCMSSNkEvJWTUuCbstmIHpEW+QXF9V1HxO8G/OBZmQiDJpJE/zYELWFW3hgE2JlG0gReiuCFRoKHQ+m29L7SCVtIUNBp0s9tDRxWaUYH1cNtfL0Xikzp8DlUNDf+MUO7BJ2xtaROdOoY0bnTZ4NM3IcJcCKB4P0NXQNesQpZa1TyhsYkT922U2mPfhx7TOqSOOeOjopdZqNnugu3MKHApobfVSnaZHLwSYCQiPSinoL0LbCrtAEGHzYW3cL4hRc7z8H/xV9aZfQpjxShwh6xhxZDfvDB0IpBwQuddS+9EJNR9CftoZe55YDj7v1VL7q6rRrnO11SZ3a3NPHWoqyxmeMZeLg1nzg7eOgl7/8dr3qvnv7Zj/UArX1+GOP6/3v/5C+8PmHtLW1I7sqbjYylqynffp+wJud/DroiJ0ilVq1xH+2lUPmCMOhQ4f6ASIPWL/98d/Wo48+ory1yGHj7LmzusDb6WuvvebON339G/7cfa951au/+7sf2EbU5eurPFC+qn65Onlgfmi2/ZovfO4LDzz1xJkrxv1Vmc/mWdMSk/DwoV1tzQY98+QTmsuqTM5FqWx4RWPeUhSLi/LIZjb2oC3aWxm0VOl/ryJ/s8J1rmuuu6G/WnvkkUe05FDSmPzjwZ4GtC2qNWdhzBE2FInqS0AsEAfP4irQiDStc0s0GNsSDGyq/aZLUoKWEdGAEWiqLDQKcHmCyOh8BWuKRjapEQlk3CO5qXT9VYvFHFgob2jSUuAbhkqAZyMt6BFYcI6tHCCMroYW4hhyJZeqHB5GqdfTZhfwgN0DzILAUpE14qM9PrEc8Dqz0jZfzDSjDXLRG3RW3qCMio4DNsMEliUbYw4VggIVMrdiqxTLtoJvBM8Uk4Polz21JSuldFyL33sJrhbgJiOrdEh7pX8JVMnDN7D52u52LQlyy4NlXC1Hf5dLGwFwBVT8IxXZloTv0CdS5JRaKXFFJVm6Y1uRk+qIQ8dxaowdjTKtsi1uCn3wXTlkaR/R2fcW9HBBAq2mNNIQm1bIDV+CcnLb+HlQbGrQhNq2SkCe/llTApeCbdlOcQ3rcrdjBNdEb5Eh2ZRijKZUjT+a2PObKKkUQ0PdE4gEi+CSbdValIl0sLfHWZ/PccyZCs+A/2p156c65ZBOm6CYZ7XzIkLpe/oqUsrBiTlSKNgoxlPqwD22Yl8yibapINtAx8iaUmxUjwowuHV82iYYex8Ff2wS+kYOAwXWgXlRa+2HzRUxJ+PWGJcRSB6IbFR2mUJGY2zC36BPu5AXGFMHBI3WOKVMfxr1ET5RxhjuYy9O7RjC1fWEnvkFgbrO9CWdoH3N0Eu2aXcvt/AEqAXzvwEQReahbSDGLnhIG7TNG4RZLdrd3db999+ru++8XUePHFLGIWb+zic+pV97z/v05JNPE4N2tL+/VOUBJbEgh4k6m/X/BOyAdZf5m7jE52u6EwqRGmNekb+rK/mMvb9/oI/wKWVrZ1s33ngjck/reQ4VJ04cn586dfXXnTp15fcfG07d9Ja3vGWA+fJ1iQfKJeXLxRc9cMOxE8e+9bGvPHLXC88+O5+xkAcOAyMLd843tx0m9jPPPq3V+gDQWPDbfA7J5M1XkI9mAAAQAElEQVT6qix6myXXF2YjdFiji1bg8hP+Fwjgy1E6dOSoruW74DPPPavTTzzBMpJyIl8MVXOC3qyYvGhWAEtDkSoyKvieU6Yo24AAchAutZdLLSrwBmqlDB3N4KRaqFc2XmwXKX2r1LPgC23JpUKsAAyIPhAIGrSmLmTJkm1AfUOP7MYKjz+KRCxqvQ0hBGf8gHOgVilVRgcuYIMNnpLDIUGiaQMD3wQrHNCKZCBvgEYCwwGfmIisHMYWygFvPps2N9sq0EdGlO/t7Xd5I4IDdAGhCLZodqctNbpBKE20kdtT3U4bCK41ipJkT+3xU8C2CnoDItlpbx1Xa+05aDEltGTw8zp2sgXfUkigG9MIUWRc5EFOly+rZh4iy16PBXzaJMx+sWrZL9KEv7dBEx8EGp4dQcZPKw5bS2DVNxh3iTSJY6ZG5nzosgFtGiZ5TWbAY6dhsa2UY7sNQvHldEstPNQUuWIsUg6k3uj35sDSQExysJ+5FIaIK+hq0IWn111UgMgOiLYKTSmFvkf3Cj8f8AR6QL7UtEEKHquWolqLCvSR5RI8QB78BoQtVlLr/NEfkCTjP7TINpA6YGCNb0prm9qgYTHQQh2ZDUirk3dfgKdVeDxZ49PGCGz0N+gCmKvKrSAvdVSoyBGtFjlNqSntkAgk0HSRtqTPcPRGvSRtaIIciU8Z9/j3Ir7bEHEjNyCGhrhDk21iE/LJRUKrYliqGxAp8hBFKRe2C4CgYFstRVUFTCPWWVnTeVOxxSdOgnCvX3HyhB54zQO6+eabtb21rYGD+rlz5/Ubv/FhffCDH9I+DxCL7R2sY10xsEbmOT7HxuJzeaNMi8FX+A6IfdEbiF1bWwtdffUpHTl6VA9/6Us6feaMbrjpRjikZ559RpipJ554dPv4scN/oha98flHHjlGLwxcvtYeKOv8cvaiB+a7u1vfsD0f3sqGdVVpzZnUtuViVTauPknPnmOCz3XAhtWadEDgvcBGsWICUyUAjUBfVoJROVAcMKv3CNz57LF9+KiuYPLmT8iePn1aljTyFLXgMLG7mHMyr5oxa2fV5NZAeTC5pUpesYUraxbG6EI4MtQlqaeCLYFaCjwBE5DIU2djqqX0YGO75wOLLIFEpCmnJ7malXiF6eRmgZk8akcOBCvqo2yrEYgQpOKi6E1gCmGC3RIBK9qXCFlRJv6HFE1cdMS1yORZ2CPtE+1KK5yLCRrxb759N/L4YkGQ2dqea2d7i6eS+aSfthz+Dg4Oug0HvAVYskmuwI/IgYiroFDoHjvkKbDgh4o/kgdCYDsZ9MkafQSQEfuCia02faYjwVFUeCMn9UD8ENpSarLehxRizwF2jVRCt8y8wUbb6DNYqXZ7whcdeICryrLd5Yzwh9f4zDZ9wT78Zk80aYv/V9Ct8Hv8t2KDnuorpa1BH/ySMeGMptgVvhjQkDOmHb2ppy25ZCV1Wdhc8J1tcQHWVNdLbURGdHXZGx8GR3nEfyNyVgT3Rlmk3ndHxkpMKmXEIn/Efql7TXRbFWTamMW9vthaMBcG8NKKb+cHQGQWiCHFplX3U3FR7MTgXm/oF7qNPZfKn+aGVOHv7ZkFoV3bENwEdIY2hR8YgehtHAoa5chMnn4Goi/5SLsC9Kuhf8Mv/L5i3Bp6YreRHVkrBinjvsGFPuXwBt+QI2gDjTGPjMCIrE6Lb23T7QmoXrxscNR4yaDYFxtKcL1rDRyF9AU73XPq0OeCrPuo1Ph1kpNx6W0UYl+g27XmjZ60ByLJNjGu9jdEQ6kKLIZK7CvE2aoZcXdnZws9RTfdcANvKu7vnyjmxAHJeuLJ03rv+96vD/+Tf6phtsBz0pw3G62U/jd+lvhmjzeaeTOxZK6FL76xLdtq2FXQu/n0sbt7SB/7rd/W7uHDuuW2W3T69BneVDypa05d6cO7W7efOHn8O2665ZqXSRqAy9faA2WdX84mDxTmz8sObc2+59FHvnTrs0+dmS3mg7Z4K3HAZ4gtJvQVV12R72mqTPADFv7YrBXw/PkLGnmCzIFiSdDJZB1HlgqTlejVJ3j+TOzesmlYbOuKU6e02NnRg5//nM6fO6cZi8cEl6GYgDgqvz0yY3Q6VGsGfrBokxJAtU5oUBZDB4KJwbNVUlKHfuIIstc6NfTqi6iw2ChhHorknsfuUI30IdDlstjGQHDkIqUttMlDs9amoQ6a4Zts7HZXPGmGN/T9dT8LesUCjx5jQy2lBwphA2Raceu0BMLk0cGSl/Bi8gXjcWh3u78KLfgmOOG7EbmI0AU+h9Ra+5NpbAt/8vS31vRV+CDaCZT0Z9o4Su9/wZaA7Yt1SNiAV9rIiSyt08gYj9hrv8if9uAiJ2SIusibevoXP8Am2HmDssIgqZSKH2ov25ZdQt5tTZCPXCpcDb5srOr0BZun8Wkqqup1hMfu+C8Qe1Y5uHSfjhpRHHmhGaEdqa/YhCJHwqM0NHAtZWwZobEtm7ZR+GPsdoCAHLym1MiwDvkjNKtOEz0UYKIVmSk3ZkVjc5ogdIEmS7JzVy+PoZcoo7fbNMIOd8prWLLRRs4wFPpuxn1f51hTFy6cx7dL6DFYU7KNz4qqC0sDOfRrxbzpwOfK5A25ItUCDXkpRj+FXLQ1eC4C9QmNrN4fctr7gY36mDJ9GNflzHtRVviARhkORMTG1vORudyCZzxAyHb354oHjsxxB7nhRX5jLa1iO3naV4xxfJLPaoHUx9CF758BrctqXc+mnHxDWigYmtjc6EtvayAZQ5yo2GNbtoOUktHeq+QTfaMPVCTENIDC5opMum/GpOLrGWt3GIgjw4wHK4BPFvPZINO/na25tnmQuP3W2/Ta175Gp4ijEZP+ff4LX9DP/dzP6yMf/Wj/GzXnGP9hBv3uji4QvwnTeoG3FBd4CFwhK/pG+rXPA0jmS/4Dxj0+dxw/flLXXHOdvvjQw/qd3/mU7rv/fp265ho99czTzKuz+YRWb7nl5m+6975XfOOf/oFvvxr9Bbh84YHLjsAJl1xHvBp+eO/cC6/WuL9zaHch5rb2mYyHjxzR1VdfTbBa6rkXnufV2lL5JrfHoj/HN7uxztUqJ+MyU35W4oBXb9k45Kr8bMAe9fzHX2ahnOIzx7GTVyh/kz6TWbbOvvAcG+Sc74ZVcKi6AdKsln6gWcwqdXAsuPkwY+NoMkGH/VQL3mhkAVY2JJfCipVmLML0q+ORkUVtG1WmvSn4wIwFNwxz8IXg23Rh74ANHU7sHmUR5qmPvd8JTCUyyiQDqn6ACD6BK/KCS7RoBMUSWiC4SX9JkdfQS3SNkDVg1JIAGBl7fO8OFAJLAkTeSByw2BMcE8jm2JqnlEMc7Ha3tzUbBnwgLeYzVfrogh/PviBHDf7b2trq/ZSK8Ba9UdfX8JttlfhKJMqxvRFcgovuTXnOE1CDPjamrUCb9hXjGZtTDoTftuJ32+hBIznSL5Ztp8pGO+rC+T18vSdXbCvGzpnsKgPEfvzTOl+hLUz7PF3FD5lTthUfiVTgt9EHU+wAJXvSU0rRhq/WmiaN9LEXuEVGqVWGLhwr5vLIWJRuw6iNPEgZoxF/VSDzZNXbbFO3LKnUAm6FzSPQlENa3hIMLmrY1tAbeSs275ENBJbpalLaAvn5GwcLbcZ9wRNmctuqpfSxtigjM5trY441xubs2bNacaiILsN7/vx5Av85BI+aDbXz1lJYRwvtcojPq+2hHz6k2AmhAs49/efgmr+PsTVf8AbyghqymU6QNFX4ohejVbCDTmPXKHqpkQ2/mP5PqwaSaQxjY3wAIhqYi9AXipSCb2xuodnYsmJuRX/GzmZs6VPBgIZd0T2uDmBuogWQbMsSdrTuh40swxf7RvxfK+MsKePb7aAtukG95AqtbdmGdVT0Fuag6RdDjABwcDjQ1HWKMQgE15Ar+hUoKhrxXbpaC2V8K1J0BDopNAIsI2LsOlEt4ZNqEV9KH8PUd7dZz8hJv3a3F3rFXXfpzpffqcOHD6lhQ9bH53hA+9mf/Tl95jMPaotPH0t0Zo3NGMteRviSOXiehw5h51k+lzz00Jf08Y9/Qh//xO9wiHhIZzl0nLjiJJ8+julnf+4XtLe31Hd+9/fKth5//DHm1gv6/IOfPnbs8JF/5977Xvm2t7zlVUd0OXUPlH6/fIsHytGtrVdrufyexaye2t1ZlPwnWQcEiTkb05FjR3h1tqen+ZZW60D5QM+cfV7nmZxmQ5/t7GrryFGNdaYVgWYlq2bjHwblfyPNydcs6mMnjuvkFVfo8SdOcyA50Ar+FQFiAW1+AFPUB0kDizgLqjKJKSJNgJV6BVHAi9RYlSMB2rZsFmWO4eDtlLNAl32xUVXJYqQwwhM+yPqVTwMjQSeHm9Bk0xqRGbyQZ1srFmbF/gWvlWspcpEm2mWXIZN57LjgqQnFWiWgQJ+NeYGftvHlYj6f2vgkccATQTaNPTbM8O3nZyPUFH0H8I7oXUKzwi8zNofOz0Yzmw0aqM9y0KpFsS00I/1I2Y5BUi1VA3bnzYkLRiO79x0f2FalLUBRti+Cehq5t47b+BtEr8vpQku1Q/SWLr9X6XqT7Yv+sN3r9pRL1vJgpYP9FTbkMFGYesve78jSOuVJN4C5suEF3+1XyqXfxV3r1OjfuthtCO1FoM2CL3KA0DXGGbR6lbGWStDyOhcpuht55s0qhw58HJm2Zfqc38gRHME1NnnbSloxdmITFLjgG3zRpX6LRKggNbzZQKMnmwJY2U42bTCURjaY+DeQ8ZrNZmCRBFMOjnM2jCDC39qoLebIdMhjI0sfaUzbAXNpybzLvIoZtvXi2I7dZ/F/ZCSPPnttCxs9BN22+DntDf0bsLPmaLkEl7YR/QYn7KJDZOjpvpho9ZIUvzRt/rO++G2ENtCQI4CzhWJRgB2dbmSeAmv5fKZV9AY2om3Ldq8GHxixKXIDqW+gE3FLnUxFjhqcnVoAuxnX3FGOruACjVsgpPSxj3vra4AGKf1g/qC245AKauxNudnu+FpLz0sxa6NSthas9cWcMaePhzgU5g3ojLV780036Nprr5EwBHbZ1oMPPqh3vOMdfCqZKzFsj4ekSlw+YL2d5c1VHQbWWePgsKdPf/oz+vlf+AX9zD/+x53nHW9/hz7w/g/q7Nnzetktt3a693/gg7rq1DX6um94s557/jnlj2LdcN215blnnr5Jy9XX//B3/tCN9NoY8cf+Kn/sPbB2wInt7ete+9r7/v1Du1t38o1svs2rtcTXkU0yh4ltDgz5Hy7P82kjTw7Pv/CCngFWmcjzbV157Q269c5XaPfIcclsdrO5RgRcYDLnB4Uu8BZji+9y11x3nbJxnznzBJP1QI1XlWKzXLBYCqORp6H8ed2BSi3MUaIHdxUWSinuC4Zir9MEfxZu6/hSEIA9IwtXSa0JI2TKTlMYKOcapyaozZpYhUx7bOBmsY3YPcKwGuEstdMk+ER+NvFGMMlmUSvBPX7OCQAAEABJREFUmk2joDcQubZlm2IUCrkoIgjkSWeo1mJrpvi28v2mULfNIQk5BPm8cYhcY2cjGBm++CGBbbMJWEkNm5qGWpT6/oU9FjlPkvQXU7SYzbvMAulA0KlDVSUvaQSXy7ZsK7haihCo6AmdnY1hpST7RbrQ2r4oa+Pn8MXubHKhCT44WbLddQRvg5A0sBnO2PCWbJLneELKRhff77FhMZqqs0EN0pRXjGU28YYvYO3ykk8AUSvgiuSqpIYPAr2cG5B6bBpHxkINenebJGu1mnyZHWOJPYjTCl2x90W+EUox6oFGDqBH6xS68IzYOnYdEhYhe/LhmuxiZqvL0yWpUW7ozeGSgWD8jElNjfWR4YnmbLKZN2JNDoxpiSDsWMxnKpaWy31duHBOKx4CZrMKDj+OcNJHuiZIgaaRSsZrRF8LEt0FWUw7BdoKJtpGDvoDczRzFylaUW+s1ayIQruZo8xcmji0Y6eLFHkjPpjy9D+yVhMenuje6G3YIfgCkRNwxgcoeKjENnya9ugdoR3hGdErRgGhUmwFGtDlwtvgy9pJHig4tyIvkDIk+IDZheyR9RuaAG54yTXSbuPYYMkcRvQ28tB3oKyLEEJa0d/b1vlQ8BjlEbtb9G3kIrN1PDywjpTJ1hd+63JHGX9mfGY4uNKXHR5IhlqUMb7mmlO6/bZbdNWVJ+nTUnt7F3hQW+ozn31Qv/grv6ybb72Ft8kr4s62KvNksbXdDwv5LPqlhx/WBz7wAT322OO644479SM/8mP6lm/5Np05c0a/9du/paPHjurWO27Xh37jN/TJT39ar37gtbruumv19NNP84bxvK664uT2jddf/81bW7O3/eSP/dhVupxULvuAlSbtfv+f/L4///TpJ19/aGdrZ4sJa9D5znbo8BEd5s3DhbyO5zCxmC049R4oh4rCQtk6dFgLvudfcc3VuvW2O3T40DECT5M5EY8sgD026RwgstlccfKkZkzqRx99lOC3ZB227v5ai2bFKgSLQtAZSlXeUIBigMBji5FViKyF3LaSbJY4izCLMm22WVQj+seehyb4UkPf1FiYobVTF3QrZREfoHePILwk8BKXwJmwwdQoVaUM0I0aatXAYSObX6BhZ61FxqYE97RFX1vb04ORaLfpJxe6o6uWig/mmg8zNn5gPmiLtx7DrHb5W9RzsLDcP2XMwC/AoUrZKOL3fZ4y05eK7EaQukAQ2d/fg79oztjNF3PsLsIU2VZxkeNMYQdIWyq10gY+FfAj/SFTKaXDiL1T3cmgdQduvT0y01fb6MG38NdaZU/1VQ+cwTdY3GWEPgXb2DrI/IsvcX+fD+Mm0IYICP2IHSN4zJYdeystU98oXLxspAFBhK+1yY7Wgkm/A7FnXSeL3MlOKly4EqIi1FGT0jYyIbLpbPySPI3hje2hWcGQevCBvimjOG2xRdhlGnJQnIAKm0XDZ2Km4UB0rpKRj5C7Q/gjdxgGlTptStEfvQ35G3/bZhM56OsybcGHLnlk2I7C7vPgJKMLX9A34V9tEnRcUxvyIyty0lyYP9EZe1K/FIIX/bEnuQhQ5ufIATFtmVvpt5CZ+qUQOZt6yoFepwA5LNhJoePiZ+ZVt6HjVpwnlsCB+v+7En+uIfShS46oi3Km8ovxIXUae7a52ZZtutRUZdYPoHUayddzStFFvyGESh2i7+JhhrbWaWBa+3lsSzVsVxJyuELVccHblu209jx+50ShoUhmrmwvBtSNmoFYzAYlXtx6y8269daXsfY5QEIzMpHPPHVGv/qr/3/y/iz2tiQ778S+L2Lv85/uPOWcNWRmDclikaViFQe1yJLdarUaogbDbBltW7AfrAc/9JMBP3TDbhh+tPvZb4YbMGADtmXIbqNblsxBJEVRFKeayJrnymLOeaf/cHaEf1/sc25mlUA/+aEzc9+9TkSsWHOsGM7e5977m+M3EI899oTu33vAF5kTxZzOx7Lt+iEHiddeewNZs27cuKEjXqPaJu+7vvOd74/yIx/5qC5fvqp/8k/+n+rY/e/9jb8JftErr76iu3fv+off//4Ty/nF3/zcX/vsX5G0Ad7XN8P0vvZfvyaVF1/44Cd+6Rd/4R8+eHDvFoeJkqAsLDZlmpXfOuSHlm/evadaWdgI10Pe2Z6fnfNt6Jz3aQ90l/ZLL72kb37jm+O0e4+DxwWbs+us7sJkl27cvq287sjp9969t5gcLBR846mWOMGoUjEJO08ek4f1Cxo60VdI8lqKjCyBggysZQMCKEGMOwtZDkJZSMXEmYo5rMDLhM7GkElhe9DGxzwG3F40nfEEBZd1Tp25piVyp0mR1djxciAKRG5gIjYREpxt7RdeG9l8zW0YmcVC40NI6zL2xKYCMt/8piL4xISu4/cjm1qJxdGIRX5DklcjMzFPGbAz2RdloRTyI9USC17R4cEhciZtOIDgMt0NLSxk7G5pR6fQ34iDkFNLQbfhFk0rcREcWfgDa92jT1y2B7294gy//TYu5iQGtod9iVFkNjYBycplW7aHruBLrSpTlRn7bHQT8baLzhmL0Ie/Y29KxTbBD+z79mX6ncaAt2tpGnlSdDbsWmMX+ujfsjnFTnHZoeka44Yz6U9faANOEKFLPZC+QOhwSClti5tmXwHfOzC+FYcXCIFdpBBa44q8jp9GrxkjsymkY8thPGVis7A5C5paakIxDg+pFOyKHR09saGW5MIx+q1KfINPXDM2iBdkQsVadikmmI7YIK7QRW5kNfI+pW2VAfhFzHomCjwadiJEXCmwL/SRNZooi/xOKcYPbgi54TVGFDoHLe3IHHRshtpB54mEsMHQksbY3IHdOPKkpNEX33NwYaKu8ws90SVkCr5Ah26UtJfwEdcOCJqCEbiGfyIWsbprDA9DFPlD1pCpRxdmo0sD0mUHI64+yIdPxCJlEClbfEHfqGMHxEKhctnwc3dsUS0ysNYts0iUUpjbsyoMm3kz1rMcJDZz8NZjPJ34xE99XM8+8zTq+pg/9++f6eW/eFn/1//L/w2uqnk+4NDexo81p/mQ9a2TQ1vi2Vn7LvQN1u7/8r/8f+m/+q/+qV5++VVoF0mFL5PX9Imf/qS+8tWv6dd/81/o5p3H9LGP/xSHiqZTni4esjCdn51+9vs/+P6v/E//x/+9/EATvvfvXd6/rg/P/acf/ejx47fv/Op/8X/4398i2etUKgmYQ0DX5evXNXNqvffwIQnWVD1pyzvvyXV8u+5MjAc8Yj2/ONW3vvVN/f6/+ld6hSTOt7rttumcx/hbFp+rV68pj+Zs6/XXXtPC04BAfhtAQ5tp1lwL8kVZ0S/AK/BNc0xaSbYlmXWgK1dhou3BXvE9k5YFrLGIdOxjhoX0EYTeXmkvWFzyO4ULFsmFA1BjJWm9sEyih3rhQHTO04BGfymWbS3UG/I3m5nJ2FRZtNPeK3gkn718bE4sLBg8eJGgTjwMbsQZeUVWLUX5bUQOUwcHsxKBOvok1CobwkSM1NHPxnJxccFh7lT58V02nYlF55inRIhR7Alu9V2o7opNxUXr1dEo2YmB1ot6KrWWQW87zUFjQ0dEsnraBifA2AVEoaz1Whf71Htf6z0NALYhl6rsld42ftVh7wV50oh/LUWl1JDtILr7yovv0sob+eKy3+4PzrZs0/P2bXvg0p9x6uREIPUxltgaantHx9imnf4t+THsoU/yGO/G+KUv0OG1V77EfI/LEwtxpX/oQGb6cAQpdOxv+Dv2NDbQka/QIU6dstN3fn5OfMqgzj9kpnCDn5Jz5GFkF2KWMn0NXCF+lf5OjnXkRG/wqZ/xlDGPupM/jTwKLnoQqVFCn1JcHbs6HatsKXYVdIFa58CuP/JDp1x0Wow6fcnx9CGYuDGG9HfwgeBocq+xix2N+RroyKBDfWfLvk0mcyOH/r4fg/iAz9ETOsO4Ris1GtzBUyhl6N4J8ck2vq1ARbLGlWJvQ3xJew/azYcQwp5C4evgGz4OHYxpQiGuve6004cxsiONTpBETEv8AmzwgXTJsoko+FrqOudk5k3RVIu4+QJyoKOjAz3z9BP6qRc/qmvXrylXXlPdvXufJxRfHr+NeOaZZ4LmqecBc6zINk8eriBnM55efPe73xu/p/jmN7851pXbt++o1kkHfFF58smn9PTTz+q//q//qV555RV9+ud+Tpd4fX337lt6683Xffbg/uXrly595hd+7tM/i5IN8L69y/vWcxx//vnnN8vZ/U+fX5z/7e9++9uHbHLm6KrClnZ0dKJLV67p7GLR6dmFTEIvWfjPtyos7kUWKD08fah79+7plZdf1ve+9S1dnJ6qFh69ueiMBTEb4Z3HHuNx3IHefPNN5dH8lgPFlkf07K7MrYakpomdMxOkWtm7VGyg6NFFmxtayYZIgrePuu1Rz8TtuwnaWKAgAd9Y0BbopGmqlFYW/LziOGdjzqJ9xtMW9rOxUBaMYC2DLzJF2eGbVEqhf/tjbdvgQ9dHaWhCZ6/22dFX6Cua0X0wT6pFUt6BUymQBSacnmnPBLTCW4CpVnQ11eCnqpkDjMFl4cnmFbvzg1nbqtMk20NPwYbtxZnMIjRRj7rIqsWqpaqySJg6BEN+ZxHUuPr6CZ/tUS+lUK7+gR51wks8G0UfOkEipwMiPsuA4LJwdgKZDanBPMaGMn2RG7BX+ac80coYQK7gJ/xJXVrtWHnXsUg9ssUV2rSHDhgiPqbbHnKGUVqv9IU20Nhs27Lgx4JQQVsFizJ+DTm2FZuTJ7YHzSgQgqerQD5DSwFtG4vwGa+ecjjK386JnvQN29hkYsseh0SafcRqy6YYWzo0bZez4QlN41t0YcyiJ+MdQ7bgOnZYForVsTf9gY5fxXXILYxd5MSG04dnfBtddME8viDXIyuHisgKhC4yA0JeRqWzaeepQOiU0UZnZIp8WdoFeheFZok9HLw6fJEj7OrQixwfNsHX+HYe2R37RF/Dz/Sl3nd+L8gILhAcbOp8PAL4Opt0Rw/VR30tNEFIsotKBXAg42VbtpVryBm8WBcewOLPrj80COXe5TX4yB54PiCHmspP3EiQ7bgyePvwp1EP9EFtm/ZOLzYEWxifdDZi0sA9AnxheYW+0R1KRKO8Zs6CydPDgryKyuCmuarWooPDjT784Q/qpz/xcR1zwCDEUHcOAG+Mpw7f/8EPdZUvdnfv3SdGVQcHB7pz546e/8jzusIr7YfkyMMHp2gvevyJp/TiT31CE69PMyeOOTx86lOfIsdP9eu/8evKl5/nX3ietfxcZ6dnOthM9e69u598+Ycv/93/4n/3n39SUgHel/f71nFGu5Ryeuvy8dHff+XlHz2v3moShexU/n2J6zdvq/KtON9oikWGdF1wCEhCV6JmJvcx7/5F5j54iyRtTRtLR2x8hcnSqC8ouXb9hq5cu657vBZ57dVXIQcLbWMBmSuTn8nSLs6H/JyqxYIVqKaPiSPkIObRDQOYn8YAABAASURBVFq2BwRpr/WOnEBwgdTpEmigy6WqzLNUJ51zejg9bzrl9caDs0UPTi94AtPxb0FuURbJxkKfxXeqlQl0oM1c1VlIY+PBwQYVnUPSRgWDYmstq72Jj7ISZ2pWa4JvBg6YwPmtxDwVlWLCXHZk2BZaeCqve1il6ZfCg0L0Fp4GFR2zYBwdbRR+wqaC7ANinScTmw0HOMahlILcyp7QsEuaapH5M0qjc6qa55m+IhGYzuLXKa00dwsebZqyg9VaDlxXrix2WWiDslcaaV0wtzyVCr6NRbJjB0Csswk0xjy6xBWaJXhE2uaAt2BOV9/xSUWhDRAaOFb5aa+6u2zLxLHTG9nLI/lWIQ62hgw9upCPYu6BjxxYFH+MnILO6iqoFP5GbJYA+dgAIS8yi6EcdNLoh2ZLrjx48GAsuOds2Bfkc9TaVvyEVVRl/giIzR3lC4eaLRvyajvy2MTjY/AYSfyaYkvawQcuOAQHKnlpR34LKfl7gWgP+shMf+TKhYWf/I5sdLcAsd9i8zlfDnIAatghYm9JnZIgUOkqNum4VfQGaNLV8Ynxgm7EHftTwjDoEEGVKBLo4AMd3SZOYs0QZcf3yBM02rUH3R6PFimSVjlrDbGp0IdVNNLXKIkRcgrGr2AVKoHYO+ajIEMPn+r7kjGNHNjARdYO8Cs4EyfY1j5TQ0cPME9pcXeNCUw73QFxIQXJDb5g+pCSgz1k4ILvfCETNjIHoV/9BkfdQIGjYHihEagFDO1pmsZ4pKSpiXVkIgdYUDVTzz9wd5tXHx//2Ef0wQ8+Q5Q64yTyYtFf8NT4H//f/wlPL26qTrPswtp1qPw+7sUXX9Qv/dVf1Gc/+xn9/C/8vD73K7+sz+bft3jsjsyfTjzyV41v3rypj3zkI/qDP/g3+v5LP9TzL7ygJ554Ug/vk/f3H/hgKtfdt5/99le+8hm+Px7pfXqV96nf+vSTTx5utvVn2/nF33rr9dePLx0ekWZFZ9uuw8vXlKcTjScSncWxsvn384dSO1PRhYoXHW6qjuaqy2yuVw5mnbBZ3bh0rMs5ZBDV8+VC+SV/fjvRJL3Kq45Tvolmo84Cc0BiVxbmYpH4i8hdJsaUAvlpdkprYtI4REyRdHaJWqZtajS4OwvRVCfWxKZM0G3sBY9ozfOkOvrMRJ+wftL9C+nu2Qr3zrvOW1XzrFIPdM63uPhtNui5dB0dVDZ0q/Mtq2LHEaf/Wq1aimZ87tBlMldmefq3xAu0jo83HERmTZyy5rngh+ERE9r4FdsbZQGMQ/iKrsK3ukpZi1QtXT4+1ARuKlvNddHJYQGqDiZxwJh0dLSBzthRsHMe9c7mMM2VQ9OFJghngKjIVWMRKvggLtZGZYFEuQwuG0zim7psYgwRZXgb1eBs8B0O6F2JGfglghC+sPA0WQsnya46youLhg5wS1NL/wANnKGN/sbYiV099Q4OUkVm5HX0lYoe+GyrFJyIvq5xpWrHps7CuZVt9LRRUlUOBZ0NJNnSlE+Bg9mFlrXwyQAoNpRuTcgvpeiC3F2y+UWIoKUvv6VxaXhWpMXq+Gls69CcE/MHD885NJ9iV1FkZANRkxobbiFeW2Ruoevd0HjoXNjUtzwBXHiN2PFxifNKX4dGw6cZHZEh+gO1FMXeHDIE7Spjq2L0YsvC07/eu1aQMgZbDhAP+SZ5yuu7hXpXwXOrUc+4x4Yth4uGPYgXVgMd/ecqsZ0vEhW3M28FJ51qxKeR+ws+RUaLfXQ02oodlIZ2ywEouIAY65a5SZ8oRUl6y/mDyz3+Q5O4uTekdXriCyMFIWmGXwsmLMpBYWFOGjsqenBGnXo2+Xgn+ENTMXyaKn4gLnQIN9VBQzs2lgwW9IK/0I8CNv1Vf4arEc/gQmv6sYjPpk4+BC/6PWTlU9rS7sSt4Y/Jk05sonPB54GjYegVnUgyJSjVfBDTCv9UGM9hJ8gu/KWEpyC3lkKuljHvJ5g2wNE8sTYc6Al280+8+HHduXNTiUXlsJFXo7/127+tP/n8n+r27cfkUgdc5snDE48/phc//hH9ws9/Wr/0i5/Rp372E3r2mSfG2rLhC47d0FN5xXGsj33sY6rk47/8vd9TAvqxj79Ie9YDnnrMdnU7/8DZg7u/+A/+vb//Ib1Pr/I+9bveb+0Ok+FvnD548EG37suXLumURcd10vVbt5nrjUek50pye3uudpEDxTnh2pJLXTOb1obkPuZb8sk867hWHVNOtjoT5ILJdP32bR0cHvKe7c1xkmU+oLKzSRY2xVlQSo3ZAn1hElUmf0FmQYYgLpYK9UFHW7mcHnjcZRtbisyfWtZSXC2LEqVt1VIkZ5nw+I/JznvhQNF1l0U8h4nTVsBPPKXY8vrmXB3eyyfHOjk+1NGm6hA/M2nNxI99tRS0SdNUVfE55WpjGwtCFoccNI6PD3R4PGmaiyYm9VQsQqtppszf/cIfW/BU2dbCQSQ6FD30ZZE7GLqhgX7iQHEwS4ebogNkHh/OOgLmqdCedHhwoIoOh7cWFWC/oCwslCoaOFQpVxbFQOo2XMTf4g/+DbzpARrj04gJLXVi3lOBTvBI4ZNEHTI1PrjVsgq7Skq/Ffb0ZTNLWdBRa6XX6ujtjH82pYUNJos3KKUMv43hkkqB3kXmT4mfoy7ZVkNBeKVYno1gxXcE0U2DHmyK7aGlteLEBcHA0RnpBdSWzb8xDnRJ0QOEJ30l9bFJgDG6sSUHoHM24/OzrWJnKaFE4KDr2AgtY9Bb7Eu9sVlvdcEGvyUPFw7xZoBa+rvoYwPFdnGFZ8vBnkDJaYOPrwvzaxudHAQWngwp/hEHTNI0TczfRRfgz7OhI/McunMOL+fgLraLFg4TObS1lMjKwSRyoiNQ8aszLpGXV5QWQoYPjXgvyN+OsoPv2BQ7G/q3bJrh79Rtq9EOvqGjD8A3Nk2YJfwdfiHa2I+oFQe+Q4MJ6uSE0oHQZWdPeILr2GP6KnHBIEVnhyYAI9guTAD6qAffsVXCBuhgkOF/G0QbgCZ+DR3iE90C54gZ7QbX2ujkydBFP5T05nPta/gBIaz7NnzYvCMaeIcPKBAWtDtxS5t4sJdzsBHYlT+ftskxywSn2hwszBqiATMLzJVLJ/rQBz8wfk9xyPqQaXhGDrzGF7p/zFOKew8f6PDwiCcUGx3y5Shfhq5dvaLHbt/S43du6cb1K7p0zNrHF8WDedKGedqJ1WYz6+bNG3qBVx1f/OKX9J3vfl93eEKRfwYgT8y256e6dLi5dP3qpU8+/tjNn3/6ab0vn1IUvQ+v559//mQ6mT7F5P/rpw8fzlcuX2E+LixAF8p/DHPp8mU9ePiQTe5ClUSnIrEwJNlFctVqlSR0raqlDJjY/AoJvmUx3rIIHB6f6M5jjyNzq/y95f2ilEm5mWfNbMhi0QgUpozRgyiVWmVbpZhSCl65mGS2pQC0llVrGXTFRblssO8AgW90NHh7KWIt5eBwrvyLnQ94NH3GQn3OIrdAc8q3sIenp5o3Gx4FXtIRk23eTCrYsW7uE68f0tYjvVIDN6vxrVDoyOIQm+ZpUl5HZBJObPilYGctmueJxb7IlkQc+UB+US2F8F4IVcrkLVRqiJC5gWcmVjMx22Db4eGBTjjwHB9lUZiRVxVxW74JV2IXsI39hxoLGp0ukm2VUiiLJJBZnQKiTUm3bPBaL3utx56OHSOG0GlFIzuRlWxGiH7uRxvhQkwri5vNMklH2rElG2HkxI7YKS4bfsosSumnOm7bQ8dQid2l4Ce4dBbkTsSkgE97YRGOjX0XU9uyTVe4tatbnQU+m1Lb0Wt/rWS0qCAjcjo0INSx3+gxYyJEFuQGSEHs6ykAK34tbM5iI6iMQ/jCH1tTD2Vk2B4ytxzSzzlEDr+ZB2hW/M84np+fj3r8G/3MpyEDW97ZTn2b3EPRvj88tsdYnJHjF8haDxBtyAzP2dmZ0hd9icXCeEVv+lIGN+TgcCdmDf3B0RTGqxOb8C6xG5s0OqTQBK9cOLS3qUPXBjQ1dHX4O3JHP3UEwtFXKR050MQm21rIa1HaRdusQWIQQj30Qkw9N1GVwA2ZuzEU5QoLXF09BwmgoTN29l1/5u3ghwIh3NAOWZGcJnpoKwCK3t0n+B1PZHX6fwxYH3p0QL2/OzSpDy+ojzalsTB5lVLkUPCBlbYrfZUY2FA8Ag28bWW85mkeB4VrV6/qpz/xU3rmmafHmECkLYfPP/rjP9Zv/Yvf5iBxpDpNMnk9c1DYZG0B8qXkiPVlAPiplrFmLRxI4vtmnnidkv+U7FB//Cd/olPy60PPPacTDjGnZw91fHRQLp+cPMPrv1/85Z/95af1PrxYTd93XpfjujyhOv8HPAp7PotxDhAPWWRmvuXe4BSaybYmUVNjQi9svJlwxcSKhaCQ/GIu2UWFpHQtqtPMVBWvTLbqLnr88SdGcr/11ls6Pc3TjUWsDjyd6Jx6izZsCGayWV21INGWbRWA+xGuWOIeH8GXfEhKESjF0ELBpKzYYZu+yMtmZh6fSw17FhU9ZHF96969cVjKYp5NYJ20XZFzwIl+PtioW/A1uVJRl/mTzTyQjX3CdoFPnFJ2FqiKHZExMVFjR4VmrVfZSHgERSDgzrKEbPhCN8Nn6lCqlKLKpmRbo4/JnnYplZge6OTkRAeMlbhifxbIbAYVHlAsAvOAgry0SylDXkpESo7VxgZTtdZrX9JHLEMbWPvWz/AGF52B1G3kQB+K2JEyEFtsKzEKPhCeLEz2qivxt63iMha+0OgdV+hDI+w3MNrE2vbqDzEWV/hWIJ54BEr2qsP2qFPgb1/1YC93yICOSSvQGPXIiq60o9+JozX6LCv2KpdFK/4LuX34Grml1NHuksIbWZ15Iy7DQaGOH9moOxttZx4kThnDLfPtjLmYdmKYw0VHaKDBE3zqHZ42eLtspLqMcsvGEZ4cNLYcWCLr7Ox0tQ3+xqa8l2GHL/a30R+e8MaO6IqdQjdUSpl2LeRSdPWgOmgqI7K0U0Lf8bWjq1OPnIadbXcoWUueEKjBu0Jowi2jAZ4cVAZwsIgMIQ9T1SkHHWT72zCVdILAGoU+QJNxEr39UYmnCn/6A9GbMgDjoE2/sO3tNiz4lc9HEJfTSAmE/xHsaDvjE7s7sjo+BcKyAkyP6Dqq0pZsvBmggYt91Aa+go+fhdhn3r1dWrVYE3N/Zj7UUnTAYeAJ1t+f/eTP6IQvdgXejj0PeOX8z3/9N/Td732fL06sEXxBmVhbDK+4bORME2vHpFqTTyJ21hgz8rJAky+fedXx1a99Td/4xjeUfwrgNq9NzjjYPuRLGV+irty4fu0zf+2XP/fv/uqnP30My/vqTozeVw7j7MHD0/McJP76+fbi6OjSEd/c2ewt3q/dVn6Y+dZbb4g0UiHp88PEHCoqu2wl7wN5ytBZMJDFTQhJ4hwi8g9E5VXH1WvXx9OJt966qzfeeIMn7+ukLjzDm6tPQPEMAAAQAElEQVQ1V4kv7qKqicSdmQgFGQiTSOpMolKsQt32isKWYu3qKa3w1FLBeUzAikDbo+1SBIHkqg7kW9q9Bw8UuGBxwxUVjGACKIuXIc9TiYotF1l0eTQZGdGRTT1QMMBar0z2xAHFCu88T5rgnefVnlAVWxP21VoVObYpA0XFReZPZIbn8PCQRX0rF7CGpkJToEmdspSqcVmyrejfMsnFlb7YRxUZiyr6bAhlfGvoskYzBKJOmbZHaVzo1HIbWuLFwh0ZAduyC3igVBVssa1ctke77xbMlOIKTYDqsCe2pm5bNkCjEd/ORkNVpRYZv2OF7aBU0CXtbCP3BD5FaARJqXX4Ka5GLnZsSCkVMHxiJ46Nul1ke9RDB+mog1QXOvgcePxe+1baQdQl24C4aEBrr22DsfMpdXgXNvMc0Au6V1sgEPIR2lnQG/6mDIdtca8gQxiggHbIIUdp8YTvgrFeRhyz0Yv+zkabenRERmSu0HnycMYB/lTpv9gdKBYW+9DFrkKcU07kfq0Z0xI1iF03tgu+jeZQEdmBUgp5PUkISDtlcAYvrk7sxwEF3wgNgRD2NrXhLyX9ndholG3o4YO7qZEDkdl3fSDBNXVkZW7F7tiYdsfvFbeo7enRj1mYZJl6R2eHt0MbW1La6aFzd6+tdRzxWD08IR799NLVB39HJhT0QzR6FTr6YscOAaaDDt0KgxaayHgEHCoQlnvHBi21t/uRgSRQ417xxAHdobQtew+iLjGMKnxkLKoLc6GoMJRTNQeCmS9ss55//jl9lFcUZCD9VRmG73//+/pn//yfj3VhszmQZNVpioU6Z+wbsRW4lI0czBiEv9F3wSu6WmY99dTTOjo60ee/+Hm9zl5x87HbUi16+dVXkLvUK5evPs+r77/9a/+T/9GLep9dDMH7yuP5Zz72sWfmw8NfvH///jO1Vh/xbfeCjemADe2JJ5/Q2flDnT68r962ShK15ZwDQRMrmkxG1kLImDAaicdEMPMJuIB+y2SeDzd66plnpVJ3P8Tk6QQLB+uXDueJpxNW6iaFR/JPlQWrqkRuJg3DYRLazmdn4hT6qKcNlPQz0aiSw2XlZRI17CmuKpLSJ65Sq1Qmkly86jhV/qbJBYtrKVapAMQFyDe5hv2mPkpWjBkjC3RTbOYUT1Wdg0bDx4WJJmIwY3tBWUXPBpqU87zZ6e+qxcpBI5C+WosCU/ioCz22oZm1IW45IKQ/dpRSFNiiK/oqOgJZbHLgOWOzCN42Mido8RPa9CcWKbfYm5JRYrhYmrCZ0VIuyxQBqQ28WNKMHBaeJmRW5ZASG94J9mpXcOJKGR1Uta/v7dzbse8PjW2ZONvRt7eJHvxtjGt4bKuUKilEgLjACcihIqVdZK80e/lrucq0yTD8GjhE2FYJj2gkIAHFhtBJjdxu0BsaybLfAaIOiAhFXkC7CxZ6cvS2tmz0OQykq5GPkFNdFaU9AB9Fhx2Z6abfYk4UoKrid6FvYSw1LvyBHiXY2IYPyb0tC3zkxZY8WbggH854spHDwAVP4s54fZd25LgUxrKSZ4GJepFtxHRkLuqxNTqAyAtPIPJtq5J7e3z0Jk/TFlfKtpsTHf9FQBo+tsQTuenfQ/oCabf0BaDt0Rt6fI4sxKKTmNKe0B3a8MlSfF14Yjrs4wDX4dvLa9An/h07OrLDF0h/QKFNH+tR5p5Ygxr10EYn4qNi7cKm4JQSn4aN0A87gttBeHrkoq8Dj/rDA0RGIz4KL7FMu4Pv+B3aTl2RxVrQoUl7QOrA6IPJtuyAKFcolgofpRQxoir0b3jqcABQ1dUrV/SzP/szunnjRlSxhDfW963+9b/5Q/3pF74wvkgaXtva8MQz9S0xTWy37AmJ3UKZMRD2ZuzFBJynA330Yx/T977/A33161/TyZXLunrjut64+5ZefuUVv/bqq4ff/fa3Xzg/u/9XJW2A981d3jee4ug//Ie/dudDH3v+b/HO6+/evfvWZubxvot1cHSoW3fuqFTr7ltviqmsbRYn3ouZREq7Myk6E6bKTLiONMl28mvAOZO5w38TOddv3eIw8bo4tDAfmhqb+GTpaJMDhVg44WciT7UoYHuUtZQh0zalZEmgAPM0w8JUoVydP6kXOveQSZg6rPB12Vapk5CgcyZFfhOSBTa8dMn4ErvO8DGyNnNom7YcoBqHCxiZQ4s6/i+0G/TBhXdikZsmNvGayDTNHD4mDgmWqYOPQBYKm/Y8DVwlNrZZzOtoU1Ujphiiaa7abOaxiE6Rk05kRWcjrud8M8gEz0TfQ0d+cVEpHACGjQsHJ/wmJi0LXJcai2ehbVtZ5MMDm4Rs2xJx5AO6+CmwAPjQmZbNp6OjpEO5QGFnVeSubaOXMSY+tWILZfhjb6MemrQDduStEHwgNKMPfR27tyxoSh37V/NW+kJMo9M2Y9KBVWd4A+HZy9qXhAU6BHHb8cPkUJFtrZepa9DsTBUY2V67+YzetIKyU4tuBIo6ReJpRWZR9K72a8RUXBkD4UhsTH8fijixgRv4lBjqyIM+d52mFIq/ybPEdZ5mjTr5kXYIIjOl+Yjcs/FqY6st+X6W+cvBohRpJr/CO88zebYZEBnDHXg9YmvZK+zlJtcia5QcYPLj0HNkXlAPLnREY/gd3x7lGOM4+ijjHgFGS+4mRi9ug4IzsSCAwXVisHAAjpy0CzaF0KYFTaGEibg2NsatFnxcmBuNOZQYp77itspBegG/IK+jo8MfuQv0gbQjK+Xa32h2TGVA8wk9WhUbTD2WK5t7umnsilHjHIBPWvkf0dKFHMETHdEdTHwwlU5cOvZ1fCZ4gpkb/fAHt8KqJfSxpdMHoRIG29hGPnsHhTaEE/NvQ34USZt50hHr+9N8SfzUz/yMejP5U3R6ttVbb93TP/tn/x/ln93OGtmwZxq5cQBdVw5tGfdO7Ai46tCHAtqJR3LpySee1CUOEjlQPOCV9gc+9CGdnFxC5mu6OHtYtqdnN/717/7Oz/5n/7P/+CN6H12J/fvC3V/7tV/bPPfBF372+rWr/0NeQ7x46dIlHR0ds9jMyiR78qkn9cabb+qC92Bms2/bM3U2V5PItZQsmeq9qaUviUWSCbxc1G3lx248+dDTz35ADx481Kuv8PiLSW91FfgmJtdUmsh3mbrYpCf4bRIVmYVJkQmRZupgBaFSL0EiRwHsGSUEZjYXRtCmQV+t2AkiZaCUKkWIpCw6Hd5Cu2ehYXHJsn1Qi65dPtGVS8SCuvBtuTjT2elDbbG/cRg65VXJlm+AthVbDjZVhweToh/JmtkACnozAWvxmICYJmGTbZVaVOivtTCpJ01M9kKbgA78hsk8EZgjDnaZrLbpaphCvObNoMkGccq3zoZ94S2u4GNDSTRFQxmH7qLKQeqCb3FGh23srGIIFP+Vy/nAOuIReYGgItf20Nu74SuAIQ70HV6qtQ6IvEAOPZERfGIWyKYTnG34NXIstGk0FrDU92BZtUzYZx7xL9pyEFq2DZ6+09llQ7WDRgwWxi/8rXf4NK6G3BUSu/6IF0/hF1C095EGt1VcBn/iI5nbsq1ckY/4ISft0EaWiHhIuviDLbZllUG3JWeMHQIsKTkBFTXqCOvUKNJQ5NPkNvXYvEJBXvgLUnMIgEDTXHnvnfGWKgfYzTyRZ9JUTC5uxgaymejHkWW5UHLz4GBWXqVtNhtN5FcOrflRbyD1zTzzvn0zoDKm8a8Sj1qqKu3ozeZywXzIYQIjg1oBJ2J/YEVI5o92lykLgGd8vn3DBlVX1pVOHAWEtg+7F2VuhqdDaFuJZ7hLqWrEuhR6d7QL7UacO+3EeSFv2tiokQOujRxpmN0QgTb60o8gRkusS8IOCQJGkte+2AKVxKtZMYFRLzrpxl70GJsEjaBegW4HOh/oQCcV/AuSGvSIGfy0GK8iO31oQV7HfjrTNWD4gXx6RzuUQye0q76u4Aq9KW2Le0CtZYyxuILLmAfyQ8tP/vQnlH9Js8cemM8Yz/wG4k8//3kOGGdyKcp8Nbzi44K1Y8SOPOrEbGEvQLxgTTehMbomvfD883rt9df01W98TTdu3dQHPvxhZW07IN+uX7t69eqly7/y8Y+88B89//zzBxH9foDE6P3gZxaWx7/xzW/+4ve/992Pv/XGGz4+ZgOdJ+ZW083bt0YMOGiwkLAwkkhik8+ilMNAgpSEzYLTmASNBOeW2HQaKbZQJtUvXbmqazdu6qUfvcxrk1NENLEraCYbCzPLJOdMwhbKoq7C4mAmIV3UC4tjESgZmoHj41EbHAolyvSXfAgMk4RCaQ57S8GHCVmVCWxAvGaZdLiZdcQCuimSOcykvHJ8qMdv39CtG1d1zCO/ik0T/ZlMOVh14rBw+Mgj5EeTDH0FHTlERGfi4mIpC0FiBn/sELLGTaAsKzyVRXqODdhSa5GLsNU6OJxVkDGDt6VAeEspym9aDg+PlIPGBO+82VCfZegXFswcNLLohlZcjfFJPfiUmCshswuL8rFrpBoArYaNsrlXyMITvDKueyLKFZ9xK4rsQcNHQ2f6bNPKkC9jgQoudClDEwhBZ8xjc9odA42fldjYxpZGyiyDf0vsQ5NDQ4uNMGOG0o7vDb1ZkCODLqp9QNB4G9Roo2LUTcyiy17ttD18Hp18RE4j56gO/GiTq9EVGbbTNWRGfkkrHZSjTtnY1MIXoLnSQtPJj3CHzk5NQ0fiU7CL1mgPn7ReqScXtzwRSD3Y1ZZ1DGwPnuTGAfmbOW07ZJnvunzlso6PDzXNGa/EdhmxjW0FuhEPyrQjP9/qY8/MuhCZqXfGKgIh0zzP4+lG+mzLdAQ6/lGVbSAepkWEwGe80grNCi3NdAJrNZXRR6w7+jp8jTrSFN8NWexl4FVLQUcwSIYuvGlBwt2JN5jRlfoKox/ayA1AqIHT2j9w9A/mdFJPf+GjYw8LRrAD6FLWLFhHe+VB4dqiryO7YwQICj6V2KYMYL16cjmCAkFS9h2ENvVVQDp3QF5i7Wis/VSxj5DLtjJ/iqTA0eGBNlNFROOwOOvq5Uv67M99aozdzNhGx717D/Qbv/Gb+sEPX4J3FuplYiuRJ6wrHcir8MY4XOTLFA4b2M/b6Lt+/bqSd1//xjf08quv6smnntKt27fH3L18cjR96Jmnnrj3+uu/9Omf/sgH9D65yvvEz/noaH72hz/4wU995c+/crTZzM6i0EjsJOcHnnl2/IcwTjDYbEUS5cc4SSqD5CbN1k+pqJQ6vjmcnp0ri1D+umW+GX/wQ8/phy+9pDdee02Nb2oLiSg22an08bc7WNdGaSZpQXCxlM0hJ+nKhlJI6Aou+GzK+Qa1YQJUJtMEcmaSVPg206x5mjSzwCXBOzqymMYX29jHsMJT4RG+FCbClZMT5UnE8cGsqydHunPzmp547JZuXb2iHC5mbMxvPCq2baZpbOS2x+Q4OGRRrkU5ZMT2io1jBjILJ+zu8DR2sRl7EUpFYAAAEABJREFU4kfqLlIthbhJiFHwUtfwazPTXvs6Mg6Rn2+Nef0SvuPjI5XYLuk8McT+w6Oj4e85Mc9f+SuGH8HjoINu21ALXR5jQ0XiQACGTWRdxA0P6obpoa6lqpSiYa/WK/bYLB0Qpr6wQYbGDoeQtehit8GlP/EPf3zfl3v6SmwiNfjgQp+2bWzoQ1bagfQlJ6dpo/P8mwk8GdqyqC3YIRctxHibsaxFlTxY8Dk83tmfeiCyAlnoYlM24BEj/BALfLwI3RCL3NDGvkQo+NTjX8X21E95dbDlNUzagnlPEz4CTOwWik7ZVEsVleFbeA196PLtvvPEpWOzbeiKIsu2ZnItY5m+I8Y4fIFSCnE41xuvv6ELXnk94CnZw4frU7M8qUr7nNcPW+bZGTYGN14xIjNyTk5OdHR0MDYRtOmc1yEPTx/wDv0hcb8Q4rEj45BDxla2wVkPT++rVsscgCqM8TfjknglpsfHhzK52Vk7JvyN/eJKnBtjRJUw90ETPwiGZKThe2MMgotM28qVetYQskFGn72jJeahj47ov+BbcutbbTlkRmaFbsbAlGlHVsGpim1MfXV0xY89TFNRZ22r0YGFsTfQY3MA+zr5VuIo9YW41lox3eNJRgffWWccWnTH+uBie/TVGA+NdlcjV4UeTJKIVdHql22FL2Sdj9QbMvf0gke0WY74UlRUimHfQknPkN/VY0eRspYUyvgkxgvRaz4FKSn5v2FNEvQ/9eLH9TQbfsMWlyrCo29/5zv6wz/8Q929d1cjxszrrGcVv3OYOCevznlinTE2fBfbcw4QmZ/niswjnqg+9vjj+uEPfqg//8pXdeXadT32xFN6+PCUfrxbLg6+/91vPvf3//3/4JcxpwDv+ft94eQnP/nRD7NZ/erRyfFnTk8fuBbcJjn51AmvPZJM+X82ap3UmFRmMiQ5A2LmJOkDyYaU20w4NqvNwaHOLhoLVOdk+pguyNIf/cVf8K3iTIImv5s4mKoO5gkoysGA+aEZ3MQEt82EKSOZk8TTNGmagWrwVqWcBi24udIuKuvskTCs4Ef4AplcDZ2NRSeTs+MfzqgW6QAZl0n+63xjuwFcv3xJ13nFceVwowNm7sQErvicpyczMicmNap5sjLp0tGJplpVwB8iI5t/RJ+dnyo6VxBXU8Vhw+si9FZqHbygKyo4bqDUqil+AnUuqrUo+GwMWQAi34anFBVg6OIQkc0iG4fB5QA2zxuFPrLidzYUcdkwU+busQABiUWjvuBjYpO+yA5IZqhCqXFF1h7C14lNQIy3cAdxgy4f9qqrg9zzpLQ9fKz4akc+2qEJT/p31TR/DCInCNssmtgEYXAB27Lfhr1sMI/w8ScQGVJRqVVpB+SCTIt1UbFhYWPq+JY+27D8uL6O7tDlMJDu0BUqtpFsWbksO4Au5CvCaS/ModA32pFjQ7PjSi2cayy7GjnbgYa+Cxb08IYn/Pt66OdpZjE/4D31yXj6kFeW+YZ4+fJlhTYHjNCnvuEpVnJjQF7PcWC9zGu9xvgnT5JHybc9bXIuh4XQJ645uOSwspcT2hx4U2ajIQXJWxPPxtxvIwaR1fF3y0Ewa0ijHj9i+x46Trf4ugPRDk1g4IlBcLZTIB8OcOnPpm2bKEr0ys6noFuTEmt4OkBb1OBpjG0o7HyG7G1ZbW8bdJEdrp+EDn8jXp01rUMnNuxHNLQ77TKgo/FRD/VOA2ATD3/DVxCyPSD1QGT2R3YEox/zd/Rjw8IhKOO6tpG7kj76tFe5yc2MQS1FU9GAmUUs62fGdTNv9NnP/pyuXr2ss7OtKkQF+KM//mP94Ac/0DTPeOMBp6w3GCsXa2IOZe05OGCt5ClYDuf2aqsZvycff4ynYCf65re+ox+9/Kqu37iF7Fnf//732AfOfXF+fv3//H/6P/6tT7/44aclwan39FXe096tzvl/8Z/8L//Kres3/9bXvvLnT4gkTnJUPG9M/ieffFKvvfIqB84mkfyNk3nLgsikITfJgCQxGwIzOv9S4kISZW+pJNg5k+2c922uE4+7nhm/wXj91dd0fnqmhQ033/YPSNpDNs6Z5CzwokQTuFLZcEkvl0mFZJ9KZZGqyr/MNpeivCKZOQikfbCZeYQ3aQI/Z5IUUdc4oExFo14k9d7HpKSmtONfdLKm6oiPK8cHunbpiMPEka5dPuYVSFXVosrkn/HvcK68+tjogHKOrmnShA0dPyMzdRepQd+JTybqBE0NkvYBiz7dqq6a8E8sCFArhw4sw0JRlyoHj4B2lykzSVFJTTpN/BiDLCQiZkNHqdgys6kcqkB4xjeH+w/5xjmeYAi5TG9siF2NUu+4otsy30oaG8AioayUiaJKCp8UPnFl08gimHag4fteXDIhuACkP3bvcfuy4n/sDNEel/oABBb0xib1gvLYsEL6bVOAVyB1EfP+CER/qVXRAeGIR+oB23RHVlctRRNPPCbGpZY68GX0l8EjF3VXoOgvuxqbSq2TVl8sJQghxofVLxBOTDtdXVCMGE/kxdoPS2jpDVsg+M48TGwzxlvG+oJxzEae+Kc//BmHip8jz1JiRy1WZQ6IpX/hlVxjw0l+ZcO/cuWKcsA4Pj6CpmrhgHLBt8zx7R66yzy1OKHP8D58eF93776p+/fv6uz0gc7PHnL+3o5DavSfwRf9eQdPcuA/XMjo2Jrcjk228bcr8zJ2NeZF/DG+uUu286Fi4l3FRYygaTn0A33Mj65GjAOd9QcibnD09cQNiMyGzISwQRO8VtHQvn3bIGl2eBt5SxWyRsH6hd6OLBq4s1CsOBa+QYN3lJ2+tyG69uNRS8EP0x++lUZw2NGJs8g3cdXuCm/sjk/Rm/Ygpb/HvsSStcd8oWFIx1OQZGFBxpBj9FDv2Nyhz3ivgC5khI7MVSEoe7n7mBu7BFTivpnKWDvnuerZDzyrD33oQ6whB8q1vVjY+F/Sn/zJ58fv3nJI7ejL063T/F5rF8PEIL5sOKh2/DzczOrsEwsHj0vHJ3rmyWf0ox++rK985et66uln9cLHPj7+Rt1bb72e18kHz33o2U889+EP/sx/JozSe/vKGL6nPXz66acPv/j5Lzz7nW9/86nXX321nBwf6zCJQbIcU88Tih/96Efj0eg5SbTl0SgrorKhTyRkkjXvldf0JqVB9MJmxOJ2H/pO+4mnniGG1uuvvQFrU8u3Pxa7uVoHbMhzMQeFoqlmUkqFspYKncZVa5VtdAKlyPyZKGcW5fRV6GnCZ03gVqjaX5kEgUxO22MxLWGwNGNDLVJhcs6Ux5tJl3nScOlww8bfZGzN644D8IdAygNO4gfEaEJG5BYETOi1jX9ZjDqTcmbxJQ7M4qGXiV3R1dFT8bnWyuKjcRX8t0294xlA3Tb9xIqFNY/vp7mysDZl8gYK/SkXHv0W9G+wJ4s4TBw4TlkAHoxyXags24M/9u5xrA3o5O5AbhDp6yzO70Ahsg8IyeiHLnLSzkJCk6oHTfoD+/6UpZShf1+mH4ZH976977c9+iz+jPoqO7IC9toOX/Tvy8RjD42NLX3ZiNMfviEUx4IPXfADZzE6dKSB7NhRSsZu1UNnenZgpT/jl9L4Ns+hRcYIxE5OimxugIgnYmXDS1pGb/Jlb9Ng0/6KMUXZI0LX4M14pLzgABC7Y3+owx8b5nlOc+TGfV59hC5PEHIAycYfujxlGDZjQ9oLeR1ZDfuSS8mh9GdOJZdCv4cJ+cXYhKHRl/7wZVNJO75En/12vGz8GFYld5oWNpj83qGhtyFndOWDDahri78daMrhaWHsYuNfBmFrg6alqs5a1fEj9LFrIBVbJNuKjRQMQ1P6Ax292l22Bz5N24oc24M3uD007E5fIDnBXq+lXUCfOb+nomTwDC017g4psGsXS0QyyTKgQxt/V5uCSuLsy77aDpNtZK237WGb7YGI6M7HHgZSa1+KkDnrEJB1G3HK/wk0UZlKXQ8UrF8TOf/xj39MN3ndu912bXkNN0+F1xV/pq9+7auyPezJeNc6M6adg2b87xw+7yn4AGRqvP4wB0EvXY/fflzHPMn96le/qe//4CXdefwJ3bx1m9dnp2rLReU189N/71d/9T/+f3z604eSdobrPXmV96RX73DqxQ9/+PF/8k/+8Qf+8N/80UmtlVccR1IWMRL08TuP6a033tDEornlfWwOFAsTGYIfG/UkciYby4Ia2bQQtfyraJ2EvX7zpp599lnlVcd4d4ZuM4k21TwVmHRIwm6g27DJHkyTJmworjIHkiELO8QUNDZkIlZJFfkTH1OpI8Ftg5Vsq9Y6NvJ5ziKfydm0TtZ1cibhQ4M4oZpJYG1ma546gE2Hs06ONzqYiwoLnfmWMGNb7KulDvlZUHOoGLLAHR0d6WBzsD5Sxd6KbaHBnGFfwT8DpRTlGnzVyNew2fYolYt6igq97VSZdMuANAr4mQV+3mxUChayQGdhzxOJbB4PTx8qG0qplXfksWsjdfN4sQ0d9irTZuFkgRkRYjwyhpEfSLwa49zBQ4Yeq6SCHGnlF5dtFtSFBRUpQdMf3uRIJw62Za8QWys22eilD/bBF7qA7aAG2B58LMO79ih2H4khmYCM6AnsN6HUA6sNjcXuXKcPz1gYtwMa/oQ2G2kezSZOqS9sdu9sh7+xGKZcbdOwx17tMnEPxKeZPJ2AhU1tgSf04rLxk7Ixl6SuwnhPJJxdRj6GN7YGEuuWDRE6WMYd33FRmCzDMxG7InPIxQbCHdsD0Td42SB5banM0+35BZTQwmNb0RUbAvEr/uZJo23yfxo5nb7zi1OdX5wxphdqHGQHbfIA2xK7HoOkQZ8cpKrkXPI5MtOOLSOm4YOeWws5esETlugUiPRHdkPHqPNNODHALczAc2h6QI2INGUzJGoybe2+mY9YMzcZCkQu2LyMObLlgG0MMXEnvYfv8T+4Tow6tsCgNZ+jDq3RBUR+IHSlWLaRtN7DHsZXDAhdqny4FHxbImQlwlohZ4UdSuYPdfCRQW3cqQdGg4/EbfiGjQhU2rDQk5uY4KvQHZ4+ykbHHvCB1k/etjVyBgtqKaq1rPFI6dTN+Bfl6cQ8TzriCe0zTz2pjzz/ofH/deCiOka89tqr47cU3/nOd6Cd+aJyNp50GZmZNwtjnVdqW+ZRZDW+LNZSVKK/iy9tk558/Cm9/vqb+r3f/zc6Orms5z7ywpiTS7vwlcsnh1/54hc+8Tc++1d+6R/9o3806T18lfewb3r+xo0rL7z4wl+fN5tfOH34YL5y6RKp11kkTkmoE13iEegbHCiyeT68/0DbvL7YTVTvApOEI2fUQOT/wwgs0DxkUTs4OtGHP/y8Gkn55ptvKT+myz86U5gQGxa7AxJ75vH+xGJb4C98FFeJZK8s0jLTm00qZZ1mCsvIgkUTvIXRCextKPBX5M5suOEvBQLBgxx7LdM/8I6arrL7q6obDhAHB1UHh5NSFhYutGtmE9jMVcr0NTgAABAASURBVDOQdmdxLS4q08RknMDPo7Qt24r8gO0xGaMrkEUXNuWakWlbwcMlwqF1AemjbFm4pCHPkhqLzMX2YtBvNtEXvzR0z/jaick5jxfzLRFyMZ74cDDsGmPDeARve8gQV3SP9Y+P8LcYQb+92h17AojGjgJUwAMka39lIw1/2ik7ulLalu2gH5Wj8Y6PyLdXmj06vKnb4DF+bXvYbYMT8cgYlPIIF1/2kNgnJiljWxY5WIYN1upb2gHEKPIbTmZDC202xoUFsnFAiH2d+Ji8Qp200w+TBkiqpUqWsll2xq1FaHjAcUO2AE2xb5onRURXY0wB6GPjAk/s6OR67+Ligxsx1HOnobFAW/mjsRinZw8XPL2I32mn7BlPGjnYUgz9GgK7OvqC28OWTTYHA9vkTAWmHT0cGGQHPw18eBKfyA3kMGtblXmX+MX/9AdsDzm2hSTZlqmlD7GjTlN7Wwv9mVuh6RAEwgdByABsB9+IW8eHHBhCO+Tt8m6MAzRQ4m1Hh4XYIYZTh8In+o00ZRyQEz0Z/5RBDxq4B18QQPpWaGkNmTnodPJkj19LNCOfhWrQFT4tI61T29/UoQl9MMmNlAG4oZY6/iSWfWdfaBtjGtwydDYFFx6o1+Iv+bRjAVBMDmlnWvyQplLG2G1Yb482B8orrOeff15PPfWY5mkmzxpfUBZ99atf1ec//3nqF+M3OrFjYsxXm6S081sK26w/kw5Zlxa+hHYOeAfIuX37jo6PL+lLX/5zfeFLX9aTTz+jm7dv6tVXX1ZVL5eODq599ud/7h/M91558td+DZTem1f5b45b//+35COf/vSH/+gP/+hzr7726vMsQqWWoiyo7tLtmzc5WJwpC2u+8QQ6C22mxgBoyGimZFcOE2um5nuExo8vRWJdvXZN165f10sv/UiZBBccMjoTZa5VB1NVtTRBN9cCOwKZZCbpjR2FBA80FtmkfhasAi3aVKCvpaDCKgVATnVhclSgjAliY2XkWYPOtuBQTVmKCjBNVVZTXknMm0kHQDZ7sYH3dsECas1z1QRUDgGBzMZGf3w3MioyMqk6kz02zhOLsY1caapFhXqlJL7KVcKDbx3bUqcbdHyn4M7EHAsk/TRlm3WQb0HysDk8EzpCk/qGReBgc6hpnrXZbMZkP+CVTHFhMdhqjCcywqNHl1VKlZCpR5dHbaeWBXA0+cA2PoUM2xQrBBWIHbE59UBDQHwLpB2wTbhWOcEXYhB86raxpQzQ7rK9q+kRnx3cKid8pVYV4liJRU1JuwLxcw82PMC+nbKWVVetlAZ2bUE6lEJvo4dG9ARMZ4EOVAzS6qNHs9QybEwcBoKPfTw6UVzrnTyQkm+dPMkc0NgoIM69ixmC0toX1Es0h/TRONqr3hwgCjYFIFTK2JCxX3XiA3JDN5G70ZsNf7tdkLfVwiGi8YSg8a4+9B3aHCou8iQB22zLxdiNHAmed25gIHa37dFXasXuLtujJ/JSsde2jS/UF2R3wLZKrZI8+ESsxGXTpt4TJ2DYRpuucacdMHwwDt0L61L4bXjxI/LDMmjC1ekFnyo1ioxMID6t0HZxiOwhD/o+oA368K1t+AY+JX2P6mmvgBkKwKhUUods2AoFZve1DjIy7dXurLu9YayGNqX+CKCNbYHw7AFSpZ7SNkX4A1S57eCkfAbEFfoAVdlFU6mqjEVlvLFMt9non3vuw+MHmgVc4wD31ltv6c/+/M/1ne98l4PB8ThYhCeaOjbHrhwuO4HPq7KsdzlsNfLtYN7oysllPf7Yk/QWff4LX9QFMp/j4JJ8e3DvLV09OZm/961v/8rd+8sLL7/8uVnv0au8R/0abp2dPfj0D3/wo0/de/PupWMe208kVSM5khD5D8Fy4kxC3bt3j0RIqojtt6iRhI1EXZLkgOi1rdB2WVtwM5vcDQ4lb927Px51tSwiQIXuYJ44wVZVayTzNM2yS6SolKpaCiXgIimTtoGTYBWzh9IyNLZU+AhVLVbsL+ALOAjHpBWX7cETPDX0FmUSbUh0GwwwVXAYVNDXeBrQWGDmubIJFJXiAROHhwpd50DRmRAsA9hVNErweXpQkTHa8GymCRu2PPKrvFapyjcaVCkyYt9ox2tLBb5SkBWCLmiFncI/6sRzwpaCzNBkfGoBj60UHHom3lEe8YqDgwU6OwvxlseOHb5a66qP1SrtFZpymQ9EathLgxtMlAuc3r6QI3T9OFIMRR8HzkbOhCRlY4wDe+bo29ftVcO+vaezrVKK7B/v74mNBD7gUYorMu2Vfl+CHnf6RoUPe+WJ7D3YwZm4Wgmwd3EvwUuyJKoDIis2rnZ0JU7xc0AIwdSKHVpjUVwlmBvxyNwIf2csGjEZMorVaBM47o4NTRWcxjUERpBGrQcJ12gIvi4TowIInvxtCnvtzAYYfMoLnlR0DJzIg8rYR/eWd+E50JuYlYKNIsuxacurhhwwQp++bAKBWgv2oZP33+Hv0IYmYJs5MfG08XxAcjF6Y61tFWwTV8fPjh2NedKpg+IQswyeyBRjqx77uxCvhXf2kbPloNNBhKcTx/DtoSMvuIhDFTaGdyuSEBLiqcQ3uEaNeKlLECfm1NKCLncb+Cju9AeiuzOvG/YGgguvkvcDVgkDTztlx75Rxq4daKclnhnZ0TY46U/foMe/xKChq78TT73DY2SYemSEP77alu00gUiURotqAV9Go6248AN6x2WbUQdG2QddkRgvaebAOQFHRwesVQWc9ewzT+vOnVuaZ56qFQ6LcORve3z5z/5M9x881MHhkUR+YaYSu/znkbYJ6SKXAliHR4cqDq7xZW2j27du6fKVS/rhj17SN7/9nfGU4vEnn9IbeXp9elbuvf7aMzevXfr3f+rZZ08w7d19/yXWl78E/65HX758+dZcp08eTNNTm2n2Ed9qk+R1mpTfPTRL+R3EgqfnnDLlwls861xFZ6467xLrjURGFaBCl2B1vi0wJ3Ry+Srvyq7oR3/xis7ZoLd885mqNfMqYS6Lptp1ME/Kxt6RuSAzv7lADKmr8avmuZiyjb9lMWmrykQ2ydqhNfbUqcqWKnSVCremWkRz2FWZCAW6Ugp0yIKglqIJfKDQnurMJJqRUeErPIDo8DaxpKJPmqrpk/IKZDNXTUy8CRmdDVtAz78WGruIjjqvJdi4Z2hqiZhFqZt+UNSrDN08mXo0NCEK/VZkZhOQihrxxDRwhr7RX1T4Ft61XocHG/qIWgLNIijkR45YRBZivbAop10xok5VCFHkiSu4Rn9sqsWwNDR2Gd40Sxi7lG+SyYcscDThhBS70s5C2MDw3U6CfvRHAdBZLDt0tmWvAClk+IUOkEKhFuyOn0MfdFvyxjbd1qq3yzD24WOH3wOwYpQTfsUXcYXmnI00QKc6crYs1i1xqQWUB0zUK06aHDTjVKpUahEuyDWSG3VrqlUVEBY0Ng1LyvgXeDptqSplngpNIz+s6ordXT08tpbEgZaIRcYjNgqZW9qRWUuBcoEvvk2QFa2HkAV8k7C9E6PxN6eIwYKs7a5s1COvQ5W4rb8nIG4g8reqImfhsXj0TNOMbOmUV2Jy1YL9F8znLZO398JmIF2c8Vj7bFE29b4gB+jpjw/YaxtNQg6asWHXxN9GvColfvf0d+qhWWisZexs2LJlfDqyKvG2LbtAIy3oad1q8FPVALQ1aNuIQUcvpBAsyAkUeG2Dh4mnLGPeYVcBJ/rQjgT4mAudOQqlZGTs4paxN7Jbcg4RjflQ6E/Z+SKRzVzI652oA4J28DD+ot13fSV4oG3PpSgwQugzNAW7AqEXeG41cnI9/DR16gu0C35GXnSk7MRciEl71Slyz4DG2uTQQ2MJGZ31UQMfWyr+FcB7QD5EIRwQG+InqadKxbu1aKrSVLoOatHRPOkQxJWTY334gx/QtatXsbuPcbp7/6G++o1v6Zs8pTi5fFmNcTvkYEGkVeDdbrfkGU+1sa8g4/jkRAfHR6pz0bypPPE41mO3b/Lq/EJf+OKXeEohfeDDH6H/QK++8ZqrloPH79z4lTfv/uhpYRLwnrvLe86j1aHy0x97/sX7d+9+TK3x+upgYE9Pz7ThYHHtxg3dfXCfyd3G64stCbJlMp9ebHVGEm3LRvXoRIVH7CL7i/iTiclCtfBtaOKb/61bd3TKK47X33wzJOpMWhKGpO285lhU89sFkroYbBO6xNS0GpMg83Z24fBRxoJb2QCgQtMig+8DxIXSTJ7ICcjQm0+tk4wZVADbKsyiWqqmOrFBU5YCjWK5Knjjl+Es1Gsp2uBDLabP8ATKKI/YzI8OZh3OVZtq4Rhc2BXr3QfNhkk5V+SD20yV/o6copk6oqmLegHfsEuqyIGceok3Wog3gpUNzCxOE50Vu1zKiM/M6WQePG3IyELUWKA6i2GHniiqDJ8tCkUWH8j3gNAHPyHD6DJaS8DYBHTqPQsXY5F6FjZxpR58g6fTbtBEQeoBWdgHFQ2bBjT222V4XdIOTaOXm37bikxRBlIftHRr2LIErQJvSPbl6B79LHj4f0GOIRmMNGyDoJYyYlFhrKWoIoMbWdqBJe4C0oUqZalVFTAIXBGsyJAq45nbIlrkyzRNGnJFXykSuC4r915/Ad9HHCUhaGmxNVTQ7cYqYWR68Ypq0ZYNMPREBHpESqjsw58t/m3ZBAMLY9CQuwWX+hnvq/MPyOVQlR/KbaFbEBqATL1ZOWzkMHF2vtUZc3PLXF3YwbcXTRfni+7ffaj790519vBCF7unFwtyOgbGD9vaZpOmjVmK/3mN2SKDub8ft4WxaORiNmhBCxvkXZGxxtUy4ZJMN6BcxkepU4UFn6lT6b1BE+iZamr41IMfFA0J5AYbo6AzvAycOmNoJJnYDCY2S7iR34EFwfBB37EzPGvZEcEBIjh35NJmfDpxpmO0jc4ObsikLMgNdGIU1capjlxjzx5C6yjhI30NPnHYaAPQAWM+B9DX0WFs78gR5SOIz3scdUwUzii0Dk/XqI81I3zQaEBit4LBxxTCo5r4s65mDah8ucuBYvxtNtaWHCqO2AeeeuIJPf74nTHOhB111ks/eplXH1/lS+Iik9sbDhQuVZX50pF/wcHxlFz89ne/p9//wz/Un37pi/rWd7+ju/ff1OHhhLzbusJTivyjWd/53g905/GndHjpsh6y92ATEWwfvvvGWz/z888/f6y//HrX9pR3reX/vw0/euGFj3769OHpBy/Oz6eJZKBUIdN4cqEDNs38ajcizs/PWFzOGfAHevDwVN1VB8eX9PQHP6ynn/2QDk8uDxxrEwvWQtJJJ8eXdf3GTeWvieZ/NWQV4CTNIYJFJhvxXMWhQmzoHaCU1PfAgmumxrxbrEuRarWKMx1CRb3UMVcaEywT3tLohxRB0GQiIbFlMYCvIKTWqlIB6mnbRaVU2Vb+rCweuALN0M/how4eM6mis3HQ4EAyVR0So808a54n+iZO4PMo1NspAAAQAElEQVSI24ZD1gTPBE2tZdgVmhnagh9ZhF3QaKlQ1tBQpi5sERdu4V+XCzQWaKsSj8igic6ZVxyH2mxmYINNG2KELuRU5NnECodsD/2lFCUW85xvwsgF30c/4SJOkVlRVksZuuyVz+DSJ9r2qFFdSwzMDbCMdOQMaLT3dRD6t6+hV2XQ2R522avM9IUjnMHEbmNDz0bdu0y9Els7fAukHVjv9KW25VtSJ4AFmsGPTykHwG9b9gqSNS4K2zL9ZYCJZ1WpRXhDhDp52qkGDC63VZANm+iQbaAAFh+5AQ+ILR37G7lNMXxv5KYlJYeDwGS+BS5s2Fumy6L0mc8Gw8JqPvgpt2xeWw72Cxv4RQ4Fu3ra57SDS4nRii9np+c6y9MJdD3gUfUF9NG9RBaHhsZhILJHG5lbIIeIyIueczaHs7Oz1S7sz4bR2HQjwy6sDVvM79jcVEqVbTTRxqEOCENsy8QKQjVkdHDBdyjpAd3ZErs6Menpx2e63paFvg4uB9tspG3QkWts3AyMjLyBg6mwIYJAFtLhiR7QCn+ACih4sa3vYPAO2lAGumxKcIMm+qCFEfa3edMmk0MIcEMPAeguHFXHboOLqCEPOyOvgc9hqyFXO1yP3/s6ujp8PSWRCV0ADRqyUgn96EfXwIIMDzISj0d0oHPbwVAjgKkWmpVKYKpFFcSG9WGuVWkfHx7q2rVreuqppzkAXFVURFN+S5EfaOa3FIc8xejImFjb6sSTMBWRPvrzr31Dv/4vfle/83v/Wt/74UvjKfU3v/VtvfHGm7p85Ypu3+bLJgeIL335z3R8colXK3dUXAjZorfeev3KT3/yk//Oxz/7M49JqsB76i7vKW92zjz99J3nXnrph585PTt9bJqrK0m0ZSHO7yiuX7vKAnTKZGgDzs9OdXb6UKcPH4xHVUmcS7zOeP75j+qFj72oK9duadtJpFZ4moECTyMBTQbmH8Yxp+7GgjSTyEdz1YaITiwuEzoLNIW6bRJKolAmUaFSS5WEFOpTnTToJLlYNbyU4kqSy9CVopQ9kwqgoVwFupW+KLy2gwY6coomJpH2KHEhcE3uLrsoB4A9fya1bfgqB4iNps3EqfuAg0RgM8ppqrI9YNiMjHmeh5y0U7fX/olDQiDyAwW8RF/x0JHDyR5f6AutuGoxB4oj9G2G/sO8+9zpCE14bKuUIht5gLiie+8DTdGpbFjiCu0KK73fwWuvuMQW0nH38SnG6+1Kws62AIJPGu+kjy7b9OWm7ADV0ERvyoBtSC0Z20tiWbS/Cn7XMfaFZbOHRMHZJl5l8CWP3+mj7YF/pz/aXXSNGhRKf+ywaQGp11JHP8ooLXF34XM2AuqhsamAsy07ULBptUXyqIsyG0aeJHTq4tr7mjJyAkRNsT2ldnTx55yDwn7DzwFgy+l9WbqC37KCBxobTOwk7GNzD3/B/oat5xwKchBIuWWeB6cfuzxayY9SiC1CQhMIffjWQ8XFoAsulYUnAPbKa8YmvLZlW5lDtkW0yBE84gATX9MGwd1XX9G15ZDU6G9skAKiN7R2+OHAhw6kZVvZMFeahvz1ji0d3tiASOUpSWDQwduJT/o75D0E0Kbs2dzTDy5tumU7BYqh3vW1XRmad9ZZ1qCFbs8fuaEN4FPoMy4a/eua2oNP/4CuPsr2KB7h6ZGzg8Ya2uGPLjJLAZTCBy80O2sFCYAt6dwjqdtvN1IrjFVQo05lIk8K5YY1ZDNPmmjPm1mXL13Sk088zgHgJl9iJg68W+UJWP5/jy986UvgNhwoL3TAU4ppoo5fb9y9r9/63d/X57/8FZ1upWc+8Jxe+OjH+TJ6rq/zuiRPyW7evj32iK989at66+5beuGFFzSzFi7k8v179+pzz33orx7N88dv3759hPnvqbu8p7xZndk89+yHf+U73/7OX7l3797lsbEXq5Yy/proAY+63nzzjdE+5yBwwWKU9/IpbSsLRWczWFqm9TQOE+fUL1RHvW4OdfnqNb326qu8mz3Tpha184c65JvD8aZCtSDbQJHRWUtRsccktnJ12hptZrSqi+pukxZX9Bd4HKBvnT5wImOtQ8QNZshY6WjRL2EzVcxX60xGSaWAo25btsFIpU6iQVmURTYbe3Rmsw7JhskWXGIVCE3dbXS2lWtPH55A+oNPafHHRdO0PmEILmBbAlKPzPz7FhMTzQ5eiswsZlk8KzFJ29ifMnSB8Kac6A9NfI2PwQfCH3rtrixUI27ISawkK1dBZ/hSpyp7xacdGHzELfUB9NsedPbb5dt9EljZRbnC/6iEftTzMSBjkorzMRbJ2D0afNj0swiPhZp2bnulzWYXWEdXCtbOJ/W10P4yttiWi1UMFEu5qduWDZSylqaLdnJyHAzYoMSVWHYW9UD69IiOCvHpAGQj3xo8DkEQQHI5/XaRrMHO586Wgt/iEL9VNvPAlgU3bjc+Fg4Ua7upITeb/k6VMv622QCWiJNtZPVRLmzeWw4VKdMZ/SKQyQ3byGp6Z7/twRu6QOga+sObQ0rawSMCMX3wj3b8gSj16GrEiKbMn5SBhQPJFsjaks2fU4BQh4xF2WRDW2QJ/6Kzo8S2uJW2I6TnAxIOBgu+BRfebE45pKQe2kZ/yh472JkjK/VO0Dry9zCkIXPIoS88AVHfQ8f/QNrhT4lBMYIqzNB29ARAKNDQH5s6Ngp9uLLiF8YvMGRiVXjp75ThE/hRhgGjbMvJU9o9OuhPOWj2PJjg4cj6kbrzAU8wtkcMBx+IspOXNeMwa9tcxXLN089JN27wlOLJJ3T58iVUsDaXovu8Dv/zr3xFr772mrbYOh0caovOhcXmG9/5nr7y9W/qHk/GVGc1T7p245ZUqr7/wx/qDZ5SXLlyTY/zOiX1L33xS3ryySd16fJlSCq5X/zW629++NLlk7/2d/7GX7uJeQbeM3d5z3iyc+TOnTtP/9K/81c/9/jjjz81z6QNw5WJeHR8xKnxsrYcIFY40ylPJjqnY5G4Wx6PZjLkb3688sqr+uM//bz+zR/9iV565TXlQHHeRFIVXoecKCfWV155RZ2FyywYeTd3PBfNPKJMvRJV2yT126BxdRJKMgnOLWbcOHgUktEObRk8dDA1TLEHKDOZwEiWbYnE9xBiUIaegnYJ3siR1fBrYTL3HW/6shhPnNSnzaw6TUqf7VGmr8NTa5HUBJqSmcQCRYW2B6BCoQk9MaZeVUBmYbINqaErLPx19ElWLpYTpVpqZTJvePpwqNgQ3MRQzdgVORmv8sgXjZjN8zRkpb/CH92lCNbVzplFQlyxITSBjt82voHvUOZWIgUeFLcBbmhs6Hb48O0B9PCtYI9tbCmyd3zaXTSHfNEHBGuv8iJH6Qca8kMXXOwMpL6HjFVw4e8sZI3FuaVkUQ0uENrEJ6WN0AAdRonN5w5AYbeBogJOAf14P036sNlSuilGHkTvQl53ckFcKfcAAbQW3o38ohuUeWogoNG0QHD3obvH5wB+pC447SIJHvy6YN6d84TilAU69fi7HQeLrtQ7Twdh5xDQZPhKqSNvbOvBgwfjMNKQI65KXqSeg0DKwJY5mrjaHgeQZcS0Dftizx5CGz226RPASFEPfWgW5IAd+NA25tUo20qXw5MEL/lFBEK603cxvuW2+EQ8bXrhEZAojLER5CjPmFNDCnKgjcyObx3a6Fvy+xPqsafT34A++hctuw29Df8WxOMjfbERoxHbB4ypTBUz0SPZlqW/HKBNf2SkDP8KdKBfQGcNjd6Oj33pQlHe1NDVh109vkEDgrtrtPd+UJp+jpfY0GV7QAR01qBOf8eP8LTooo0AzO8AOQHvag9qwUR3YmqajZgIGQoeGQX+zWbS5iBriTWz5pwcHeoJnlLcuXWL9gR11xl7xEt/8Rf6Mw4Vx1cu65y5cIHeRdb3X3pZ9x9e6OHZVm/evac/YZ/4p//vf6bPf+ELPI24qwvyJF/Gbt64qePjE/r/VMnZp55+WhPr25WrV/Stb3/r4NrVq5+7cfOxZyVNwHvmLu8ZT1ZHys2blz/zwQ88+3wtPkpSzgxiEuvo8EBHPDrPIeJgnnnF8VALC5lJlEzc5Nz5xbneeP11vUwyffELX9SfkiSvvf6mLjiZnrLwCb6TK1eZJG0sZJ2EveBd2cnBhicVpPByroNqzYCJbDah1Sw+SeYkdha9qRTRrZH4TKCUHTuEHhs5g7yzKFAhiZkzYaVhGV4BTD11MOlYSylyIr/WAp3hHASQ0zZtoMBrW9M0DXxkB0JZapXtsRBeXFysCyF22x60QiPVXV1cfdQjkwbzvI9NP3Xbo09cjTg1JnQWBZoDX9GViRfeYuzDrlI87AqtwW1yiChVOXTUWobsCl8tRQXYy0o9/oQvOvbt1O3V79ge+uDazmG6ghIUsj3sT/+PwyDRSlNk9A5w6JGKLO6VaPcZ/lTHN/1UxgBZjTFeq2s9dgxeZNmGcvTimweIK+gB1Kf4DtihBbG7bdrcipXUbcOPrY/Kov1Vyz52MKDOdrjWbuqxPeO1sIg2xl5ZYhm7lYBPS5CRCRqXFdnxp2nJhoJDLYCvNtsEdYl+Sm4ZXKDTf3Gx1QVz8IK5teUrYOITuDhflENAZz4UV+Uqpco2YySlHtwyNs8GrhPbtYz9BR8rcUq5p8vBou38CD6QvuAC4ev4G7qUvXem+4wdC/pWPypP9jIGhjE8e1obDPfA4RNhlWh35HXkhC4HggDGSgP/tr3KBV3499ChsT38ymadTXMcStiwBG1YAp364AG/MGYLYzDoiI2IccfnAdCFfoWOiCbbA4KLHJCprhB6HIFEWSOdEQdnet8J4RnyOWCNEruHXmiHXdgR2XsIPQHgxgbsS3vfN0r0RD5q6IIGeSv+7XilTWdIKDASnl1jFLE5lQ4vBPgYdYsa8ZlYY+bkB0qmasa46sb1q3rs8TvKl86x7hHLu3fv6itf/bous97fu/9AdbPR6flWh0fHati9pf4aTzC+9KUv6rd/53f0jW98QxmjqVR1fL7KQeRJnlL86Ec/0o9+9LKee+F51WnW7TuPkfNnfvjwwQdPz+6++Kuf+9xVbMUaPt8Dd1aD94Abj1y49KFnPvjp//x/87+9/eUvf3n4lpP7NNXxTj6DnacTZIS2vO5gmRjJtpmKDg8rC4fV2EjPHtzTQ2CbX3wz1FsS8YIT9smVK7py9areundPJokNzp0kO5hUCwvQZOUfkaq1qJKsKYu1W3IpbRJ4ZtOsoqohgyzsWbRJftvwxY6CiV2dSandlSROu0NDPtO/jP518W6DqqPMTBZBE9rUK74XcAHb8DExWWQWkj5TsXBIQqmyIRf6U4Y39KlPLKLzPNFf0NHVsJMKd0d/GzGrNf6YdkdUBVcwwdBIbehCJy3bik3Fa3/4osfF9GrwRGdsE1f6RRe3EK5apKlauAO6SwSilkq7DAifnf6CvZNylVJke0Da8a3Dl3oAKSnob4d9fgAAEABJREFUH8X4GDTEPqUY5yD3dFJkFbAl6gH8boLMfFDs+Gxz8ITLBdr0QUdfiHo3fBKhGX12lQHJyg/zai3YP1O3CrFxkSwp+VtLpRbeKKXaMw5vAxjZHvBjdeiEtgJ/HeOVVpdDBMBCnVYXm2jDNuQnTvCBVS1FBTAyOjkQsL3iKEO6Jacy35alI2NRrg5/IHnQQjS0WA38wia0gCsuyuFyqht6i3LAaMhQL7KrWoMeuvAb2vSfs6CXMjGfNlr9MU8xtlGp2JlKa/iQChAb9hB8APSgTc5FhuRh9zgAwBv64Pfy+g5n6LS72rCrqY9ywdbU93o95Ju+yGrwZ8MPbWdNaeOJwxZpTRl3vJQ4fHfiKy7b2LMdMmmOcgufiN0A5KUccuFrxL9TdvoDYqxMPVAo9yDkp98ILQCC1QdvH5uiO5zYHLxDG5no6m2r2CfWPSFv+DHoulZZVklt9C3qOdwg19AYnJCFAAm7xJo32sEBDfktepDd0wdV7r7r6/AHQhf8HjqyAqaM3UMP9UfykcUUGuSJMSmMhV0Vg+daNE9Vx4cHevyxO7p16+YYrwTh3v37+s53v6scGqZ5I7uqQH/50iU9fueWJvguzk714O6buvfWXV2/el0ffPbZIWth3ziMzMcf18z6+nu///u6eeuOrt+6ravXb2gzT7rKe5EXXvjIv/vpv/qpD0uqwHviLu8JL3ZOPPnk7ed+4Rd+/hdIjBvzZnK+TYjkunLlki6dHPNU4XRM0PucPjsJzP6vyYVBn3iHdhmaA125tNHM4eCIQ8Lly0cqk3TGkwdPk67dvKGjkxMebb0l2JRrJrGmUsjBNp6AJLELGVxLZQMAb6gAA6C14fASHpHomQj0SrvJknqtVaWUVMFTwNiEVMoegDaTamGitkw22mOiUaeqjp5GZTsmZ39bFqL2fHRr2TYw6x1ZqW05me91bziRjx9DbibVutoT/s7isBqmIXuaJtkeEBn2WrexGUWDB9v2fQW87TQHT8HXHFo2TLyDgwMeEx4oMqMzZSmGrkMf0NAZ9vgcsL3DmfWvPapHrrhsw29q641JStzDm3piL7ptU6VnIFfa/edK+2/37fGhC1vaqdsITCVIyj2e6iMdiXlgjU8ftrcR21AJPyzbwv3B00YMu3KFL9DI4YaOlBmX6AmEZg925OxHDKwllzJkW/mjR1cnMqBWfcgespAfgsQzkHrwAQiRhQw7aDUOAY1DwtjY4Iu80G3ZOBdyK4eNYQn0RpFtcqtqk3E/OlJyzrb2vokLMTu50sQ765OTS2DF68ozDh4XHCKWUSYG6bBX/rOzc53z6Dr42J1cyuJemV/Cz+BXe8KloXPLRhDaHHSCze86Qr+35+Hp6ZCZ9t7+0EVWY3yKi0qtSA9Wsq1cI96JJzBoKRcg8y2y4qO90iZeYlNNbAMduT1tXqe2Uc+8JQ929Q7zAOJOEoWFtagD0EET/emPz2/XacEX4vRlvBr8e9tSDjw0o46tfUDXagNl2vRrp8PiT5IVJYOXXA6vQsNaBxqKfAIdeLsFySov9IHwh6Ijuw/+1d4fq0Mw2ukHhsgR+bVm+nPbFreMDXPW3soYcfKgYJ0pmlm/N/NGt27c0JOPP8YecCy7KD+uzI8z/+TzX9Ct27f1gNfjV/hC+eTjt/VLn/20PvHR53Tn5lXdvnFNn/z48/rcX/t5PfehZ5WxM3bHlEuXL/OE45p+61/8Nq9ILvTBDz+naXOgOzylOL37Vj2s9RfOH55/4vp1neg9cpX3iB/DjV/4zGf/wZe/9OWPvf7a65taiubNZiRrFpPNZn18mcFuLBwLrzdGUlXr8GBWnjBcPjnUjcsnunnlWFeONmPzb0zmBci/gHbnzm2Jw8b9e2+xAG1lsubo6FB5KtHdVDh5bpBlW6UUvqHyLY3kpSoyTQX8NM2aoauFxO5ChlTrNOxsTIxa+UabcppUapVDZ2t/dfrGpNshCvShybu7hW8vtpko8BYrdFFQmDTrQUMqpQ7OxoRfOFTUWmVbHfrAwreQeQM/p60S3eCXHF5YQEI7zVW1FngEGB2LShUT8HT4YHvgbROjZdQnYl/wZ8uitWVjMTIreuNLga4gLwvsBA2SOeUfauFJ0YI/MzjbKthSK73W0MMncZzRz8Ipjf4FOw/YnGiy0WxHHBp2px2IPkTJ/EmsgysV44lprdOwN/TzPA/e2FqGXmgY6/QNHnC2hx3RWQrxKpWNLf5WVRaoUx7lT8gJffRGjlXYHLE8g+Eq7yAbWB61IpJNs0KzKN9yJhZAoxcE95Z82uKngCIbadiRhX7YZRGLZdi02WwGTfwQVyWGFT9LqaN/YQxiUw0uUNDCIpgfKRevsuN7fLPT1wWJJnJC6CnoFXZtOShEjvFjIn4PHz4k7ou2jEPGMhv0whhGH2KwBC5iHZ6FA28jB6NvwyJ7mUfEB4cbLfBGju1xwMimPujQGT/Sv5BHw3ZwkdUY4z0u9cBEzh9xSEkM0o7MHDAS5y3fnPd8W2IRSFtSpreOyaEODQEfX0LCH38KNkVeoBTL8Qh/1qIPvxt+lVqZDxeyrcjebKoaa8gh/oWnodPM/Uq/4e/MuQZ0aALxpSFnIb7J/8Q787vjZ3RtWb/yf980YoUZqkVDfufQkX83osHbkdtCj0yzmYrxzTf0yhjm33IQ+mDjqzEWMQ6C1tD0d4AZ44Xxm8lDsb5lnYsuBok4dQ37S0F0w4BGu6gq8hbaAMbGz3X8uzo2gYKdNQPfC7xp07HSD7sXLfiHVHBNCz72Ycei2B+fgtOwueuCeRbo8ArVgrZSVgITfwIVXRVcQ25cyQ8zp9Hf+fJYxvp/whfOJ558XPl3KWJzwbY333pLv/mbv6XN4bEW5mzG/crlY33oA0/pb/63f0X//V/77+gf/ke/pv/u3/vb+uTHPqrrl451NBdCeyY+xt9Se/KppziMnOrXf+M39eEXPqKHp+eayc3XXn3Zd994/bHXXv6LFw77tWsjDu+Bj+TUe8CN4cLB5z//+af/5I/+6PDhw/ue50mNSTOzAV6+fEm1Fp2fPtDCtxYxyeapUGQSCDpK+pN05hUG858FtKnDbyZSqeJR1VWdkDBvvfWmOpMOZiFCM0wzvFlwOklt6j3mMHkKiVzI8pGg4CBVpZEJbfrRDLYpC0MmCTmvDk9nURdlE1O6QTVoJZu2hP5MMcksXHZwTIzd5tWwIfIKE8KFvmEMtNBxwxv+4Pvw2zaxqQp9oE7TWMhrnFaHfhWQPtvEpQzaiu6AXZSrsSCFJriUwXXsbkz83ossAH4kDpkd+vjcoEHNWDgSw1onNq462pBrxCqBgSjy9mBbthV99upP+mxrf6Wduu1BW7DVQHB78K6yp43tAXvfk3gRA+6Qhm4PDR9S/0l8cLbZjM4exTgbS+jt1dbUA6ENf8C2ovsRpE2cNxwQclCaGePEKFCJU3zPoSXt8AQ3k/fB22ZBO9QMT9rpt638EVfK6E6u0FSlrzpj24n/pPCk33a6hx+djZz0RYZWICa9MaKZDyJOjFEj/8IX31ZYxqbaoMNzqHY3vEZK3fkR7IztKfcQGy7xiLkR5xwGTh+e6fThufK/+p6enuniYjvyZKQQNuSwEFobyUDyK7iUwceuQOTv26m/MzbpP2eTShneLQcL28OH4EK/5UCQJyDpj+wB0EVm+ls2QYwK/SMgNlilWvksIp7bITM8kIZNNn0DxBxpQGJLoLiLzCYuGT8HD2PRiSmUg44PbgjBRadY48xg2atMcSFtpaGeO3R7WNtIw5jg0jayYODu6AWC3MGgYVzEeMOFd3zueEcfdAb2d+zHnOFDCRJaBBOHt/0MXwBJoXgHdOoshHziDp9QwB9a27LJLEjSHp3v+MjY7PG2VYs1c6hKbtVayPWi7BEHm1l3bt7SB555Ric8hW7EN+P7ve99T3/wB3/AU4U7w9bjg40OOTScHEy6df2Knrh9S7evX9U1DhqXjg/pm7WZmT/oaRzGrtP3xJNP6bf/5e9KpXLk63ndoQnd3/7G1+fXX33151/86AfeM689it4j19Wrxz/99/7O3/0Y7hwmgY6Pj2X+bFiMMwHzD5acc5i4AMRE2TC4hZM781udg0MGuJbCwtp1QMLlsNDbBZP+gsfwx+I1igT9G6+9wly9UGHROICIm6ScSEoOMFC4TGyCErkrk1Q2VjCTKFSQv4fRzoc8FsUkvt5xGd40mSdamLgp7XXiZBOOj7VWSKxG/8RBIPiGb+PbDD2IZqKHU7KtUquMDbIU/siN3thkgxQXZWgWfL0gLqGBWuvipFGGProDqYsri2zqwUVj5Nvoc1FBZq2UQ7exSUjvq18skOapT+PbmO0Rx5lNsLMgIpbbMp+R1/BzIe6p21YpVvymij+NOCxSpIPvMC3ITokBCnjYYGjevu20sWm3QJVSZHtAqKIr5dtgqgV9Rp8G7GkaugPiAFXw/eKcKA6TihaeBm3ZdGL/Fh8u8OWCRSv1hTFD6LhtqzJOmIGOBUg0JeOTxtWxTUBXLjv2UMN+2+BX+2NTY7HfsvkFEjuosLeR01tFbzbk87MLbFsYi658891io+1hQ2xtQ250BYR8KbYFkhNiiRR+21b+5MmDuDqxV0YZ/j3O0Ky4Bb+a2KUYvzLknV+cIamp5QDPgt2QecY3yo7fF/hxjh9ntE/Pz3TG06vkePBb9CzRgXkX4Pd+xvYx38EtLOy20dkHCNnKBY9t9Jfhr21isNU5OiIn8vKkzJIWxkz0d3QlTqGJ/Aa+M46d8TR9RmZiG/7gwrfQnw2qM85V1pTgUe/wGvuLGqHYAQI6uI6sgNIXA7Ahd3CBBX19T0e9pY7MvV7YSXmjDbnIHGNFHEkAEQQJ2sHPHB9lGALYavqYkkSpa/ClNuQvSh9hAC/ENKDHLKCrIb8zih05sQPkuG3sGNDh6+Aa0OFtAxpxCH2DT+hGHf27e9hu6MIn+MUV/vAmj7ApNMSpM84iFkIGs0AdXwJ0K+2CYNuM9cQYUFraMNcO5814KnqFVxSPPXZHN2/dRJ/5slj15pv39Lu/+3scKB7T+dn5eHp1tIGfPJ3JzU21CjqN7xPyD+k7mKrylGWzmTicXNITTzyhH/zwh/raN76uHJDPL051yFMwvvjqk5948RM/+6m/8hlJt4B3/V3e9R6sDkxPPvbkX/utX/+NJx7ev1dnkmRhAbrYnuuIVxL5LUBnQpAlfKs5k6kXBr/IEskwlcqiYpFrKvlgF0q53W0CN2/eJDFOlB/o3L93Tx3ZQsamWBPZOo+yCJGa0J1NqYKbkVuRB4nSnmpR2kXR1UWXKvQ9k4HJZBaajj+B4lDR4KZLSrtUdRoBSyrQy1IWLZqjT4U2tnUg9gRsD9o9fXjE1Zl4y7bTZ6AMUC5khD+TfGGSpm5b3PR60EVWwA7ehLENX8TVsZGCzWJSDgeVw07B9oK9ttMVs+BZiFmXiVUHm308EfQAABAASURBVEk4TXW0bSsLRGd86IK2DYhs24oscdWKsZTBB6hipwfE/rTLTm+Bz4beErfGNXDo2tlsW3t67S7bsvewIqPrnbBi407iWaAvQ86exi7D/mziyavEfcvmHYiPnZzrCQKCbPOpQZ//I+KCTfGCb83ZwAIZkwXetc5hgAV5CzQWtejb+53H/IEt+RqRpax+hnYBt8CT+paFd3vRFR3B1+oxllvmzwKNuGwrcYkMcQ0Ldx/FRUwqDiVbhb/QrLWqlsRAKuitHNJL1XoNPy0bKEU1Y079gteQkbPhS8A0T6M/tscGQ2cXCTpTuuTgXiXihvkKTXwPpB6+C+KWMnEtg3/1f4EhdF198IVuD6enp0o9sQ1v/uZXXgVFZniCT39inPbYBCXZ+KLIlxoxG33k7sI4LcQ647jlQBT6Wqrs0DYJG/gYY92Ysx2eDn/WjOBX6NAHPJoOHTR73vi3E6NGow8qelMHdk2tNjcVdAcXXcMvdKYdiN2B1CPTtkxj4IasPtp2sAFpVCFu2BUde1AueMw6E0pGTyltY4NEoWEDebu3I3r2IC7bytgFJy47ErTzhRFE/r4vZQCyR3dsScNOvDuMi4i+IiUxtk2eWhtyMHD55JKe5FCRpxC2lSv/cubdu/e04YtObDnmy2pytPOlp2V95Iun8KFAPiOn1jL8mkpV2vkN3+3bt/Wv/tW/0vXr15V9IU8zsEhXrly++smf+qmf+1//J//z59BVgXf1Xd7V1q/Gm1Pf9b/9q3/nc9e4aq3l8PBQB5tZM4vSwdGBOol+//49nbFYJIEzkGSkJjIgfdnoU3aSU6Rb70XbZl1sG4//j3Tj5u2Q6+UfvcwrkwuJJMq/jDkJangm5BeSr5KvpRQStMg2E8ESEw0D1nYFX0wdQovSqiy8ZeA82rEhoFzIkKlQ2vBSDnmySmVBZVG1q3I1bAhfKdABaEAzCyaJnkllRxDc2MtNn7UMnia7KHyxpbV1kkbmyhJJae2Bfg5AWfjFKX3ArmtmwtlWLas826vcfZvSsnIX+np0SYOmFCuLd60FTFclLlnQG/YbjGMx9uYbU6mCx2DfvttPLIqlFMasDQJ7R7srjQFG3+gkGEEndqP9l31AZMMJvJNkRAdcyk7OxAx7pZumadjQ0FHJxY7O/H8cW3zKArplU4jd0R1IfQ9pDxoWq4VvkVue4GRDSkyCv2BzysbWURja3lrSDNO6bI/4BS+uSsCmadaEPaUWFnPsw5ZayqCrAwchfIlLxnGqdXxbz2ZIz5BZoA+k3fkwIMZFo8IIYUvssy1IVSfkU4ms6Lah6U2dlRz0age4mdgcMU8zthM801yYd7Myj+ODbYW/YpOd/LBsS4o8LCCPEKpciV/iEwhvIPiAHfrOmCzEqg+IvTl0BfJ7jcQ0MnJwSLnltco9vkTkSUX+htgZr1q2HBJsy0YeukMXPQ3fFtaGxKbQF52jj7gsjHVkNA4XpiP9hEE/CR0ZgQJRBfKkAC1wcI/5RskdGsmKms7GJvhEnq345P0KjVzT6MNn7BA04Yl8IkdzjUMBGbCkAB3Eqcm2Rsil0V6QwQgqhtsaFyJDrnzE9w6i4W/KQBv2LSst/KGzLQ9M2PqQPWIVXmjAKBASe6W01zK4vqejTD0QfGSPzZ1G4tbxPxlTkNZ3B8laysg9sY4FX0vRzEFgw55xNT+85InCDb5E5gljeF975VX93u/9nm7fuaNTnnDbVfPBoURgUC97kscfKfSTzf4z6YInXRNy8wrl8ccf1xe+8AUdzJNqsSYg+f7SD38wf/nP/+zFL3358x+RhFA+38V3eRfbvje9XLly5VPzNP3sy3/xF4dTqSw+dSyGx8dHmth4G5O+MMgLi3CSjNwi75qCoyIbLDQSZRfdJAPf2JZedfX6LR0eXdLdu/eVhaWxYJgs2hS+fcM3QV/hq+CSKJUkKyToAPojP5M6gZ4GXugtKvBEUy1r2/BZYJBDwQRDsIIpfFq2g444iWqpVUaenYbV4Cu0xVXAuRhapiSTKItZyySFJuWA1Bf68Tv9Qmj4s2mlHxHCGq0l1d29tjuyWVaQEXT4bbMJbBQZpZZRpi+yHk12EMMraAu2IgUVHR1WZZyymNMYssvOfu0uvKQGLZ92Wp1a2Dssq69DJjZFnx2atT9t0Oq7GNh+xBMh4Uu50vVU/y2wvcN58KYR+pQyesia+NqI9x4fualH4jTPIyapDxwGNRbdxoIXXCSEP7FM2RiXyK4uqvVtSFyCD5RStM+BUqr2m26tVfnNxYZv+ilndD/qK1V1mgZtcCtUzXMduMo4hL4iI7YExGVbJfoolQv7YzcF7ps+S/Q1YhxfRLMUK7pKNf3i6uQpmxS1Uqtie2g7G15gYvE9PFy/AFyMpyNb5vGFKrSx07YiPzFbS+Tt4oTIcXcMCthGZxkgruACez5Qsv1vQXzc60o9PMnLxCGHi8yP4Gwr5SNbGPcth4XQDtmlDNkQiYpyhbazuTYOiH3EScOfyEn/I7BkYqf9RaBBjVYOGKQad4dGiKYHn/l8VI/O+Bm5ndgq1NC05BplaN/GtUc22GuPvZYLa51y0Qyqw9uAlIEcKiLHNrqp7fqiOweP0HT0DyA+wXf87oxZH7Q7nkftjuk/DnZkr7Feefoje9OOeSkDo77zFTYZREcfWqhp8Aldhc70pZ4Omqql6ID5ckz+3eQpwjNPPQV/V/gvOET8xm/8hib6e6m81CGvJvLU7BPIW/CFQhTKRynWTC6LA0sON5F5/dpV/eill/TmG2/kqYQit6LhtVde9vHRwQevXb/+mcuXD56OPe9mKO9m47HdwAGJ+ku/8zu/c+P1118vSazKArTwjc42C9JWeYx5TlJc8Eg1DCLpbGpdDCkTionTM/gDRcLwGPWMA0WdDnWNA8V22/X6629oe7Go8dQi3yoO5lmziyZJE7IK5Yze/Iiw0EaFkmCNTBs2hZb+WopKWSdIG8kuFei5kYBl0LsUNcrwBTBy7eOzIRizVaZKS1pYJEaFD7vw8GRBb2eCVJl2D30MoT+yfhLQqMRmO751acSrITP22FYpASmLR8FJ0xZXw/a9rIWNMYtvFuLgbcs2PjSlr+FLy8KCLRgHtxQfY1YHB/XYzGwrV+SmzDhGbuq2h8zUFXk7/WmHJjzRn3bqwaW+h+jJItfgsyMrMU40pdDaHqThHZXdR2wc1UcfSAL5iI7BwDUFInvLpmJ72Jp2IPJXdo8CFlzoavgx5Ax5jARlwz4Rf0Kt+B+fciiep3kc2HJIyIYfSH0ipyJ/micdHGwU/J5vX3fGDNncGrTwRGapdbSDK7Wgr9A2UMZ4RHepVaGtpeCTHkFBZvEORz26NpuZfquU1RfbQ6bpt02fZEkZ+4o+04i/eTJ1evZQadtWgX5hTuap4jnf8kDRZyVWC7m2jM2pj3ZwAWntX+sal21kFdlrX3jFVUrhc71TTxxj/0QMh8/0V/xO3x7CGwhXdMTuURLU1DMPc5hMvXNoIAKQZqS7CvppPLI3OZI5Fpohg/FOPRB+iz/w2LGbHCUnOoAAxHSBppSgCgvoRtnFB/cuLtCvsumjJ3cj39oOn75Ou49Y5ulB6CIjlBHTmbtbYEE+MkF3FKc2eOM3SZ861PTyGXYgOgLpa+ho6PxxQGZw8A88JdysBE2N2A2gfwjlw04c0Byd4MPTqdNFDAQ47Cvs9Gl37elShi9ge8fTKaVkQ3J5KpVcr7p06URPc6C4dvXysEnsDd/42tf1lT//ii5fva5eJ3naKP8kN9/JeJpN7JApwI40lFtjLmZtnTfzOEQcHEz6xte/psdu3xKHCB0ebnTBnvSDH/7g+NatW5/+X/2n/+lPwzkD79q7vGstXw0376RuffQjH/3F7333OzlYkAzHYiyZCE2HPJaaatHDB/d53fFQzIyVq0u2Sd4ms3hsd08unGSoky6axNlBB4fHOjo+GQeSu3ffYp3fqrPQVdLskA19InpTtWoBwFUQ0W156GIKoIPJw4SJ6Ald1Ra3IEBeE11UTXu9mQ8qJPb+1Ju2hCKYGsSNiYT50BRlkmxZYFdOqJCfBM7CZ2TULIrw2UanB1l4RoUP2+ALsVoGSMSECSuuShwGf6lDV8FH74DuH7uHPmQFuS6WsRC3drZ2JmSL7chOiVaVHT0kYVMtRRV7TcuOHX1MyGmHK/Tb9MLQI4eFENJxpy+V8Asf4qMNrdYrbYKlLCaBdOVxIxYqsuzQdg26lUVlV4Zmra79qF+bfK704IdOvUO+hy8XvMMXl7F9wd7oDs8A8iVR6vDKRbaH/tgTSHwq+PhW6EuZze6Ab0mHwMHBhgPGhJ6igvmVj/TXqapQL2XNj+hq5Eh0QwZ9VejSX2R4w08Jj7g641RdkL1h0Tsaj2jzbasUK1BLQUagsvgW+Ff8hgN2bJrYlEupwxfbqtRxVVTl/KFSAFFvJHdyJzmzxcYL5uHZ2ekY97ynbozzloPulkNa6nsQAiNiD2l3csyOBiQzSB3ACLo6NgLFlB42xx/bY/5ZwsaizEtE4GNlLjTKMsaTblVyMHYGEjN3qWFXZ0xTX1WBLJJL+Jjz2NiJZaeULUupYVJHPv1hApf5EL8GbeiBhiEjP6FZ8R1bwtPg6MjqlLkjFbmgg0ENyD509Ox0tPZ3R9aqJ5Tw0Ba6eoA4d9oBe5UJxbBz8CDfNnqV7xV07XQMPjq1XnmVRedohC/1lIEFPaNknBPHRuz4NoRf8KM7TNH/kxB8ILw/2WdjUwACA0JO6AJpBsKzL4Mf7QwaMU4dFsy0EKPK+M2s4ScnR7p+7YryNzQah71GniY/f+d3/6WOTi7rnC+YF+DqnKcUVVti3RDUiMeCfxnogsBCZSF3s+4nn/M/m/7ZV786/gfrk8vXmGMHatA/vH/Pr7/y8rN/9mdfevHSJV2Pve9WIITvVtOlF198cXr81uMfvXXj+scuzs/qEe9hp7lqy+PSLLrHBweaZIEYB4FClRuHu2xq3OQB9aLiLIIizaQHPM1YSLprN6/L1bzqeEsLJ0k+kHWuA547Tl4U2JCAhcQxkTTyaqkqvWgqE2rZqEnI/N3wGeWQSkwscTWItygnLzOvdM67WrNwJTH3iW5hkxzpA0ILi1yKBD7JaxWSsmvLBO3UL0j2LQneOz0cChyAPryyVWl3YUaHmhlk7Mq3s6EzWkILseMHIOGU1/goMl1Vp5mFoGN3l+nbDt0eC9DCBNly6Nrid34vAAsiupQHhRFFTUrbhKJp6O1SQW+6tjxZKthkRqLvYmVbtqGFE9aO0HSBVSA6S6kyttlFhbJhk6CjpZW27JgbarpoCTWKjt4RCraCQAu+LTLt0JAGo56yExcY6IkoFlWIwhmerLSNb1cdu22rlKL04SEsbciES+NCX+wSkhdkZsyN7gKk3sBjuiIjYFuxhW5VPlYQ/R1oqlWox2ZvNU9GzUJObJEi+uFEmCWVWmVUcpStAAAQAElEQVQbkKJr4vAxz5OKiyr1xpgtbOqogKbpYDNpw3wq1SoRg0ewq/JRIMqmZ97rw6oJvZl7Ew3UwW+gik/ZxibBJ+aMZQl5lu2RMzJ4+AgUcWqyrQPmbt49bzg8LbuxtD36bMNfHoEsri4Ryw4UELXwyQLfyMVOTjrjkkQIgDelGYeVpw3etBtzhzDIjvyqkklbpDL8pUS3cbDxraPxtFLUjfbcdFGQAZEbUCe2UkcgWLkkJ7BkmNrphdPgbOrQ8dmxs+WVCPY1oKOjpD918qu1C3XKjvwOHnPHPEQknF0dkdVVDR8L+pq6XKw2+GnBKygFPuPaqXf60g4YXwMLNuOMEBe0ECCFLoDsTn9LiR2RvVCiCakGqBlO+klE2dQRFvotY7EwJg3+HlsoIzexFzIa/Z3x7vCuXJElGR9iUx/SuyKrQz9g4EJThq7gbCv+5zBqr/VY1ohta+cqFbnhQ08nZ9ylWiTO6Tqc+/gHDp984jH1Fq46nkL86Re+pFdffU1IQz9jW9ldytp3wcFh+IVv7k30aHIRInmyfaGDg0PduHVH3/reD/XK3TNdf+wZXbpyHZ3WYSW05/evnt5947nPvPipJ/QuvuLvu9V839lsjj/wgSd++fVXX761vbjwAY+Q2i5Br/DY6mCa1FkgWbXkJA2eFpLLxdS4qTeSspAUZujJLU6fW4AEODrU1evXtOVw8uDBXfXlXAImFtADFs/8a5oTcuapKAeGUpGJvEKSFYPzpIXEamRqLUUzkWaak4xkLqRN4klIh0basipcsHD09MKzZFJhV0ceOQ8lDKOPxKO1vxf4Ynujr/XQFHUOM7AzAZBWJqXfDr7DZpVaJUGL7FKpU53mWcbGxGKasZtAZFKClFRUXGVAsuyiio/pw0TMM+HFAvCxW1wL/FuMSCkohE/MQKrQ0Y7s8DZMWlg8thym5MgWZAsSeppq9HV46RFsCg/NUaZNaBXYErthk6DEjlqINLGhJdPeA4KRgw0IMoyF8TN1RSgC04ZAnYWuDzx2wARp0Or4RXPcHfpUUnYWZcyn2XdAwZ0hachJXCLPtlLuWEMx2qErhQTB1iEhCqEl8Ao+kCbE2NEG8G5PRm+FbSYfxYGts9mkTRCVHxCmnBjj8NpGXCLS4evUpVqtaeSvNEU/cVg40Ikc78RgmosKNEIP7BSMDTSpGyc6dQHJ/9BbkompdlfxmnfF6UEvRf6KsJFXqJd8IIeqTL3DV0rRlsW5MX5ZhCcOr7ZlW5BCoVHvxDUIyIcf6S58jNDJqiqKzAJbbGysA521obHgBxKbIi7kdHR1ktHw7aHRpguVzFH4KgeeWisqociABdhsTGnE5I5NjXjAlCaARxjQiGUHH3s6OuhQh69T6SZGJiLuAqW1u6sNnkXDLvp77+rgGuPT2BTp0VYa83yJraIfGbYZy0rPalX4BK7Bj/Hg+Rz1FjRtrICvYCc9MiWStOAznXLiyGfmieMDNvQA/Y350MAtmetAxMaWRsXYwwRGZPTQAreFJmMbWDIO8EOgTtkz1/EjbLbR2JU52tCz0mYcWrqJTdfQDV90dQ0p9IHPJ7pAjTu6UinVEDX4LoCtKn7a4KKzQYGQ/OOGm6kpcOlk1pOP39Flnkh0mVcTi1555RV9/k8+r5PjS5rqjJyuwlrYYI9vsSkWOPlNXOZaOOBXXeSfiYfuCL4zXqV/4Svf1NXbT+ixJ5/WZp5UmbvHczl89qknfvpX/lv/zqdelDZ6l15jTr1bbb9btzePDg8+9+1vffNwrtXzVIcrm2nmndUVBnPSwkKysGF1Fo3qosIgFxfZJBPUHVjvrky+s3MSjq7rN2/ogOPqw4cPdM5j2OUCPJPgYDOPJNjMsyYW44qcTMY6TVoXb6uUoly2Zeo1dMXiJpHps5mwfUBr1JlodqGd1KTNhM1EGSAu6Pnc3cZOjWReWht1l0rfis9cih8tEzRY5Ioyd+yyTbVrwt60Q5+JUGuVbVUSvzHJApFTalEplT6ha42RbXAFXGSt+PjOXJYUO7oWfBJXi43IExNMUQbunXcmfP6hIqSoojvjEb+LC/EsenTR0ZGTvlUPHMhLmwIyyzaliE3iKNVaUdlVwHOLxuh/54eLBSN9GldkWQWUhxzbsK1+a3fZ8OjH8XZwOwIKe+2P/wFQP3HHIcYBGzfTpPhb4InNtlVLAVJapRhtEgmizriaanDhqSV0sRcXEuMEhzJ53ygxnjv2w8SNqFVeKqElphCoM04FWY150sAVaGMLBXf42yj5eHQnPzBV7EdacghI8ABHDmXkhdhDV+zD5yB2EF7hGaToF/tPk20ld05Pz5S/Ypt65ERXgzB124zNoi2ba5TXWlTAFfRS0NeABVlSJadKLbTxAX+tt68ftwY8zKVU+KzoG/OLWDRiA4IbjtgAaS1FtRSVYuUPKME+QJZsD1AueCIPARqgfZ/TOyC+BSAQ3Wq7sRNX9KfdWBcyTp1NtiNzCWBb6kLfCjAMP62261t5Ot0e0JHd4U1/9IU1ZWI5SvoiBTEU8IzPruSEqYsNMzIbdmR8IqfBk/qWNTJzOrgeugB90Zd4DmBtCG0gdCnDk9yutbA2FcLU1RN78v2CtZcvjLSbIqfjV/jEZa8WUVWHfuFVVOSFLrjQNezMOCGRHFsk7Ek7rHs646yJS34Dt9lUsa+M/zTsiScfh7xHlM55cv2v/+APsG/SweER8SUmpZIDJV4ioRPfkKJpyDJ7xQyiq7EPXeZLLq/o9Yd//Md6eHah2489rmtXr6rTtz0/K5t5en4zzz9z79mrJzC9K+/yrrQaoz/95JMHUys/e3x09PE3X3+jnJwcq7J4JGGPTk50+dLlMdA5HS4keSF7aq1KGUAE9zuSsYsEaTojaQpyrt+4oSTbw4cP1UjqRoIk6TbzpM00cVipqiS/i1RKYfOrquBLsWop8DaSa63P06yKbskyfWTe6E+yk9tCNP2TRIdtiq7opjJuwYd5O5yws49FN/wBcdkG3wZNaBcmLeJUwNM97tiZSnTGnmxIdvj68CE6Jw5lkRn+tEMfCM9arrbZ2AkitIH4zjyX+JoVvi0bDN3DppQ29IDxf9hEM/joecihbctCEPs6i0Kg1MLEnfFcXOjks+36qMr2gOh6Zzv14AJ2fGuKzuBFYOwi28QJzNtO0UYH7S7klio7NJ1x2dVhtukD4Hx07/XYfoRLxbZMJf0U4y74DlqBUiwDMzmz4XBaa1Ed7UqZelGxB9SU4op9XfDDC862SimqtSrXO3Vtif+IFzyjj4/0w04t/AwVA5ZvosEnxyMrPIHQRT/Eb8dmJyu4gO1hH8XIR+2utBuyIy+ojGdjUY+etPeAFcMXKbEWudJll1Fm8Y4P2UzEtTAHKWQ7BTTkOvkgWfYKkd+wcWFCZR0INOpdUqlFLhYGvw2mw3xwDzzNBr9o29bEuEzzJBtE+vBJVCtfECbklUqDvMhGXJBdwQWChXzco54PwOYj9EBsJeMGTexLOzFLGWTmRWxJu6M345P+Fn/iN3Z2Yhp8aMJjr/JDk2/3wQ+APjJsy3ZIH42pbVwHl1Mhdhm5Qoe4wsuoUNPgg5SKuLAYmsgcMHj6GJMLvpCtB0HGJ2RAw/740+GBechK2eFLXyD9DX+EDekLLoBloLqSCx0/YmbK9IU/tClDF+jo2vfZyavwLqqlrH6ik0zQVKr29MNf7IwcgS0umueNLl2+oiefekKFsU1f5H7t61/XD196SfkrzUZG8KWUYXXjM+3QYbQCM+tpDilbXpnnv0p/7M5tfesb39A3v/kNnbBP3XnsMS3Y9IB95t69+0f37t5/7j/8D/8H+SukMQ8Z7667vLvMfdvamx/84KUbN298jicHNyoDfniwEePCwtZ15dpVTZuZJORbTJ5OkIi11jWJHiXOKsu2TEKk1aDbshFfunRJgYcM8vnZmWypyJoigwSZArWo0mFLxUUzfbWEik0Ie2KMbZVaFd02SRcD0R89jTo3ZCAs1anK9qCVLKpaL/qTqI8mCmkKY+zcT8J9Eqedetkxpy5Lth+BuAaeUpYKNiNOtokdEw9709XQF3wjJm3UY0cmqMbCEZpA+gKrnNAIn4SsRrffQWt0CH1WKpYlIAvAOYvQaf6NEBS2seh06IoS50hs2NAD9O9tt8Ovca24UGroS3sPDdvtHS1FrUX2alc2nD1dSgkCaeimUENfIT6pa/RZb1+rPtuy/QgdfY8a4G2P/sgJ2GkLHVItHj7mUJF6qYUcK4qNlT7bGsGUHskISrmwbbWZBshOjkT3HpdcCOxx2XgWDm0LB43gs0AHUg9P6ErhiQ5ytnwj7MQNFQhfTQjNAPpTpiN5Hx4bO0EUbMbQYXLkghp33i9nk4mOIMK/r9sFlB/NVcsSh1IlvAM6GJNPW+aZVdHR+aYelbXAi5GxFS7Z+dS4Cn3REx+jK2377f5B9BMfiWHsJtX4xinVWmXkhCz8o20LRUo7VYVy5GzQThemN/3kZVtYSz9asDk25Ru5iHMC1lEaXKCD2/IlqLHBpt0G/QJpewRCS4enQxs/HwG48HRBAR8F4ledprGHgj1QgBG+OGeiUc/HKqvBFz8iaZHRF6KU8SN0e37bEhC9OQAGemIyxtFv24yoWsoaV+i1u+CmttqIUsWn5GljLQ5ZYt2IRWSmnTK6hH97XgTEBAqUxFZqw0doIisHkaliOe3/L3V/9i1Zkp13Yt+37bjfIeacqwpVqCoSU4EAWACJGd0gAXFoNtmtRYLS4pK639j9ov+m/4teetKD1uonvUiL1Go2B3EQQBUmFoCqrJwzI+Le637M9PvsuEdGAav7OfKEbzezPe9t2+zYOR4ZGZkqT/7oGtST8NfIQFbnqzC03y16nTfV1/fyNuIIv/Xs2XP963/zr2V0LezZ8++JIQdR8SkQnUbZYA7z0+RSpZWfzgvcW2+8phX87/3e7yoF8eDxY7kW3n4cdfPs+dL7+MlH1/d/GZU74Av3IcNfOJ/jcLv3+PHjH3nny9/8l//if/HSPIu0s7jyKv/Rw0e8VViVvzGehTkokNYqc65B4SibgLbLtkIYFGGe1sT1xhtvsLG3+V93zN/3WaQ58acg9wtvKPaLUkzR2VxqVapAVCFvGzsDtd7w1eiXpA0fO7gqZUzHtgoQYxsl0pSLTeFXfE5sHT8GsQQ6T2yzRX5l4Z0B0ZNsbLEhjGAkO2OiRD46O3Liit808xOdha+NjTRsgfDFjmTZiUFz4eh0hWZ7jtJPJymegILgXujAF1BhmRAxJ29l3XB4y+Y/8CsygWkPgc5mcr7525b95wHF5Cn56vy+bPuFj5uel/kLTin/7HVudJtvmvNV+JFxnMtfmB3omZrxQTJyAIjoHMyFuKpKAbpTR+TPYJCh2ZZtRtun6DeXstG0Qh6SbSW7gZY+9GyC2dyiT7KiKzQnR9iPH5OOfwzZqPoPxZ18RrbzM0bqIxv9MWdQEgAAEABJREFUHW/gDhMO3MSPShybjo5+HMHOHQeKyEUmNlCP3q12wh+ccuGnbdlGtmgBbbmc8vET4QNPZwd0DooCVg1woaMRGXKK80deAW8/TYq8LCo3NZiXaiJDGmzChe4S9obgKe2Wxj1uKHIoVa7oDtiePqWfOAKxeYbg/yJINvpdxNsnRC55hKCWdUEVJF84FdQEnJDYUzo3puw3uRGKmEDiVtbgEFrFl0BokJc+a3o7JIhxYLCOo2MC6zu246/I10D/HMMz8AHU1KVcQ4rNSSfHZxnjQ2powByc4SXb041KnOALpIkX0hYGnfCP6BlHFAdWXCCOqQ9jyMEm3JDzB12pzQE+uVo5uNKdLLGbTmgogVsTxGWgYTuyNMr6DS58gYEPg7iDT38aBCfA4HUGxrOfYM8A7awrB+T40aoUXHSlTX1VOvBGPl2HgxANbzXzYHlPPLgyPXhCUB1b//4//H/nwcLLgqR5w6CkYkL29pW5s816PKrzs9yyGJfpH2/5Kf4+h5Qn+o/f+Y967/0P9PDRE13fezB/3ssaubu5uf+DP3v3y2/fv/+Y9HzhPvWF8xiH33777cuPP/jgJzzGTx4Pt7ri7cRCZaxsOg8fPtDF/pLDxB1wy4QexdxOoCSUYkLFnPxhvWgPLOpspPuLS73OgSL/1UUKERvKQs9Jc78sypuQi91uvpFYKLrdbjtclKzUcomLwuM7GNU0npFkU1jQjmwKK4tTXJ2xWU1p481gPChae+OVJ1ahd24MWRiIKe2Ad8Xv9APph1bVpCnfiW/Q9YTwBBx7yCFOPjSv6AI1+5HPOOCJ2b7sjOKXZKePbygp8hDe6A6IK+OBQmOL4fbZRBRR27TWjlxeXV0pN/fIJM4w9xXfyUNwa/pTlxVbtl/Eb296wtfY8FdymzZ+BIIXl12yTW8oefrzG9+A4pfjQI+92Ql/6FMffPn0k2/xJzBxJx9jM7yd3ARvmzyPCeHdwPNQWrjUuRGJrUlztmIpUls7qJPE1LkBBVvoSjv1Y2+j9am7wzuA0AMdetqW2FH34qZDPklgzIVMixPQJcs2T0usG/QkR4MYNuiI9Gkn4w59JAf4LNW82SI6Rx27trXyNiT9IzeYrR8j5EJ6oYfe7Hf09Q4NluTH8GTebSsx4gYYTf8W1uGOddda5lTY7MzpOvmO7AHhD6BK1dqU6X3znQGfaJfo6HwNtKTf2o55WVTUQkO2VVPmcSXW1Gj02FZrNfkah5q24Ecb8B05pB3wpdPvOIYH2C2JvYE+QXTihKABPvPRmdeZR2hb23HLIhPq8AzwxUhcK4flxDfOOqAZvGhXchx9oZ3l0tpogn4KL9ywD9kbPvKt8h3SgG2oE+v0kbbjX+dgsc68HtTxIXSkVeiI1IQhaIF0RLxwYHdlHVWVcsWfMwxiw9j0o8roqplznFOuqO7YPlJDA97pIW36QnCOw4gNhogNjeTlNJ48KOHDnBy3PVyWuzRzBW/sLhwaENSYa3DAIfxo05/UWfb7t996SwXfMf6Qh3d/8J7++Lvfjdm5fw38sJEpagW9iTFxd/g7eluhE8MrB4oL6varX/2K3nvvB/qjP/pj7S8uuN+8KRkmfH/9yZPXX3/y6Gdee+eN/A/D9EW7iOKL5rL0n/38z19f37v4qd/9vf/w9oEDxY6F/+DePQ0m87XXeKXEROZJbGXyt8k2kz8oeKrpHG4N2Z7APFJ0Xbc8ReXnkqure3r+7Bm4o1oVRdgFu/ZLA0oL9hBVaqBVzcMFtaQcKDCkgcKRjgRPabs8i1ScYlinkrAdoSH07RTcUCmy/STfiUdcwUGgxzKBlk5ncckWZ4wZV3i6Bij0WhrQg6MX9gkriztyDf8ngq9bftIJPryBNTcb8OHL2ARZxAhKGW8g2Y0xeR34zwZ/5k8bsEOzjLydNlCytit60suiZTIVn1ortYIH/pU5DI9P8kLQtmzPeONzACcEUucrG1Ajvvhwhi1lnizRmdxE9kisSfHMN0yDuZlMfEU2etYx5q3e3uQhYc4aCEaX7TkO/8vj8AnZOsUTWnBLtRnjAn6/cONK0RBr6qtFF/mkCmAd6B1M35hP4Ed+FurcNMCgdgD9lIe0jPEnN5SegkDatgTOts4+SOAkgZq44Bu5KjZ0NAil0MyB4pBK0pp6IYZzbJoXnBO3KhtzeIKOrsk3687oX+b62ejIiGs6jw9pM6SNzMZjbJc6Pmv+l0qsR2qzo69zE2utcG+o4e/V1aX2/KRZVWzoC/29EFamr8ipWumOtX/Lm5GJYxMPbiROC/XMH30BnGG0arCOAh37jLAprhxa9nlYiU54jry2ziJvPHG6WW5S0RZ6zk/RHbtiMYNC/cAtT4gcKvlsODrTVmfut9oIXryVKeSs/Bn4MdBlS4HOfCTnwY2ZpzEJye6K3c7TcGyL+RnAEVza1JYZR4e4ggvQRa9P9tBFjJrV3iXsBjo3xAH0fsDfo9b4G0Bf7M75wa/pT/wNTD2ogOd4PGjQTj7k0oLQgC+6Mh7EQogzReljCL8UBRocKIwvBfB0qEFMRrYgb3EJuSGjY8oNKTTTZk4yNyKmAWBUwrfkceBz1mBj/gYHpiM3+0PqBV/L1Bo2ss8v1M6bb76uy8sLjfiAhk8//VT/6l/9q7lOBO8BXVsdCSvUFjoO3EuErfhg5BYKwuBNtT158nDqeu+D95T95TE/q1zwUJVcvP/u95c/+aM/evu3f/NvfANTBr5Qn+T+C+UwzvrR/fv3L/dX3/qzP/3T6ytOePfvXevTTz5mA7vjFdX9OdG5sYxMIJWVomGa5yQiT7FmnsDY6gD3Fc3T53HowaNHEuT8/YmVoligN0kLuP1SFOuA3DddU79VpXngsATNyqIYkrKZ2Z44GjmMwQNFPyCo1Sjg6JKEZsVvuuoUoux0FX2zM7+woeAxfB4jH7mRVRYAn7Emn6bOFKy4CtsCbyD/G+aVm1Ag/OsRD1icK0kJwCIbe+iPfCB8Z+jwttam/uA6CzGQfqCQnbacbxETSxvd4TnmBone3X6n/W6n1hZFV/yLLCS5rIxtTz/EFdrKIg70MAXA5xO95zb08HZ8DG6IPJucoStjkdXIn3nSbvjtO3bPONsTWbT2lo8zLW0gDLbxMz3Rpv85iKu14gDZiLPUKKpq4urKf05ZLbxDxfyc9UGcuT2e4h3kN7RzyP3FeGgQ53kcufRJuNBK5Fb6E0IEYicgOAKpMbiUvAkDfBSdm71QNa+Mo3v6dJpD2+qneQ29ijG+TV3Rz2IYgOjbsbJBx+d1yuH/GOgYinw/yca/wI76iEQjR5eX+3mQqJIWNvzQsvnnaZKtQdfX14qJ+VDBDSnyoWtexIGddGMnMG3BdwRu7250A2T9HzhA2MZGTXs5/LbW5vzY8QZf8bOzTs960D7nNjbPENb0I0HJyfypIGHe8tulEPi2rVZNrnB55sK2csXO4KYc98fJ5pQD0cF3fAnfGQa5HdAyPqmY+s64c2sbjybXVicnmYG+MQ8TK96t6tPGqoFehQf/Y/PleWe7faFrIB9aaiDQIxczQGyfaR0+UPPTTzbmAKuDOJO7jMMXGCfbwaX/MiQS2yEpco35si3bE5cbPIGQtjHppFniwNo5jB05/KQWNYp7SZ8yLun+g2vdu3el6EsNfPLZc/1//u2/12fPnuqOmrk7HFkzXcfDqnGKZc3BB5sl5pBdvZWYVxJGPq85EOe/9vh3//4/6P0PP9KDh084FF8q/7Ubh5362le/8pd+89d++T//lV/5lcvp9BfoizC/QN5urvrTTz9449gPv3y4O/gZbxKurq4kiixvJ7K5DIowm8Pd3S3oMQuhmNhiQ0sbNR2eYsKP2ajp31IMO06hb7/9Jd3c3OqO0ypkdQqD25CuL/a6XPZaqmluThRG44AxeJU1sB1oVbJNca0Uj8WxOUtCuQoa5aScZm2/4AsN8Tm2i1rnhg6is7BwXobBRVGCW/G1syj5wLfF1cEvu70ED6yyzWI4io5S/MIDcdlWY3HFj+iJv/GnswACeVNxweEsecsmPenkpU+bfcYUmriiw7bObfSKK2105XQeG+nHBiRCGdOTyFRrksU1ZFutSo2nwGzi4op8+OJD2tZqhkGoM+7oLWTS3tw8R2Jo8tBr6O5sEGkjTwjI9Anx6ThvgFLmcFl26MWvIW4Yu+mjbeVGFP2RjwxqZ05jL/lOWw2fWwtp0sK3EINtbEXnBsGFP3Tb2ECE2F2YZo4L26mpojZNH+rUF9tFjJFLu7Rl4m9u7mg7v7mu+Mk8C2URAo5sbsndQFcgOYjtThKio6gRY7hVyY7cwJ+BPt7EEYuh9THQfdAdh2k8JJY+536gk1JhLEVXeONj/Ivd4FI3RvfA3nZQXWcN2sY7ybasXOQhRUxFFD6NMYRHSh7yM2PBt7TSIeuXHKV/sd/NOW7V1Dn0hmfPIUPRg/yO/sBBw38F7wMOFXt0DNZvZy13bhYNe7sq3ijWfEDYlRU4P/3mCTLzdQ/Z1OJnn31GXSwz3uB3e/oEgHv4K7UqFQecQbzJ80D/fr9X9qOG7oKe3Jj+bt/UeRIWvIqflgq88H2ppl1qR4LU1eEplxpvRBNTdIvMwSqDt7bLNjk68Hv+M2Xebasxj0PbNRAw+UFE820AtV+yjP7kZSUvg3xVSTnQDp6eR2j4V/iWn3gGayn/lUJqM39BfZB729NOcCs1dzvnqetit1diFjY6elfsDXxIDp49e06oXXd3d7Ktjo1G20SfG/KAV9gWObStFb0DHbFZjA/YaGW1qknr+CX24CNvqDuHgcjGH0ugu/JGr9C9kI+VPQy0OjUQHzu2DE3ob81adqWBLmF/kK/4u2cek0vI2jMP3/j618ibFF1XVzt9wNuFP/zDP9TFxV6Nufvs6VMlXyRAwk/bdL3Fia2LZacDb9yMjUcPHuitt97Q+++/rw8/+kRvvvW2Xn/9jfkTPd7r/v3rSx6Qf/zv/vov/6K+YFd9wfzVL/z4j7/2nT/8T7/0x3/8R18tiuvBg3tMHEVG0eTUlwlfWShHoPPk05jYTOKgAJ2bP4vGM2qnJ7NRr2yWx3Xo3v2HFNdOz54/pbZWNZIz2JCcE6ZNMVu7VjKV22gXiqTwQVy2de6/eF2hXJ0CE8tkoLOrU1CdxWQb/oaujXYEv1LUK3HkNVgOOkcWyorfuamvFP8KTxaouNCmjE3fNnqs0Fi/YKITW9gJLoi0sRv9aTdYQ5oQ+iAPaU3kVfGtJAU89dt/sa3T4oFx2rdNXKXW2mzFBeokr9nqdNmePHZaK1fsp7UNzcqfziLvg4hPO2XVpv9sIzKJK9CJOTDIpYhHaBAX4nxLqFWuk6p0X8xJBpFNG8boDWRsOw2JHZD8Q7ARtm/7PA9DMOnlK7o7fqV+EsPAqZX6yga2Zp7x3TZxZ4NLvIP+Ng7/Btb5ir6VGu/kRwJPvCv1E73hTTvH4QHCu4Qn07sAABAASURBVLJRp56YrHzUsRm+KS99Pm/4xhCeoU4/PC9DaAHE54HkwGa9slGTIMZbXXX8is3MQ+YqmztZUUforFP4bQmZ48SHL74vbNLp56AQSBxMO3x3cHfygqXpV9dAn8grqqBJtnmivKc8YOTmHr9vbm7mTTc33hyeA3fc3KJXXLG52y283bhEfujJ44fZ2PXJxx/pkoP20koLNW2ciG+YwC7zY/DVZEnF98Vup5YxDLFbp71j56Y64cgofcEt5avj+2BtE5ECiWdozHzEv+TL5LKg5jN5EzuDAR+NbKeZMpFni1IwA77Ipw2k39GV/gRyNxh36kO0U8npK4cM2wpf/EjuOn6uyKznOjrxDvCDWON//MwhZBBXp64Puemzf8WuvekbJ786ugLRHx/SDwhd4bE/5894o0l2otva4M+g02Wf6Nra0KvimcjYIKaVljqdh7wVrq7EdLg7qHMvCH84mXLtdguw4/CwyN70Haj173znD3ircItFU1vrPFDcRT55xNaKnsSFMRGFRC5MnvZL6c033lBD+fff/QFvxI568vqb8yB6x9uxDz94/+Jf/8t/+eR/+p/+7w9Q/oX6bBn+Arn87W9/+81v/viP/drFxcVVpyiPnG5T6Lm5vv7a68p4bhZsIIPf/TL/Yxbz+iJKswmsTPqaYmYTTnHcMfmP33hTohDyZDLYmMWCGNzUC77GCl0sLcUX+qIXVmqlq0OP8hRhD20biIqFPiZgjp9VulYW7ootqVQcZroLOuXWJURnP7RNxVBijN6BgtgZIQATR/zGiSwU27Ktwr9tjD7o4gLN9+efs+wsdtDhp1H0B2xT7DXHydGmxsp1lk2bsWTZTVK98N227BNAOX/AnLun1rNNTOWaMtFrWxlXRa+4BrppTh/DW1XaYNOx+S1wlr1B6I1F26qBD9SkRQ0s4Mg7wWUjmbkAeWQ8aCNrO6w/BPH1hxCnge2p2950Jo4TCd/HzGV8DN428Vm5YncCG82gYMIzx9RfDhqdeQ8fAsJhOMhztzQA1Unv5lV0H3nT1tnsmzzPtYIUPEMF0g/YZugpn7G47FKrHbrFBnnAb016p2Y7NR4IL65Ci2LN9sgavLs9cLNfVV404E3+4DjVO/gi94CS3xCmPasxP3bBd5C4iWTzbs26uNhpt2sTlqXw4wh90K5aWSiRAcGYhUOQrRoHgHu6vLrQHTewPBR01u9uvyj/2V8g/WW3KO0e/Ze8kQz/9fUVDxPXSrtgq0rK/xhq4VCTOdhzSBj4vSxNoS2ssfja0U8aJb5sawf9gp9jWisZn5RESchY1Zrs0vkqFBVxRs9AdwAVPAUP4tti6sR5roVJl2Vbgn/TM+gOcFL02VjF5iD/9CZL5Do3vwCC4DbdE4//g5wHn/FAVvOhq8vYwOOpd9DPIfSOA5ht2PExNQF/+BCZuNjFIQkW2zIxiis53GqnMwrrgG3MuQu+E2fPjR1fog+CSIJM7Sdjg3re/hlrKzQnvhMUvtVALeORePCJkWzD2qf/Qo+BAW9g5aftIzlZOcyjUJnOwEB25Q3MyP4cV4kxU7RnXu9dXupN3iIMdMTnFfnf/d3f5U3FhzJxZjliQqjW8SS/soYDR/yf5YDswM/E+OTRY11dXun3f/8P9H7+D6Svvab8PYrnvMm5463rg4dXj//7//6f/gSxXABfmE99YTzdHN3f2G8vF/uv/6c/+a7zqu2a10cX/CaVV1TX15c68rvn3e0NG+KtMnliAsVsGpit/aLYsjHlBvIZP3GsLr3+5pvKoslr9JViW/PaF/mllVJYOXWLou8sgBTWQOeAHtfsJlFVRwptgJg0eMPHkA8YCqpTbCuFxkiVQgQ3qEQbD+mXS60ADhvVaKupKOj0q0oBe+ON7qIfXMBObJLtfEnY37q14cDYnv3wx27agJRNu7OxD1LWZbXZZvHopSs2g0t7hpfIL7qhvcynJAVq8IOcDWIOvZOLzsI9keGQWmuyPUEOykpe7MRNVMiKa6DU5ITui7ycZScOPXMMT5Unj1TKZZfs6BvUzDpjDT4+QeCz0aa/zEto5/7WBvMXwfZEhie9tNGZNhBcGPpJp21sCXC+ph9HNqDUSEDEGN6wG58ZMqtkq0rVGkPkJNmlXJFJPtPPvE5q2GVe8ze1ajK8pVAG9iDCbMa21dAp+gdqv5Pnlbnp1HvPnOHEAJc4MMwn8l1H5vBI3cd25in02D7359iWbex1JabYaW1RVQNKtme73wdn7biJ73ZNuYlDghapdbY9T3oWtEXna2W9dmC32+SzD4R2cbFX3lIsrCHbyA+1VujfDhbhb0tN+4MbSnQs5KCqdOA1+30OG4l95cEiN4IFvIg8OEpKhc5BbtLu9nt0NzVwtqdOcdnpa45dUpUn31Jtk8fuILfiymx08jmS97TgQ8telbZKmx6LC27ottFXEz+Yn44+cdmTaeZ8k7XS2hs+/cSibYiElBiDjx5xJQ80RKypp5GbjR3bEDA/dfZpd8w+nKgcIq3keUeMRczZXzaZlbgmP3mbffydNlHWJ+7IPrTqyDpAoVKLO+qhVSnj8IYvgAuyt7gSd3CB4KM7bSAyeTgKbqVO1hwcsJVYCEktc6IifkyAP+sodLcSb7yu9bWvfY2YGgye8bz33vvzv/YgdC3LTh3/Cx9j5zh1bPHG/0GMrZpSU4O4LneLHj9+rD/9s+/pe99/VxcXl7rkp7YD96/4d7HfPfnwow9+4bd+/a99RV+gi1R9cbx98kRXv/sf/u2PfPe7331nz+K9uLhIfSmvM99++20meqjn1Ss/d4xsOkwwCJ7UBgVA6TCpLs+J7yyRzgHgwMK95TXVvQcPeO30uvJkI066gndl4rM57Bc2H6quka0cKows2jTQjwoZQsGjOi2a1FFotHxeJHjyIxuER8kUcHAdWzpdtlFTquhEX9olG29rqowpSrsUkcGTKnWrH76GovOHcdvItmxvA747Pha6opfh/KxzsffJ1/umy7YKu1WLJKJH7mUbtmUbnpotZJ1ldbrQpJkLiLHbcXwAWXwrN6z0T6wv9NieqPg4u1OBsTHR88vO2LOfL3vrRz+JCIq6ODVTnq/wEI9MHuNP7NNukrDTH0zsBvAjnu9AdG6xzxGUzz+28c0TMe3TC2/6aRnKzKFPdrEUlGxPyCB8Gz9UTAwVaAN8IgcIqNamTPgDUOcnsoENhxw6kuOMi9pvVQKr5Lsz1zP3g9kBIlfQA0dqP+O/APBFFw0ORhNmGZz50MQ8YzToALRqTdXiL4j5sWLDNnXS1Uef41YS933862qozpNhWvPj5Nb33PgRkKidHQIBYSN1e8tbSTRqz81nz4bd0J//P4OjnzeMO+5wwZ/hAp70d0vTQm74YLemL3moyHgHz4HX0C1eYbNVKQe2wdrIuhRXp34a8e2WnebWgT8Gb3vqGhIuzm+0SOVSobyKFgyuqcha2oGvK3vXOZ+Izk/nJhiabWRLtmVJthV9zehCn0AO7Aei3/a0PcfhkYhRsPU4JduyuLA7iAM3lNx2ArEnZcobnY3xgg0bfMJBLF2a7QPPQE/mopOfgrgspRzQkp9O/gY8qa0B38DGmDZRBn/sjtQkh9mVt16JOTqyDxcmz3tvY2BvcWl6T9WhO/JMjnTSu9lBN0F16J28xm7H1sAP5SLppEWEBWAE9pXDhnjwI8vaQTD69rtFX/nKV/To0cPJV+Czrv6ANwy3PJAuu71ubu82F9B/YP3Yll3zYNSxf8E968j9qVnaV9Mbr7+u/IXOP+NAseLLIw4Y1eDnzfrV9dUVP7X9yJd/5CtvQvrCfOoL4ymOfvObP3V97/69H2mtvbYyaZdXV1r2Oz1jI3n48KFuafNWIQUoCqYovLTMH4uOOuPZLuMUvJhs7hk6cqAYbnrrnS/p4upaz9HhKdc5rQ7tl0Vz45mbTmnT5ZQoqlIGlpG3gzMFRUXK0CVQkiwBuAM/vSADVarWJn+KTVznIt804G86AWhTmNa27Gw/DPhEdmURRjasnbykvzkAA5+MOwVNd6LTP+OiS7K2y/jTeToYsoMbEvpCq/gL2MFr0m0reJ0u23Ns4x+isSGuLfaJmPaDP0PiGvjW5wYzGA5NnZixLSOfr40/A8n25AktcI5HXPY5hnXqsj35+ZrjPuMBJ4d74jbd+BcM/DRap08bLuP0Ap3BOZ7IMXzxsS3bc9yRD3940g+kn9ic+ppc21fHpx5+IJjwBdbUJsb44M82FZ0Bn7BNiNw2/7E2UQousI1++Nu2DCrxHbNxs/HFVif/KzctyGJ9TR2Cc4DvJ/86/mWuBg6Ev9OmHz4SqYzXWYuihlb29qwP6WJ/oR3ryC5YrdgQV2RXbK5ssgukguDguckMXoHv2MSrzNotfKp5Ywq94OvYEdd+v1dst7KKnXpu2LR79oXiXfgK35G3Cxk38DDDziGGm8t2417neLA3tCZ83cHSeZK80TVvPu94SxFbu91Oib1cxHZU/MiNkvuREOUmXdPP7D19zptkh0tKnIMc0lGuoAlXodpGLr3wxS/8Ic/imvk+5XglJ525sDdeyD/8AW9btjWQT+2UHKX4uyq6ClqE0kDRQN9AP0wv+hlvMCsd/HgBjQT5pDM2EnvGNt+OZk078XXlpviyv1XZE4ZsT574Ex87cWGAz2Yn4yM1eWTOMndnufGSrwt78fQFXXym4UknxyPxAIMcpB8dDGcOsKDs+REIbcCffpWpL6tKwhEN3rYJWqsC3zROup5wmHj7zbe4L0jxMbXw3f/0XX3ETxapj47M9jZCWvntg2hRuH3iR3iSs6WaduTy0cPH/Mx2T9/73vf1yaef6uGjR9zP9soDMnXXvvf97732tS9/9eubhi/Gd1L4xfAULx8+fOe1Yx8/9f7771/nn/IFNSd82S269+C+DryZOLI5BUQVUScvFqsG3EAm9kjB2kXNWEcW/47fx778la/Ov1STk2WKrVNEDQW7VnPyd0tTY1ySZhGjX7kYDGBl3FkcnVYyf/jGhm3lCjogKFbJ9oTOSTgQmy8A21ufDYaF1APg4pO4bPOtTZ4iDj78G5ZlgyHbKhaEbYUesOGAtrLJZhywrfyZ8i7SNhR6xoLS4eejzy/T3cC2bE+ZjV+KzcZisYOXIh87I36+FEenHxmmZE4NSucnONuzb29tGOJDeCfh9BVeolVWuIsGfjt2X45B86oTvjNHQdjwoXjqOClOP76nDV9a6eSDuOgGd44n/QCUFx8bvTgbPOwTn35gykHDrAb5iNls28lFct6hZTzrCfqKr2e50GafvK1AxtHXqd8pe6qPyUP/jIsD8WPygh+B2KEGUutHNs/IBNKPb5lD2BAd6vjRGZwhB5Fzf2vhQd+MBb4Db/tMfedmIa5lWZSbvqlFhrLjzZaj2Ipd0UneA1WePPF/yZprhXzejEmNPqZO9CN1egTXJlSVFmQPPCUu9C85xFxw2NgvO8oPM0NQAAAQAElEQVRjsIYXHgz2PCDsgMa4wd9mu19CW+ahB2bNAw643DDu+Pm0NStPxw39g9wnRpGXgTPJQauCztoh/hw+tnnrCj15ITw+zCz8IAl30AxFNjyS+RP0mPjI2OQIqYG9wRNyeCEq14aDi09w46QXkZBBDa0c1MwotJW5DjA82dTW4q+IAwFF/1YbnWFXx248aFEKX5rMZfgCMEXd9Nuxj56BzBnCc87Fkf0248i02vI04A99IBuw4+3mV3wNRKbgTxueQIwWvPFtsD6iMxDaWcaGii/xa+C7yGN8SLrSF16Hv5PXwWkQdrWlgDbnUVwDv8JbuJV+1tlut+jtt95Wq6bOusnh4OOPP9a77/4ACevi4pJ70JHcIUl8+btFuU+1tjAfXWaTWtpOOXTa1r3re3r86Inee/8DzZ89eEC+Ap4+farPnn5az58/e/T6G69/of49iiITX5SPP/vovTc+/OD9n2IClxSKme1M0hUTs/AE0SmelYXUgUERFZPWGiEy850JHlTUEVo2xchRc1rZkFMI+ee2n372VIoONsXBIlyQjY5AqxKahEpFZ2VcjX4DlwIe6hiwLUPjS5GDIjB4g2rsi1E+I8anX6vWFLbhnHRxDViGtoXSNfB9ndApf007gqNak9AcXTZWzBC86Me/RiHbQaIrpBMM/OzEOYCZwxIinhDaSuwde7Dphd2Mz/DD6sghMUyZrlyxHYhv0TUBW30enoiBjWBEFwZiL2CXjHCHb6QXv4FxwkWXHQ56yHXkM3eRFfzFXHRk+8SvOrLgz/RBjsSVjT6ABkZ8oxz22e/wxPti7qKzUxdpJ1HSuZ+2M3fhP9PS2pa9AZoVvuAD6Qd6/MP3lTZ+0BVCygFiyMwrkjgBGXnNMQwSNEuy+R6ChnWEp874gkBynFiCS9x31PCRjTy2OrxpMz4fItLPxjaQt2J7KDGjXbanjY7CCXPeoDMesQV0IP1xwp3b6HVZ0VPN2rEuZ07h7/BK0T00GGNGrQpoWpYG76JGTbfGTQe/Gv3g54HESCLAR+OleNLPjc7oLZcSkyVGUqti076e/5VG3pDs8SWwW3YK7F+Mc5jYIWOeDp9zU7jVFQ8Zz54/VUm63O2pp6Mafq3sH3d5a4H/uWGs1H3Dz4Sc/MWfxNahB3AWDUK3SEniBvA/tED4ExNUPnNyp01CmaKDPHRgkDuoU0fmd6B/oCe4tJ1+bqCOFvrxC0uKjQ1WbWPa6INn+hs90c14gMcAnxRhNFvJqfE+kLns8ETfpMZxCxuD2kEvuZg6QjzxZT7yxJ0bMA5MfWnjf/QEbOwkgcqFLvaH+B9aMJ1xMZc1eUbEsblqZS4Gfts4AWP4Xx4HPZCNRB4y2W6JBEY0jOnfGufxyVrYK3fU4LJYLZMOfRBPNBeKBjlK/403XtPFfoEfJhQe8eH7775LzazKfejAzyVHeFf8uru74635Lfo4UIBf0bfDxl3egrPnX1NjDx480Kfcd3KgcJWu793T02dP9dFHH/rm5tmDd9/9/k9861vfuqcvyEVWviCeSvsfvPf+lz79+JMfvXn2bBZGW3YsOuv+w8fKBK7cBO5ub8F15TDA1qVZUOB7Fg6FPtSkapSUlU12ZZLvXV/pwf17+vTjjyQm3vAXRdGq0NOU/8zPSKSwLKlkNYqs3FQuNTYU2xR5h2iBVKsGWCVpUFwgNeBdkYVLmn81umPuAF7CHCzhhgR/Q1+rUmx2iHygNxm9A3x0iasti2yfbAwVNqhzmT/NxMnN4LwYYIfuCYMFk81hYMu2Li4u2DQPbOyL+szVQENJ6CMd+Ckd0XVkkLzNGxO5O7CgBrok+C2urhVc0Y9dlCk3mTter3f40aj4N2IDGW6NsHTlpFRYjCrHbxmboaKSzwiUlHnO33tJGxjDymZwPKws6iO2u1aSxQeVQwNHZpz4g8qZp6kr+ugMkF3kSQU/TDZeQaSbuBhOGYYgpeGhHAADHYno7mxagY23C6sibSob7YgN4dcqMY6/R/KwJn6Yhqz4Olv6pHeOsylNXoh88AHbk4h+2rO92OgwjCEVtUGXN22rzjaOzEX+olfm6Y4DxgHbaaPfLpWsXCbnK3qPPOEb31LzPfF1E0+T0hJCx1DwmMMnaEzditHDaX5boZFJjLyQJGT4VmKCET46c/5bFfhkami3W1SM97Tp79h0FyA37lZWxqGlP9c1LqeW7vA17cL6Qxl10BT5lbeUnbgb+cAF8DtdXVxxsLjUbtkr+EBsLDyZFjbCf3d3o+PxThf7nfKW44YDxfXlhULTjEm65Y2FLBVynZvCACQyQl5zA9LMXfJCbORqANWIlSQPBF2lDi45C822bCt+BujprGdQV5HNWlvp75cdWow89rDDQNGxxjeEmzz/vljkZpLxa/DTzkA2MUT3ZkjqyGedpo4CufF35p/yllhTzKIafkXGjk28T8scFjHMODRYCwMrnd4QYkJYsClyy7IoeldyE7DRg12Y5ic6wpjYkBZkpQYzjn9Miw4c3kR8JIV5OKB+RZZa4juxd2hpB36BQoeVcfoD2spPJw1F6W8w1JrUmWczD01mrpt2xLQr8fYKeh3B3mnwsw2c9IeWhl7y+Prjh3rt0X2VC3pnj1r13T/9U33wycdqvKHo1BzbJDkxLpTyhuJIPR6xd3v7HLmB7Rum58ibt6bXX3sy99wcKgYJfHD/oTSkzz75VLu2XL/1+ms/vqzrmyj7QnxI4RfCT/3oj/7oa6Mff4wDw+NB4V/wSrPVMjfPh4+f6DY3FDbMbDJZFLtWsxA6xdwp4hVIzZkJl9ss3CN6ZDOpr1Ecq57xqmmwEeU/RWrgFwoxG06jZShqTimTgJj8Apm+wdJVZ3MZyh/Jtoo/8UUjOEM3C1AUGxUDwRwqBiMVNFnCNxs5KyjFfjHW+WqLBjwd2x3cit7GolVkJWVRJWrTDxRtJ8bgcQt6pIaqvEkgvxLvoM1GfOAnowV9yZfgsKOBXHEzObJK7sjlAX0HDl35y0R35DubnY0+IwFE10DnzNk0OpTcH3ljEFr+86+FGPCWyHs41Ac+ycTcJGwZuwOdRxYwrikXGVPkzzfEDmIIg/Ca+bzjibyDDETGNrrhINaVjSUHAYETIlPfyLfnnHSQY5QiK/riCutAju78TDFkonvla4U2sNDV8asju+osE7ktx2bjEHjs9EFbSJibFjdYxqghN0NHcsoHHdIBfPoTN6QjuU5/gOzkf1DHZ4iNauRsWIO8STX1rehAlH7Xkbk4sKGt3FimzxY+lIo5WLhBFU6DkqvASysbn0eHLm2bNdToX2mxMWwNugQjK/XBmNo4Ho74MLhhc8CNfHjIDVrU8QFlkobShmRjLwkAUnvxY1maWll7buhpV/zG3JS7uNgrfAEsYqujlzySl1Y15cKbw8CKvTtuRCv1mb8nUhCKeHfLXjl8FrbjQ3zp5DR2UvvH1H+raf/m5qkuWAsLPoVWZUXvgfwsu6a2K8kioqHMd6dWRdwiHhsPCTXUznzZVmdOemiFHILph8WOkgG9a8DjJDd8xJV15Gbl8GpwSzUkJdHnQ4cu39FTUBYgD0LxJ2pDHfhlvIxMcDb2GI/sVfgb3uSgsz4Dg7k0CqMvnLAievIPoyMIcpG2ozu+TWCuB/QeSBzYadRm5gAFfIaK2I/MSfgCthX+FT0dX1Kf0dnJWdplx/7OU37BN6jf4+GWOT8SVj9FTTf28LfTgpyfjnz0r5lboFX4yC88A1sLOR0cFhp6E2tj7Sez7K7at8FBioOL7iR4hC4RT/bi/NMBD+9d650339BCLB1ah/b9995XAM/k3U5H/CGNkjEs6ZAYaFfqWeOI/s7KGeiQHj95pLyliB676cnjx7qf/9qDw/IFxX59dfnOb/zqX/tpxDdldF7lzxfCSRLoH/vRL7/z9ptv/wSvhHb73V55ZVlMqmxdXl6Jg4bumLjBJCtFP/hOAb0EYoJdLfXBQaQDR11wqnznnS/pgw8+mP+GhZDvswhLy9I0TZQjOhcFWjFZADgxGkBkgBSxWFjTPHgEZHjMd/xawwPRNtgwSLMLbnYYGIONhbjpYtnif48ctPBEx5FFwfJQ9h63wuUOySp4IlfoCMRCeMSVBRc9aW1PftDccFZlkW+LGntCCnr0ZNRZMBt0NtQAmzj+BIdrUYGuomVzAE9Hxn5g+oC6ibNVslqrCWIc0tlOqyLXiWVMf0Lr+LKi82yn04+vx2x+IO3YHNOvjp/2piM6bSMdLWIaxsxRZ9NCbI7HuS9BG+AEhN9gtv6AORAE3SAnT3BzLHNgMGTL2D5DNjLb4KN3qIitMacSPiEYX1duGOecE9b04UjdJbZD4uuauM0WMcI0c6Fc8TMgTTMSfnX4AXayyJwJfWYBP+ARLpVr5r9xs6zWFN8Chmh4mjd6FaOZo8EmDuDPoJhs8KHR2vQjB76Y3cQ4dYG3LVeh0dv8jCHb4ku54mOoO/zY5Dz9GtjM4SFt/p2IlcNBoLViPS4TREyBwo/OWhDXfr8n/iPqjR7WOPm65W3lSk47/Zub53N/WNEXmSM3ttDzOj77RnDR18hJDhDPnz/T/fv3pwxeKxA+O/pTp1tmGZL7LbZBjFWJKt4lZxsMajO0Dr3Tty3bmlzgBr2Oj+GTrFaN76FBbAf8rVZawAlemxrSdjGcnWgyEo25sz1xPfrODOSroaPKsj3p8ecM4Q0Mcj9bZEV/nORXcrhJSZnTIz4FwhsIfaWet/g689CnncgP8OIqGxwRo7cTV2CNHt5sQQ5B8/DhOaLmVi2NeeTg05ZincGC3IovK3LhjX6bfOBn/AhkXtMO7ASQUtqOnMkPqVAV+mTFp8F84PDUn/GuGbsWlhE9Ah0YymFiKe41+53eefstXV3tBUG2+ZnsZv4diKfPbrTs9rzFOihqs16roYkc7Hc7Ldgd5LYV9vEvoeZ/HfGAOsPJGfNjHo6fPOEBF39vnz/397/3Zw+//fN/Nf8780sMvvKfeuU93Bxsd8f+ZluWH7nYX+gep0QzKSmc66sr5R/Byf/++pbXkZ2iy+SkiAaFxmdqqGpz8vs20sqMH9hUrq6u9eS11/XeD96fN7IsjGz0jcLataaSRc1MiL2I2yfckChnzGXxM5AovEhIsGgWnKz0IxuQGANnv+YoDOICmXExnryoHBRg+sEVMSemLFy45yf8WUQZmK/wGj47noGwpEp/EPN2GBA0hwfABPjOOiOG+b3JBBM7Y9DDLz4Q8okVsyg9N7488dkbbmURKBfj6K/W4CvMBTz7xTxI+PO5QsVncQ1wBzaYW24EwZ0heQxtPeUifVydcuGP3SKWQMNm5NIPD2rn/AQXuQnM/QBCCwSXNjy2ZW/+RW9yENqZBxexS64oJFKDCUP+YYgekC/s2p6xh+usRwxsvjSj4xg6NGuPHMYuFhTb4Q/k6S3QsRh8eGPHKEqsyTeqXnwK3clFq8Y8FUBLbmxPCDAAzQAAEABJREFUnhHn0WUbDZsPLqvBU7TRiQMzhuR9+jRlJBsZgN6LfmQXNs20ICXBI/SSsNgy/eiMbrrzE95inVUJu1ZUBi75maHwYbdbWJMH8sLGjq914mutJi/a1Vnv0b/bL9PXgb09h4tr1nX44vcdbytyQMgr5/RzMDjwNuLIjSk5jDOF8kbs6R+owfSjK/ILh560Bx5YznyRC13aakVcGYdOd34yHuQsc4n74LLaaAgy8p0atIkbHfamZ1DjhiUtARH/UQXN+Cf4WjW+TdxUQnQT70mrctlGbEx6R9cGK/ktvexb8LZlb/wDPcF13gQMbuId31DEZ9MF49QJQrmZ5wbd0T+A2SJvHMh44FdsDXDJm23sNxUMg/nqJ8gTe8DwJT8dXXaYhviWba3M0Y660unq6F5ZI9nzRnwEn/EZMrehrdzEY19C0xBu84URMy43ibZjNzbDZwmMZo6y77cqDhlDJXC8xihkm6X85dx33npLD+5dqYHIm8876uVP//TP9OFHH6l4i5y3t6ieNtvCgYJ4UYOsVVixpPg5wF/sd3r86CGHiaOePv1s/h2K119/Xclf6pD72tUH77//k2/eu8dvIQi+4p96xf07u3f5/nvvvfPu97//5g++/31lgd/LayFeId27f28mP//JaP6yy6DgKJ/5sQ0NaG3KiHEKTVR2NsnBk9X9/GYF/qNPP2FSu1LgnSKGRZ7Z6RGTlWvMIknfYGxLFPUYFGsAFhtcALoA27JZtNKULRTbjFk8YGTGKR7I0MHgf/QFbPgEoNtVsq2OXGLAYkSQGcpiCn8gdNuCWbks/mTMIHQa2VZsTqAvrjptVHBDL22L1Syj+LTFLZmPZQP408hrq0W5bHhx6mzj7EdrpVZAeFlctsnzOn2OnKztQINsNoIcJm6e3+jIpjHjIl7BFL0B2yr0iSs2suiCz6aT1vbMke3pe3g2GOCHwnMGWNACH7bpTFp47eAG/H3iwk8W5idKmY4THqkMZjNOOJTx8fQZEeh84IjO05iRXHyD41vwduroyAazshGmfwbZkOFDydwA05KT5Cr5EVfycQbbiBisZhu8sZW2aAW9c8OI7DbHQz01h845V8xTbIc2sEVQGtA68xEY+BntqIkq5bJNv/HWcK+iL+Q6MpEPQJTLqjO0CgocLThLypqmUXzYcZDYs9GSLR1Z44OkBzKOjsvLSy3wxMbKWg1P5PYcJPrM4ardfqfLq4vJV5X6K8nRMGRbC7W43y/z543IRldymtb2fDvxlJ9AbYSk+RQaWnTZVvqBxHdu00d5jGyA3PwMhuRE2nTlO7xnOZOD6BVXJ7+TxpsmG5/BZZycNuzG1/QzF2vmhDx3YMsPzPPDiDkNPhC+s/6QbaNiKLjAy7jw9+kDtQ+hRze+I8JcHAHWbnChnW1AH/QHbeo39iArazP9QvhsJzyB6A2kj7dzhmFDbJBbDlHM2ZEbdX5K2+8auD79tZxkas1bvNjE15UaWMlF5i82AxlHt02saI/94G3ksZJP9MeH9AO2lYwvrZS3EYWtBdxCG6nkv2Mrf9/u8aNH1Ptu+pJMvfveD/Tuu+9q4I+4VnKEwyo38YsKubhDi0B5yhzubjRYh5nPxw85K5C7jz76GHrp0ePHahxiU9fH493yz/7Z/+udn/uZn3mC2lf+U6+8hzj4xhvXD157842vvPH6G28wdAojbxGWpfT48cP5dx9sz0kTz3oJiiGTWTKFGaCjzPXK18pizV+WWdh0nrz+mvLPnR7ujtzYWCxsYNaqcqcAAA+1FCSGW1mNDVc/dInCGBNT2AqdkqEwLBt0gAamOa5qMnydApKscgG04NCEjwM/umxwnHbFlYVBg4qxLWhuOisQfPSkDRhdtpU/0RuZMz19QRGX7RnHQtHaVi6rpBOYdnDYKjcJmalDeDey2Ds+9ulLbAZsq6b/LF7k4lsWNEwS8oJuW+XYkEJbWZjisjwPGLaJ7Th/hjowB1nogegPwCobbiD9gG1MfJ77M/+5jdzKRrOyuOPTGZ94AhL6xEVcoh/+8NhWrvQxwGdMCC4wNw3i1JTZfAhvIPakxBkQclKn5tj7NLoZAMjGa8qQuZaO0Cec/r7EynjzF7vYEHmjIqhCZNEddzsxTWAQvwMZ63SBlm2N0bEfWNXZwAbj+D9gOEN8XtGX+anGYXLSOrLxEoU0UwaHB3zj3LLWMAFD/JKmLKPkNroLuTx9Fky28UdyWdU2yPpNX5aWXVbZOtvgrq4vyc2RmImcNTjiO/ZCu753yUFgkVijHfzd8Xb6eo83l9F5pH7ueCvROVw0bO0vFl1c7rXDRuDicqf9xV6tNSVn4T/wxuKONxCD2HNgsT1p4cnPIs+fP1dR4/aGT84iG4jMbJk3HJly6YrrTOvJOyAiEjqCfwHkFFbQJIKOvc3BbreoVc31Et5pX5v9I3Udm4GB3nMrcpRxILjAgRszaqdfg/jST5vYojPjQHDhFz6e2JBZZePX0Gl9HghxCIwGQSYPuTGnTQ2t5LyDT+Xm4aATW6E8fy8t+gNC+QAfGiRtfeygtXNQyCEiJvMzVf4eidCXGGxT/VJnHDu4KZ10bTo6uTq+ANuyrcFemTjz0Cmujoxt7hd5+7VOHZTY1A165jw+m9piJkTJqkFYmjXx9N988w1d8LZcsorx088+mweKW+ro4uKCXK34KWp41Y59NoedTsyD/DCl0Lr4Es7p/r0rLdTip598MuUe8bPH9b37GsRJBMtXv/LVt37257/1jr4AV/Lzyrv5rW/9zP3v/dmfvf2dP/jOvTibCUuxXuz2evPNN3Vg83j69FMd2RCKCQ7PNlldKeAU0JHJDHTaG/ju2HSur+/P/4HQp59+OvnmouBGt5QpIDHZYxaLzbQGR2G0qomH+hc+KVpTGCOVjszmytj4GIce2BB8W7Kt4AI2CIp94OP0m3b6lA0D/MrCyKINLWCbMPuUF5ddyiYBWtEHirh6GtmeONsv+uFJPmJDpyt6T93JZ2/8NBONG9gcLNpAZ8FEf/2QbhIEfZ20zqKIzjNMJXxFT3AYYaQpP/2YBIG2JADDnfhtqxW5l7DfyfBQDkRbvJ72oi8AC3EP8cUCPc4DSyeXAz1nWszY6FepMxgALCc94Yr4QMUZJDv8mhfss83XyEEh5k6x2j7JhSrFdkB4nbYP/Ie/w98xmrizYeYnuBcbDwZCo5lK4l/ANn4U+o1eNCIfvpWf76Kns2GFb2BjCjI9wa3U9XbjPMycxM4ZBkYCdnQb3TiH8MpNi+gxwjc8dLbP7As/rDJzYtDgWjWNGdM2tg3PUOqMrmRxoZs2uMZayUZareZciitzmnhyU68qhcdGgNxlHFiWpv1+P2nxO7Hf8cSHVd4sPADuk5vOW4Xn/J79XAc2+XXGf2R+AwdeOd/wivkp8Bk8t4qJi9MhI7rzdiL/JkBylP+3T3yKb7EXXMYr+UkbSJ8sUfMr+V2xjzfkJPyZ787aDd/ghk+Gdb5CP6In8sHZJl8LUORkl7/pj74j+rrQSC1/3gchcSeMzs7NrzP30wZzMID0ozf+iivjwKA2ggdF3MltemjH340+NOjb8bRPnjO+4yuc0DV9iu7oWk/xhW9qZJoPHGTO8xd9JAe5MfVlPHmnjU1Xx//U6MC/TjzZ423P+TlwaLSNzaFOrSefsTPwM/aT4zFjHko9BIcxPozxOX7c3dzqjE8ddfgzzgFmi0vUs0VFa7CuBjGJultALM3zYLBfGj4c9PZbb3IQuKYGa8aTnz1+8P57+pSDxSUH2yP1thLPloNFlpA7TvvpG73retDKvWvfSpcXOz179nTKP3z4aN6XcpA93N0Vh44nD6/vfxsVEaV5dT/16rq2eZbvv/IT33rzG1//xo8+evj4ardb5mZyj1PdBSfBTNjhcKdO0YjiSkAptgPFnElOm6Lp0AalsvJ0mP86odN/wKum6+t7yoYxb9QUEZPHyXMno2hQFKK4B8U9KI7Mpm1KAa8Y2Jb9EgRtQR8SbSAF38UFX9WiBhhCMT63lXFJjcJiDxUkBEQBdp5eu6h74f4EySqYbCtXj890YycQWod5ksHjDHL4A/PE0UYmvHRngZ/HydMZgrOjIFyKGpE6Df6E9jJkU4kbHZpbTf8iFasH5iW5XXn6XlmgiXvZ7eBpsKAfX2vG03Q8rPhquRr0ZdIZKbamvzY4zXE6rTXZzAc6jmwytuc4+NCN3sSTfAjf8gl+AjJpoze1ExuTN4HIIeEL0b7gC8pQYi/9Pw8FDcj7TWSi88wxmMDoP4/tUuNwWq3J9GFnHrpWns6Sow6/q0nQ+BIlSH2PCeFNPXWQHV9XeBNDcm3jHzDHML5oT4FDVfKQOJOvA4fq9O2Nsunk7VxJVVZoAxsIzY9t2YE5lGnsUrkBVqOvl+xq8nrSKrQid9trCw3eLiTExm5NGtQWq7XSwoY9iG2/37HON+isvfiCOtR3DgiHyRseaYAbHBDuOEDc6PLyQg8f3tdVfu5AV+iHwy03pe1wkb9HkSffwB2HkJU1HpvX/IR67969eQPPfymWfSMHiE94akw/9Iwzr3kiH8SZ/AfEFTwNc8QqoM4JL0OALIWXmCJjmfrFZ9YF6ZBtjdMcSlAZtyrZxnXPdtpgbHseLgp6fEm+Aral2MDu9k9WrxrM28i+BWSuxRU9gdRYcB2Z+LTiS/BnCA4FSGjaF9cRntiliy1xNliJg1hjB7uKLvoiFtOPzjse3GyLaJRrJdcOD/TOnA4gOagQkVtZwyt2GgXRD0eMrLrk4Hjz7Lk6a6NRQ+HJQWM7eIxZozMW6APdgegIn+bhrc+cRWfwmUuRroxzmE2+7vJ377i5m1wV8xR/Ch+NfP4yZiurSWossh01ZXgePXyg119/wr1iL9tUofXhh5/oo48/4eCx12CztD39G8RkW4nJ2BBA2c/DxEptFofCKw6zN8+f6f0PPuDnugs9fPR4yjbL2Hr067/+a//kF37hFxa94ldy94q7qPp//8//4o3f+73ffef9939Qu9yMmIAUwqP8jkXx3XDyTKEwZ0yu1CmObAopvDsKc9Y7xThYiENM7ODplkK99+ChqjXldeaUpywyuXtmOwU0mPhANosjBbtSsB1ZVMhmpk/wQwkENxckyAF0dM6xNWV0uowvtieu6L8A18Sl4I1vpphtT6nYjq6XIb5hQmecS8qiGiCLgU/ytqfe8PXE8ecg+MBK8a8kLO2Zb/bBZRyeQGcDQAW5HvMg0BkEb1u5WTZ8F1fwgSObSfTYZsFxsIIe/oDNnCAfesbJhW2k8zHxDBZXp9WMIXS9dEV/5GIztBcteQ1+03T6nnrRyeQMFn3on+e1K7rOqkM797c2OgLbSLLskk2rz6/oCICetMyFBgZhic7WSjkMp5YbebANRdgewOZD4btteVJE/OsLiO6V+UhNZq7Dks0xuqqabGNuzI30yHxOOvjdsuXdRiub4sqcRF7Bf48AABAASURBVFcxJgxF1wDfqrhht2lv4HcAFqVmC5phti3bamXVCdeqlCs6I6OzLPjwzHr0xjPp1tRhcKE3cpE2tPTzliI3zuhbT3Gkf3Nzo1yh2ZbtmbfcwA7cxMKb/L722mt67ckT5TCw22Uv3uYgNvIWIgeI/Cd7oWfcqhTas6dPOczsZ/5yoIgv4U0b3UdufOfY4k/8Pbehd9ZG/IuuIj/pB3Bz85W8D/K80QtcqBsQjUyXLS4FQU8yb8Ca8E2ac7I0c/BpypznvxxokSDXnTXU0Ttb+gNcADHZTjPzFHpiyHyn/zKEfwL7RwTiY8bZZ9K3LUMY1N/Lcp3DwRZ7V8du9OeNwCAXtpV40o+MoSd/6aNKNnQntqM6ena71N6RuZDy09TdYZtv20o9H3hYzE1a+Nipi5W9OfZifxB32kB0x/fAUi3DeRhFbNpM/YQvdRMdPTGhT+z7hqlkRa5ht5A2vhX5bfQv8PGN04GiXEpunnEg+PSzp+ouuWWtUXOUXPTHh9gKX4+eloCPmjrVOTgt7KMHffzxx8R8wZv3t7TlZzDzw3/4B9+5fP78jy8wjSDfr+YHX19Rx85ufeMb33hzt9/9wtXl1U/Y1nmBZoIe8GopTxorCzSTFloK6+72lnodLL4+W1NMK4U9DxcUc/4thcbBJP9DsRwmPv306fzX8LIZZcKjO6+rTPEMIAtkUGDBxZZt5W/cr+DGacOwLZsyRP/SmjCsXI1NnJoSatQoMhkShGXJybbQIJ7KKD7TZzGEblsL/kXuyGIR4xXaSrHbJq6VYotHgoTCfMCnAOOvuNa7gw7HOyUnKeADb3GObIS4pzMUeQnchZeDl2Se5O7m097t7R2L76jIrBzQoit9cUX+kEVNpy28AsT+wP4dm3kWfPyADduVBp23OmAj+E4iOnNhW3bhC/Hw9iI+VmUsYuuCMGUTczoNX8OTfviCT5sbRzaG9Af+ZD5zkMw4OWvMRfCRSz9tJ5fnNrTM14Gn9Tk/EHbkPvHRxRdpPQ7agUsAMxYZBmwGQ3lyCt8d+YhP6ce2bboBGuKNj4ONhMBk4o7+3BiPzEnk4nP6kUVifmxjBhv4a1uhvQwCl0NnW3ba7S7UqC+b2knNkYvJyzg35sSU+HPj3EG/yIH66krB2Ztuy2ouRS5zmVbQXJZkFf3MX/wd+DRfNoCrsvbJGTkMbYcfizc90Z98bW0nj33GlLFO136/m7oXNtlAp97MJttK4IfSrtTy088+0ejH7e0DvOEJhL/hQ+FLfqrI79lG9+XFTvv9ouurCz15/GjCwwf3FHjEW4x711dKLgxv4llZX4k7OdovOz1/+kz3eYOZeGCZa8G2qopsWLlJzh4LNbIi54krtURXYx0KPe2yLDJyyuV8AcgNbmJ5M9dZA80m/1Y/+SGuFR2R3XEgil5QPMHugV26gLW/YIy/nfoa3AyHVrVdCXW4tGq3axNi3nEaqTGw00VMfb7ZOZJfkfMDT8zpr8xBct6Z54gc8Qmx6RtLIF1Va2qA7RmrUueMU8ep7+TxyN685t9zcGdfea70499gHnctcgflKX3AN7ARW4G7mzu1anPfSG6zzrNGnvGTQurpgpjLhf/H6VNwndg7+8sYg7j7pG1z1afd/ISV+Q1Pw8/k9f79+0orgtotxFMzNHCNudAEo29pxh8pD5xX+0UDf1+jpq7vXepIrmIze+b7732gPMxe8vY8Y9eC0MJcWOe8iJw2FboHNXTUID8XrMfQ33//Ax2Z8wf87HFNfaaWMVYff/zhG//4v/wnf/Of/tN/uugVvuoV9m269pWvfOWdhw8ffePy6vJ+UUC7ZaeqYoEswG6e6jo33UFBdAp6ZYGaDa1aU6PNZouAVoqe9cNPCEPMsO5d32djuqbI7xhLmczoaWaiyzpviLEpdKdgpn5s8MAwZfLVKY4A61NUjSZf+IEsXsxqXukYTZgf6AguvC+36duWiQ+2qStt8Gde2xliytClTrFjiv6YONvafIYP2llOXOlPX0/4jM8QfCB5CKws7mwKaWMjtDMv4tgTMET4Cl9wUnHzzQLBGJ8zv22ZnIKCPzKdtk/58ET/kQNNbA02hNhaUZx2bIonbz/lLXrOEHog49TFsiwv8oDQtJN4OvpMXqvapA+SFrkJCFu14ZnI8AZf8FvbZW+94INJe+ZLPzjbU0f6PwzMDQjbfOeDdeKKfGJOGx1gQ5w6Mg6+k48gG/Wc2NJOv9B1bo2fg3HAjo0tlsihbDbnr6LTqtRYG5FnFvng3xCsVnBRYZ/6klJPxfwFQIPhAz8fmW4gvqaubas1y059hiPqs/I0cbb14jr1bUMTcm3OV2LMxp94409a2yffHIXKFb7Q0s8c20aPp44c1nK4TB6jY2s3evov5z3yZ1xqObpiPzyRveDmEHrwiTPtkRtKcOEJLnxH9qH0O3sQ5TV9sTebuUlyT9UaOWrxZZuDMeVAuRqAgkxxI3JxwI4uUFMvfM3MIOugAyQCCjlGeHAYGNTKSB+IIrTRjJnXM76jI7Elzpdxwb8MZ9rA/spegCJsSYkzfMF18Ik145GAgTx0hXcgZ3vmILrO9oTfoY20+BlaFHcOQ51DxvwfunG4Sbu/WNifb6b/tsndiviqEnqBAf/KgbwTU/S83K7Yj4/Bp03MqRfb3DPYo7AduyJnyZMYD3wgBPQPbvRDmBDssnJ1ZT+nQpWD0K5J15d73ecntl1jnvDhiM1PebsV2F9eaT64tobqoSO5UviwY6ORw0/0rcR6vLuF50hsXR9/+qk++vAj7fcX/Hx3pRygri8v6+tf+cqDr//o137xV37ly02v8FWvsG/TtceP7z94/uzZo88+/awWJmfPSc42Cd8B+3kaPPD0XRQos6LBxO54WioOHm23Vy17lprVofdBMTGxHc33HjzQAt/2FzJXiuyWgj0qBUXl8PEPASJKcW4Amwu9g5NvVzZ922FRpygHAMeUn0iUFnQjM/qYMqBe0sdyTKFVqVDTqqbYkEW9a+D37NPKFCh4n3jCaCNEx7ZsgP5AsJOLjqHAkfGR8QHfXobgV3gmjKGMQ7/jaTOQhZBNY0D789DBdfTGTuFPFmz6ShCFn9BxRa2IC8AMTxODHHViGi8gMnc84acNf0+O2ChW5ir5+tzuJhee6Erbicl2ujP23GDiiw0uACWHk8xH6qdRQza0AQb/Ig+LBMrmS6IOUiEluzHacNHJ4IXPP9RHTyFrW7ZDmnxY0CDfaUW1sEtBx3CcR0ZAx//EF6FI2lZ8nPpOrOKK/eBb4RfjfCIXSH8CsrZRG0Fhy6rybGXNi6wr/eAnnPhpsFvwF/J4yxycRE780FpsB8s8EI9RVBWckInmMeWrgcsdNHFqu0K1I7GNX3z7JMsG2ziIHHhCXpbGW60bLfz0WPi/3+/QK/wzYp36WYWqSd/tltm/Y1NOLqti28jf6tmzZzpSRwgxp+v0Mf3wnSH5Sz98R2ow9OAO9FN/yXmebFOHIiehBx8Z20obaJV678JIWCbYxjeTBeaDfDgnCtZL9BexwvxCPgIDWqdeBnZsZOXpd2hzHVIriS+5DC+KITGijgYwbcOD0hO+a2Ud7zhkF/r6XE9dt/xE3Dn8DHgHN8G0/USbeqZifEaLbdR1lnQpMvFq4CckvJOmLHoiMvAhe0VowdsWsyE2POUvHxq5QXw9gL2zzAAfXMbNxV580FKNGzc/A/DWc78s2z8pfprL5CCQeVhzQMPuwIf4J3IXPQP9GQc/oK+MRc0K4h01NrTSXfE/LS5CPzDnA1/EZfjibyGbtxKpjeDS35Xm24VrDhSPHj7UBfekHvvARx9/ovc/4EBwxZsLfMnP7B1d8SM+o1qTF78LfMNeo91xv9pxP8r/dfTdDz7Qw8dP9M477/CwdqM//qM/0D//Z/9P/V//x/9R/8P/8H/DerS8mvBKO0fKLn7u5/7qV+8/uP8lXv3Uwkaz2zXQXRc8NWQCcvLMZA+ws8JpW2uyLRVTRrsysYFM7JECcbX5N8FhVQ4UFR4KyiAGk5sPXVklu6QJlm36gCTzR9zgZ3Ggc4QG67zBamqRsW9buWwjYdbWUM8iRiaygzbFln44wltlaVC++N2hBzfoJ0YbGpqKGEIyvlVrYZEjp9CFna5OsYYncmFYKfgsrLl5sjjTn/bDBMMQf+gH12nDH786emaLfGg/BPi18orO9nxjhBiatk9nEF5Bk6w+ebvWU/ziCj2bWZ40bHPTaMoV3wIdm2cIb2iBcfI1/YBt9K7pKny2VVWyyQd+SFa1hv6SDY6PuOx0AJIUOVDIc2OgE3ma+YEDPFanromaX2cZ21OvvbUhmq/Q09KddJ0HIOxtEJ7YqtY02/gNo73RYZ2f8PWZw3WbX3KTHE3IJh0gLxl3aLbR19Ck04X/yE89zCmsatQMbErfNvysGWIcyHf0hRf0xNv4w40RLcrlKWsFHT2tlXAdMFATP2JH2zXXAwykOuZO+cQ09lZe+Re0I3WZdX7gISGHw/R3u0WN3AQGvAOdhe2MF/aE1oraWtl8D7R92o7FvCIPRGdyEkheQjvDQF/w+c/Ij/gQm7anrtCqElNpxa/0cXraIOppJzibEdCKmGXwTWJsb/josaRqpQJXZeKBlzb+hC6u9LM21tzsWSOxdeAmR8o1mA8xd601pVXWHDKW+e6cVQF60RWYWGQSe2IK7gx5JR9bRnbi0DtbciEg+Dr5aVtVhb9t5iS5imxzEUvp5Ss6Qgt/+qGN3Li5kccPgzD6+8lexrE3mM+OrybQwIG5bw3d4DGv3LAHcrFtW42DZqtScpK9w1RT6NEhroIn4/APbNlWaMHRJY7bOYZVAxviMHs8HngbkofKA7hV2bsi06EPGOO/sEMlaOFguEPRjtp79PDB9C+0gY+f8pPMex+8L7vJ1XRgLq1Sj78E3OE5cpgQOTG6E+aee9qeU0rizE92v/+d73Ao+QA/NA9Xn378oT76+KPlb/7nv/HT3/zSkzd+R2p6RS9m7RX1bHPr8t/8y3/1zp9897uv8wrTO05wlRlgUq4uL+ciyhPNkVN4sm9bCsizIGCjBJg6OnxgAU+BRc/1vXsU1oE3HLeykaOgi4aaRi8daeJtby1FAQZ9Y9MNfgBZxl1cFjRNGiP6KcP0Ap46ZOhs0ilUnMlAMCJDEwehT270pjg7vgbdB36jLrjQz9DRNVBQLO7gzq1O8pENPtCJb1DAac+QBbf1B4ccAVs7sKcJ4AZbApCFMGj5sBSGcIcQ4tdgId69eBI8soBWNsOpm0Na9MPIpxNn18APRUmcAjY9Q+ErFl1rLe7rhT0sbXbDKWieABo1Y4K4Ihub4WU4eYo8bPoclJw/5MqePdHo1Jv0s2xaG8pLEOvB49hWCUHgxCCnU5ivbIYZpw3oTKeoUKVmTVmRA5ODMzSIS2KnNXpalXBzQoEwejqb0Eqdp9YTZye3ufEcDhwu0p/QUd2cE92bAAAQAElEQVTnXPQ+Zt+OAgC9mJy4jv0cant8hz4gDGyQDLjyYYR88CR4ogt0tJx9nn2+zn4ubPILc5c4Mhcz78SRHNhGh9WqVBFI7mKTlkY5uB64YUtsvNhtbYlZVTW1tpvtjreNdsN/hGRwi8w4sCw7mf7z57es5wOyQw1fxDUfOKZuIbvlJ3EFkscNwHODDi65OcIfOcSxUzOfh9zYiaPjn21VI5bEA0RukMv4IS6LP5YqfNBtywZk9QRMrgs8rIxXoE+fQ2JqFJ+yTjqD9MMHw6k5z01Hm2RbqNPL10CRhS3ko+OFLcbRd+CGHf7whX6GjIMP2GgA0o988hnZQPiDT5t4bAtzuIhv2A6/uBixp2yHfJEfUNuHfcvT6UGOQCETevKV+hLj1mruK3lwXJbUQ+Zd2jPXuyVzbx2p+Y4uRRcyZ/+T2vQPzFnmkgQrUBCiVxwgOj81pA3f5nsn70dgVeJCHVqHEl8sb3o6/g7uDytvUETbdX19yU8Te+WKTN7+fPjhx3rOW6CFms0/USA35BaRflE+is/xheRMHY30ifW9lHX7/Eb/v+/8vv7ku3+iYtyA508/0+V+167vXf6lDz7+4PEPfjMex+KrB/XqufS5R2+9de/y+c2z1zlRPxjMxo4DhcllVSn/5Hb+ktLK4k9hRapntuhkvHJT24ohpWvJpZCzee14u3F5camcBjt6BawU2KA4Dav4MvwIUVQguLkOUZNAiuYMgi8w4OroiD1YZPxLewajwsYPlIQvRRzocQjcoM0YNawlEAhmvOJPRukHQE96+pFJkadtreGGZYpPKDGM4Uk/kP4ZIM1Pxj0+A4PFnv7MWcbTHyQJNDGFPuhPQH/aDT8UmTwFcuBjfXTGucEdZxueGHsRQ3RHD8joCBCQwpd5ybxWNajYxgeRd8tz3PEx/IGJ0FB8Tj84O/mNJWSxYTOG2JIb5mNlwa5sQIjBMD9QS5kre7MRPSBlfz62t378fEHXhptjbM0WwbQDP+2NXuf5MHbA2Z6S22EgP6+NOS7wuRm3qmiZMNBLR2FIP75nvjs1EV8szfijK/TkIu044UWgwaUN/2zBhWfrwxhm7AQXgCzbQKmKVobJ85vOJoYMIgyHYFU8ngQLmUBpxkLeqwoev4BtXDGjjpKzzSASn+bFvA2pcajo1EBuJmlzoIg8YjMc29iLn6UGb4B9Yv7MkRtJeO3tMJC8TVvCUxR06jD2gg+EZsfuUGo58uFJ7WTPOfOEL3KoUfSntS3b6vha5Cw8W2yaPNFhW+Ijru0gN4gh0Gk7WALmWzBFR+TFFV0B20kRGPHEesRW5M4yW0womvTwh2JvBjOOr2k7cSeWHN7sjZ5xYgrt3A5qOONBroKLYnvjDz6wsp7OebKN58avLSbbEjDISXijx6DSimvgR0HHc9gmQXyTLxNGV6vUjeYDX57awxtZ27wN2E166j5vplfWdPoDn1EtWIBoG3MPCk/gwE9ixZ172bVpJ+OVGM4+hCbEsg8l/7Zl/OjoteEiFzinxiAPCw0cAeuKnzvycNuqII95yPmYnz0+4FCx2+91e8cBl9lzERsODvTwiULOM8cJbJyoWpWDUqOWP/jgQ737g3dlW7vdQhxHDlLNP/j+9+5/+N4H1+/+P1SoeiU/r6xjydbxeLEvtwdsKpfVmhpAjpXEX19f8zTCKyoOFCtPbuHvbLZ2MQHrnFybSczEz9ZKcQwYr66vtOdQkZ87mFkW6UE5mIhCty2jQ3LKIGR00SCYQtiAAVSFl0JK2yGwnOhaBX4rnDHHkvmgj+LMAlOugU4W3Owie8YnhvQjn4USM2ee4M7Q0bWymNCiaiXbyp+Bzo6+LIwz7+etZFuFz7aVa6OhBZn0z7Znf+I6aSEycjNxtJMHO9t4KH5kM4edXA34+8QxmPZiJ3EQMqihgY7InkGb4OStwi8YN9qU3PTx5mPaDW/Q+J9xuufW9tQRXCB2bKvVVhM5/Gx6pwF4BVS+lOtMszNX+Ikt2zNfL9PszY5tiQ/ZUzaZ8MSX9DeYROQFGB4rV/IVCH/GqevUNHU+eWyr5PkneYvO1MLgkJxclUtVDSjZ8J2gyJ1tna/ot4nljDi1NvKtpM9ZEwKmyAvfFRJyoW8s6CAXg5rrQNrBOL4oF/38Z9wrc9Satduz6aO/0FEos9ECGLs0my0OiwPQxGEQPbbVWpvzvdvtlJtdxslVxtGl0xX7GZ8huQspB9tnT59P2UE4G4ypM3QbX5R4cCP2J2jSYy83SdvTj9gMxNbZj84eU8jX9Du6pM0Hq2PMtnLRlejbjDPAl4wH+U3eojNxpRVX5jisdnF/2favwTqBBDvCfNI/3N1t4+gJAojOTQ9M2IpccNEJWWkH8xZ7ia+zb8TnMy0PLuHZYD3xj9luuD7Xs00sCHXW/hEd0YMz2rCiCx8+d4DBlBcy8ccmP9zAR94OkMPIBI+6+Yk/yenA/z31ExoizAP5gD+HgjAuvKGI7DZXR3LVp53YjOzKGkmb2jM5ir3w3nGg6OipshbecNzxliZx4zVcOdRFu9C1zjdmsW2b8UYjs4Q0eKMw1JCoE6Q+7vG2OzU/wHX8/+zpU7333vvY2SEjHeMT6pFmPOhJK/etuUfwvtfMTSOoi8sLXd27RsvQc95U5O/u3Lu8Vv4dDt78+b0fvPfwN37l17/yt3/nd9pU8gp+1Svo0wuX7MO9H7z7vUfPnz3bL2w0KTrJWniVdMFPHncsrvVU2My9BoUenhSXQLiVzJ9MYSYashoFee/efe3YsPKXtmwzubyWg6nFBvwl8W3lAs0Ei2nXbM/j0ExxnqFTFClk27IN8+ecNmMEQu8UHN2pCyZ48935GjLYxCAcHejb4hiwU6pnOVpGCp2u7FKrkvmDEkWms3BGP9KHE/EBYwBFKnhnnLSRsUsF2Fg/8YV3wvQDqakD7XHzBB1aAJdhMItmVfZmGz1ZQPweLXhEHEYvTHzwRwM0wKYzbYAVMgGf/QhP7CDX4cuGcFwP2uIKQcJrxjiG/MRjp5gPIYsYWGvlNbbc+CyKK9EFIRyAFPt8y+YbSBtdlQ6qB7ZtywgxFF3FxsxhmX6pQAYnLjucdLS156FtuSRbGNpiz2Yc+5FvVdTjoqVFn9AJgAstPC9AkvMHZZnDxsZYrWn2T/wNWuy0ii5rjrVdzMzs2MZG6CU7fbTys4zIobgKnG18FXRxDfK1bdzJyUzmTHKyAtDPhp2bVdVCLHtVQ57PEv/QbVbQSeUUlyCC4FuFr3Z8KWJZmLcVHTtl3kPLGm/oST9wzkf6uTlEV6t2klnnZnx7c6c1NShrUJgrNRk+n+ykjXwhN4amrdy0LGlHXnf8Pt7K4sNNa9XSavIMCskOPpziGqqK3w17K/1GDE2wQONDTs83rgYyvHLhEznF8DmWAd9gjAQ3tJVsDdrBHAzyRQvByB3Z72zL9tTBFzyaDZNEf7zon+u9sx+kfwY41JaSCW5gNwJj2oZCe+ZLa0tZe0duwLgg7qiwh6+rWlPisY0/Uic3nTWzcnDo6B1EEXoebmxDXzUmvStXhz927cgHhB5rx/4efP7Hg336vvLzx+2UtaOnK29ZclMO3xZ3h74yV0eJGBqxBawMh1bydsjbAuy3ajpyQx/4mHhiI/SBP/GpY1OKpNDXN/Xo7MiGFgpesLakXSvdu7rkzcle2zV08/y5PvroIxk7gSNyK7plpLplpZZW6mRRw8/8Rc+0qbuLiz3xLzqSQ1fp/oMHsq3D3Z1b1YOvfeNrP/mNn/7pnV7Rq15Rv6Zbr732xluc9N7+6OOPdtWaqjVKdKg4DCz7Ha+T2DRIfP4FM3PyZbqkWSSSmahBEWQyUxJDngt0Wfa6n/8hmKQDiySFdOS3trKZ3FJRPtbnV+Q6w44uoWNATxHSnfytSpq0Fw0dKfpsaJJcVq4jm9pKcY0M0FPB42/esGSzoXoVzkAKdyoi4q2N5XgyFDkjaxhbsxwz6JE7momWXAzsYEKGONhQNWCi7SlsWgk5aK12uG9ALPghGz5Zke3ckKN2pD0M6QhgIvo6C2OsxmRpQccKbbhJyBbns6V3FfGahbzFNaCIiziilF4+I1+hYHcI2zZ+aG4AJsb5732wwE0eiviKNvpEHCaO+HZkc8hcjhd64cK30Yu4Fgn/OvGvyIwxYm3CDJJAMakgkhszjm4k4w0sHdJQFnz4zKjo2PSGNPvgLG3f0c/AtmxDlxptc8mSqgocVuCLqVal3Lx2u6ZlMbkUYHix6VL443N868THVMjIVNupATvqORvv0hry6GpWc2SlhoEmWvxsaAStYnxuo7vY9OJb4o3cINcZR18OgksjBeNIHoH8BTv8bja6rcKfynxgZ2We77KOeGXb8AWT+D7wacB31BI+eNZOfSI/iEFczdLiwoh15ACw211oZZ6iY4XXZaajC/dnW61kG3+CSr/UqqmA/X5PW9x87vjp4zntgTrqlEtqzryJ7Fqp047+QHxO3dze3cy9IE+MlztPfy9aSesdcJQ4nCcXnb0mhqugKRfObxnFpyYxHHy1ZeE7w6HOQbhRtyZXAloVNKerzOuQyB4+Dm6G5D5/R0botJvWrB/i6uR8nHyObhmhfGiTo/AJJGzkSPOyTbxHlQsfulbeHh24oeY3/h3+La0k/BknSP8MqFXHF7zceOh3akCZQ4yEVsxLbn6tUWXgEkfwK3MsIhK4tIO2M48zBvDhUwqQfvQPdIe38De8cT46o2fhdX/Hv+c3N7q5vVE1T78O1Fme2lfWfXyNXCdX0VXoXspqxNeqEb+1sE5W4r/jqV/kscSFI4e7I7kZZI4cgT/C0/EVqgodtrUyf4OY6OJxx1XmiXGBaNjKGrh/daV7vPFOP/7c3t3pw48/1u3hKGObsp413bFBOnToxCFWBHsS4Sn+7JfSvomfNkq2lH8ki6rX5f172vPwfHN7S0xtRwzfPOrjJT6+ilCvolNnn372p771tavLqy+xEKqxs3H/SD1o2XNAI+vzn9BmcqkzMfMyBd9Z/HOGiCyL7UjRUWtQNCe1WtMlBfD85nZuOPnNNIt4UC4GBKRF/XTDzmh2hQEKSlzMOJVR0CrdWSgD0QzgpyjjU4MOs+xCa2kebpATbHBRIHTYSAaLamlgkKuTTPwpcBkXbEEPqg9VqioViBY6fQzjV0dthyZoku0JrYq2JFkCOnekHn+7uAx/QxYNQwq+qknw6ZxseHFPAzkB6R9oA0fa8O3anoUprlJDvpBtyGVOBpvwiFB8F1HRjuQAezrZMa1d6sHLsz0i4yokJFCqGSs+Ip/N4cjip6uOnQ7vMX8HhlwKiegDhVjWXZNN63OcQ9Z2xY8fBpIyoKGnkbLAFthQlWUb9eO8H2owX4rPwMAPqBsdFek7viDXqtQKQL6dxuxFCr0Y5zCxa+ZpR0odtBI2OjK0yCTOQU5jbh1DOKOCqargb/AVIOQZlzQ3OmyPJAFhAic5YwAAEABJREFUI9MMj5taFXbj5qBvtVaqskoS5xl1+IXNXVtUtK3iJZsoN0W+oQ8hgQ1PH8XKyo3YyK/snC5yXQ2s0A1v62rcjBYwnVo4shh7Ma+AZWxugGKxzrVjbXcCbdz0Ov4X9qN/MCeBxljEJniS+8KbpTViKF2wqV+y+eIKbymeK28gb57fsc6PiJQObPB33ETubg/KG4ys/Zvb57rlZrWybywNbUzMAdyODT7+5rBfJUx1vE071IhvMErt2MQyNnyRsxW/KnRLm99H5kUqr8paQJXMH6aEEFgPxLJ9d3ViXMlR9FfVPGC16CSvA5nkJW9WB8J8wJjyXIEuMVqpwSP5HdRKxvm3XaYt8MntgRtd/tG/PTku5jbxKfMNjBMQieJ3aI5vzMEI0O/4N+Bb2VNta1mYa0UCwMYRfGc/diFpCHxW4hljEBs+IjPQQ8N4nXaiOz5UkPAhwrZBTPRnDtD3/OY5Ul1taczl7ZzbvAVYoU3dtB07RiZzGGjoK3wY+LXDz8FelUPIYN9girl5N86LRx2pB5EvwtrsMn+RkcwfaYVf6A3MuAY4bDE9wgRrYNX9yz1woZkN7OXtyceffKpP+emtlp2O2F6xsa6DVWAdeNjpXsRUqcNP9rRD2Z4FeLlvElz5tywKvy+urtV2e0WncXQcjz/6wfdv3vydV/Rnj9Q3AbySn3rt9Tfeuby6fC1FY3smf8jKptGZ+M5CSytomYQUytBQJr9TBCNVQmiD/pqiY7zk7QaL9OmzZ9vfwQA/mEBBmyWEeFQgxgeMSylsp4KoUNvgt89AZqA7o621MhwTzwIKIYDOASFgW9HlmXmroTMLoNBv+jLuSyo3tVpU1QB88AZWUcSGzZNuexMQF0Xr8IUHPBSQYjRkengn0PQGMl2DHAbHYOLCk/5gA0mLKlLR5RpqLGZX04E4npOzW+AOWLnRqMSz6yrRD99A6ojuY1obmpX56OA6qyh2MQ4VPyR8sor4kx+dL+zEn0K+5YbBnHUXM1XoKx0HegEhV62xOFfgiC4pG0ugRRYrDV3cH8gXtCgFJ3DxMzYD4qrylKUr8/UCcPNF/4Qn5MkTPYHBnAu92YzLUNEffIsPVXq55fdQJabobNgMVGTRXc1CRFMFuORsoCuhGj22pflhTmY2Oj6vPFV3YVWFvqqSASjkSloRHgi5Gvg25WfskqoVYMEue0aAVmMZj0YhOxTiaE3dJaZPTLtGnrIgxbc621Quy/BWayJIhW7oiWPunUYvbIhCtjCP76uMp2Mc1LKIubnvM2G04U538KSYfp5AnRsb49EPWqpzwzatteeJ9h6/QV9eXuDjUTc8NOQft7rl6S7rvxK/rfiS8UowA6eM9dAG9Nu1dEvc2l3qqJ1uVkntQnmqTM11eAUfYuQiUUiJMdCqYD59LDjHBDjIZ6cZk3dSGMaPyMEk3IJnssw262VlHQ5p+lvURZhsa6NFl9CHIW2QWGZM1AtLDVp4NsjPw7FV+NiKTMKT8YRpceOb45dpybWms+ijpd9nAYgbZdYc+wj8fdCSFLScteF5vB+yrcSKAg0ci7dhGuFnXNCFjoxDi6+ttaCUQ8rKQSWHRaLlQHE3D4rBj8wfvnRu8J3WKE2aKkrwcyR/gPBth77bvOkAcIxa2eOXpv7oinzHlxVdeQOSfmAga1srB4ul4lPHypDwPbO9a6UL6u6KQ8WOA8BAR3TljcJnT5+pLXvlX2i2SwYEDFXERciqQmfiwM/cB66o3QVfb/BzyLrg4Tc/7+fvVOSQf3Vx+fWbfvfjT548uUgcrxrUq+bQ2Z833tC9f/fv/u0bH3/8yb1O5gcQWm5Y9+9v/zfBLLhMnkMg+Y2JKKrJ3sIaJ3xkVwqOStAFTzH7i71y6l2Z/EFhhG1rhzyVDYXXtqpK5ZJpndaWbYnPVnAsIXz7vN917ofHNoWz8WSvtK3o3PRZaeO3jQ1gOPyYxwUN6LKkAgzS3Dw8+wbfqsnIEAY2IMNnUaDiik8sBpyBMGQWmJVS3iB9sVn0bMwAjznKzdCRCcBfyWV+T+IpE7XqTboDfxtA9g5YCWqwqR+Oz3TsN9IytPI0NvmI5Q4f1/iIS5nH5KajH/emX6CxayUn8aFEX+K7K/7Eh9AaizWLs/YXahdXKhaqOGTUspNpM5fZCDLXjnJsLPjb8KXG3XxKzs0qcYeM8RjRdpEfe/oQeXG58AScnMHga2gOSyo6NHoZmqVAyad2KLnPJrS04sYJvjaehVjypFknG1V4tTml1toE22iyBD75ooN/1tQFOrE05qG4CZs3ACJetEguqZpGLTJPNqN24WJuNG+AHX3RZXHBKluxHxByGXfBC1/+zZZbNtIua7ipB7jZrt1awR0JcY1d9DRAyEhD5ZKZE77U4Tc+hL8jY2io5zPgMyBJXWaezC28aMtdrUBTXyK2VmZDP8A7Jhj+3qmw9ZbxyoFiwN8B64INmYeQ+aYDDfPtw9OnT2lvseEJY4QCDPNVEj65SsOLju1Cx+VaK9CXC90S6xH8cx5ebg8rljf+wb4xAWWDHAiKNQSVb01I/abH6ic1fMMbQqxGZszxkPkjrs5NZeLoDxb1wAbdKZt26kJmriF4045pe9O9sscFwjvgS5s6y7oIb26cGRfzHHpw4YlPGZ9hs0Os5D88wYcHR/iwvjnoDeLN3ht7L+g2c9A0559+ZAPi6tRRdCSmGS/+jVOMGY/ECi79I29SWhV6rPxl38hdXl5hW8phI4fE6I3d+CD0ZO8QuTC2ZgvOjAd5Mnp3O+oXXGTzE3drTTb6ydkAL3jSdvrJ08rBYuoHrzgAvlXBNhjO6PFPyvq+2O90//paF/s99A4MDrM3+vjTT2Yd5u2CqLFCvqohR6WgLw9XRW3HZtblwpq55A3bBfen+Jh5a6zji/3lPPgkNHLz6Oazpw+O3/tey/hVg3rVHDr78+Nf/9kf/c7v//43Pvrow3uZsGzCVcXJcqf7/K60Ugidws5E2KY4pMZGnWIOn2XJxack+vPkDuri4kJ7Jv5weyfbClW5KD55yNgwcoLXtooJn/roK9cJLxjiw6w3pcYG31ubQsyg4Ek7KMhBAaUt9KQIWxWkIdsTBqN8GLFUhzobaWdBD2QFRmyyRiSQf5Z2tk2aauDJ5jWIAXVs9l3Z6DvjgKArsVnwlxJjNYRtHVk4K4su9uf+Cq7jSNZ3t1SNRYT9A0+Dt+T7Ft67tStvKG6PB25Uq/J/jry7e84ieorfdzpykzui4ygjWQAtier4MzTAaoMYAc8KZDyUhZX8NGzaddqcLEuAFfx+t5/z13gqmHFUU2TG1CVUob8Mf1eebNlGeAI+nIDIhl5chKrk7YywvcnT2ugAQrO3vm1sFaApF9nCVsNQa5sfweGFcmU+dvi5QGuFHLyEpYWTzp4abMRZwTkSm2NV8DXDsxBvE4YEeQPs89n65M3MtMmpJpA/KMNE7EW9kAVciwQY/JSlpsQ8ivpy+pkdfGjYbK1UDZMlZa5WauOWdXJkra24xwddJduSkitppRZKUkOH4gf1AUnDBbQcEaRlRx8/wFUrhR7e5MrC7/gBuhPTEVtuyGW91MLv0MwZG+0dp5epM8JV1Pegdle8l0b8AYzz+92FLjlwXl3d0561vuLf06c3+uSTp/r448/0EfDZZ8/07Pkth4w74KDjoStux77xcbfbzfirNXy14uMgZys/q1V8ZS2Y/BV1rhxqZn+VwDfWmeI7ySIcvbgYp+98AaehhN8SOaB+8xQ8TkIreRDMHV0NPzIek28l58QNPrROziecx7RFfsSVNnWWm3D64c/+ZxsXu8ZJNnoHdgPhSTsBXR08quYnoY3ggElHHiVxU/kqaqBR22mZTvyMjSH7bA9LJ322ER06X5u+bZw5sz3lEnf2/jkn2M3PVrnho2nKGwVMGbxgmJvOPG2wQsd+JhY/W7V577ijnufDJPndrElTR77EFSQ+xoYNknF8MLHFR01uZgxfBnqzFy+tdO/6SpeXO6jUK/OUNwwff/SRito959RVisriayC/sr7QxFxQO8g09Fzs9rrgPna4u1V+srNLFxwykpOnnz3VD37w/eXf/Yd/e/M///N/HkN61a561Rw6+/Oz3/6Fr3/9a1/78lX+Dz8gi8kYTHRjgvYkPb8HHimKnFDtrThD/6EFgFwmUdBXZMXkLJwmB5N3x++mmdQUzooe22pVE6osa7uMjKBJwZjv0pkeezpdKZp0OxtDWtsqwOKiKGOTHrLIs3m7ioKnnOIXhNCjzypsnPB5WqtVxRsC8xYgkH7x1iCFzD6jRl/hox1s33InupWNlpaCj86BE6m+TjtKwgRgeCT2W3UYcBE5xnRy8zj2MX+3o9EBpud3B90AB5408jbgyEI9sCA6i9jY6RwuDs+f80RxQOeqwe6TnK8oGDMiz3ixLpEXcY0A8gPo6FoPd6qyFgJb4GkAaggP79mszWbRiLFxI83mPXiz0oHMo4XcbkG+5BKxIRNhdMe/Jqzhc2yNU86DwoXTZ6izyANBmC8733T42JZt4R4wRDQTCtxSpaUMXifc1oZnzwa7LDVpiafgrzLzVloaQB93FVzRsT39aOSgQmNsWpqpO753YgrE/yFi5Yv7LTGbzCAP81Bxwx1aiTV6dvumHX7khle5ASaf5I4Jk6mf1oxPgZp+FWPjz93pLyxmbkx+GrqjD5dk/BDzZhyJvFN7weHJoCYGCrqber18wEkuhqan7lJ4ke/wHsE+P/C9XOj2KHl3pZvD0FgudaBwV36COGjRagCdd8R2AFZ86si7iJFDRP4SW7UmY1tAavaTTz9T/m2Ajz76VJ9+dsNmfdCz5wfd3q3qo6k13nypZN58XC1d/fYzLB10wfrbkZ8LYNFBe8Zeb3jjdTfBx1vaI7yrvIIjpk6dEZL+V68xNIAzPf3U3Up+0w/kxmlbK3tTI5bsUwwVvo7sbOFHER/0YbOTc9vE0iQcsE2rqSP8LfVGPQadcfgH8zWQG+gcs13R14GBrUCX7QkDnvhoGxp8zF10NvwrS0yBynTgC+/nPmx6grMju+nPWFxp40/axDvwPW0gT+k5UMCm5CC4KuZJnj4OfC74saqs80EeVn4iyX5i/MBRZZ+wqJ7dDpnOW47D1BVaYOooqwDbsq28ISja+BK7rZk8HmVt1yD3xnYAkrhP6YrawxVsSHeHA4fXj1HfVa3pjv1xDDOWXFbkV9ZOR48QKkkBlqiyL+Rnuk8++UR5cLq6dx99R33y8cf6wfe+v39w/95Xv/TN1y8QeeU+ieGVcwqH2n/83d+79yd/8t2LnNLyGmi/3zMZncWCyzYbwe2c9JWbzBhMO3Bkco4UFKPMEdMk2Vau8KQQd8tOd7xSy+9pKxvq4XCjzmSnKFqVGjNqRyYQyZdgbH0bGhCdNNMGtQURy3Rsq1wTz/csdLH4zA3OFFO1gk5R4bO40KboCkAQgoxpZIZTAzqkIGGybd4AABAASURBVMMzuEmnnwCLIt3GRX6GQuo9uqUUayAyaVc2p/QDaEPFtrAxI9RM/rX3U7vqls392c2Rjfeo57erbu667tjpVw4VwlB0Dviji4iUV3jsTxrYj8IB38QRZ1J3BqWDUOImJYo/Hd+ycBnEHViGkq+Mx2BTY/E1NmyzgY/Dcw2eFjs3xQDRKptO40a0ojfL/iCz/Zu3JQNdQs3A5a6O3wz4DL3wnTmJjc5GpDlPkh3vJOF7wLYaYOiaIHgC8ZO2NqjUUGtqVdCtZbeoNfolFXZalQqPjN6ij0oEx6RlPMB3croS30ptk1TFfiEb+gT02035KWml7S71Kq0D75DVSxcYTUgOA/ieQ8WuWQ2fckOxJEd/kxq68zSY9ZZWXCNzwxNTDhXCJyypaQW6zHozk75D1tx0B0/tHVwAd4g03NawpdiwhFmAvMUfdymAvvhy4FAZH47M054bQA6z+a+IRiRc6is9NxX6YqPjj4gptcLsyraKXJzzmBj2+9xIhlIjiSvj9O1SVdOOOdphqwpZDe3ITafOjE8LvjUgsRs7rSThN99wipxTRwwGsitzh0Lo2kLS/8YV3gEr89WJdSpLi8gAd6TeO23Atjo2bcOGUHgYIy1XyTYYyfwpxo05zFoXNu5ub5XrSG1f5IaXAfjkJ5DhhBNu9k9foWdd2mi2FF+iM7mLj6HHXhG7DcPU0bXGd/wbQHwR7Zi0IdubHmxMfbQbjdmjbu7Ym0WUoaWf1ujv5CZ7z5E9pfFQOZBbqct+ypGYGxdIanGwnw/qYqSPzk7sHT5My/wZPCB1AO55sLijttNPLOETvq7EkDZ8EwfDxJnO9G+NJhX9wvbVxU6XQOFD4e8g5s/y9/Twd8cbhjsOGNGPkDb6UJ92ulARpYzRyYZ4yU8eCzo+++xTlZuurq6he963Pvv04/1/9mu/+nPf/tbPvwayAa/Uh/BfKX/Ozuy+973vv/H02e19bnAuvMyG0ZqVzSCF8fJNLULMDfOfopTskpmQOVFUXmgrxZfizoZyYHIzDn5QqOJa2FRsyeZLmWMEafMJJiC+bMsGIAwU2PSB9CXjg9UoglbxQVybHrhU+VNWwa9cFHwawztb5BQYcA7zmr7JPD0FJPSB9wSDLzALFnf0F3jZNHuj3ya+aq/oolw1bPqWsWPXbKttrUqqpVStKZ52W27obeirHW8nGpvmBTz30LHTmtfDHDLEk916c9Dt8zv1I/J1QdJ2cl/U+LOguFi0jYXMyxNoUifXrDNNIHfisrEHZD6ygawc8gabQWe+OvzCK7LKU2Dn+fSolr+nwRNicVzY5a0NizkL03nyqkVHcrAuFxo83Y78xTqePHvb6zislWQkfmEv8xU5WTP2VqXYCx638N4Coc3ZzngIMXn+kUgZYFGSMgEVsFjaQ9iT26WsZHR3as3GFt5lKW16VsGmgVxqmX0EG950yXp5I4tcix46C0YaOkZrvKtZtHqnXnuyFGviGugcaijc1UDnKpHTCePIGNzUVSpilkuyp8w4zYnAZ63suMnu99SCpePhVkfeVnRaOmro2ruraaX2VuUmHJtmvkWsOUzaVjEvYxgT2MvYEmGo8E/M3SD+wvsFaMz7wNfcxBcOJ8mjqYMFObzQIin0hs09sYW/4I8fO4qs8/PDkYNAEd/V1aX2F1Rhk3bEcHm514SrtBe6uNgpc9FwpoCO7QOHOMcfIO3gRjQG+cTuc95oyliuRSv5vmNd3o1FR+r+znvdaQ/+as4J4RIvQqfPwN+BzhFdL8BK/aXuOzmzrdaaWuEwPEyIBj5F5ogfBZ0UyfwZ8I+sDQv+UkPOZc23ljCRGh1vOVIPqXNDE4W/uHS526sEjpwKHUZHeBs6C8j4DMEbPzr5NfPZgfhigru6uBRmNNAbfGCc6KhXR/cZzuPBXrdi1zYHDt5uRDd8oSvKgMhkD7BNTKUDtZbYCt/XIw8zHDayd1c1CXlLxGM81wQRj4l50sh3UV9KDoHUZnyoKshdA9sNPba5UR+wdVDW3EqujxwmOvEcOZh0fF6qWD5HCRm+JHw19huyi4UPq/Y7c6BY2BMY40RylZ898qbh6vJKh/zXJPALOeGb0YEiVFJf4Aa4gd2siytq9WK36Clv1YTMJT/fXV1dwbvK66H95W/+6E9eP379CfINeKU+9Up587kzl6OPL+939WhprBTwtrXb7dgkLlQUgiyBUpNV6YjLpaqSATpSWcNAJoxiCy06OKRI4BcW4sQ1zwIWfDWs/BHXYByg+7/6seF2neixJRV2K/hgKS7uEukpbTgDKUidr7LspkEr5LqLjWqvQ2ODWu7RXrNZXevYXgLw6/6+jvt7wLXuaA8L9P1DrRePNC4f67B7BP5zOIA/XD7SCm1cva5+/ZqOjI+Xr2nSLh5P2eDH9RN18LvHX9aDt76u1975uh69/mVOyw900fbaeeFGYjYH69BZpL5Q9yVwQRwXMhtvsbh3QEucp1xm00hOz2BollksXZ3FnAW8slGtLGhENKChTLJnnyXFpm31Qmu7YKveiZcnuuuL1uSrroj9kXz/seoe7eV9KQcLlbqwVKWaeR5CoWxrQdfSSo7DIA0IbtHGT52uYmyjxZo6GnVTFWJwVmuNGm1q7DIB2/DVtCEuhvBYmAInYLDXH3Xgqfy82RYKFw4My65pv6CPnyqWhVxXg19cHRjTuxz+OnENlxRQrgGmU2pdYoPCAMgO2VpyQ9lnfqitUTp40WAu19rp6KbcJOdfQhylFdyoPTJXMjxH3gzc8sbqOOeIzZUN0JZwV7JU5KKRn+LGYeZOtJpXybZalRbA8ARoNNigmWoNLzI2ei2z3zOmnlbvOAgyr9pp4MugXam1ztFiQOus/k60ajs1cpT5O3KoWHbS4yf3dX1NrBx8Oj9j7C/i3VHpy0eZny7aMrRwI9jtCv8F7agjN58j/tumrlcdhxKcbnNjXvDDyxwPmTko+qkKifSIIMENBLZPwZPeLCv2n9RSQPEZtk7wgeQhJZm5t9EHLf3w2tbKTa1ox9TRyduqQf6Daw3fyWv6hWzRj83MU/qNmoz8nje8shRcxoHw/W/BYAGeYVu3qygs7XaL4ktw0RNbHd8Sb3O+RULgxe/BgaQzz2DIb08z27PeieAr45W8H+EnVLVWky9+t1MM+RnoeOyqxIhv9lC1xORoUA4Mgx1BzAKIuCqQ6Sp+FTKCtrIuYm8hjobu+J+DTNojNd4Pa1I1874SQ+ylnYr4wqxS34XZHACid+dS1qvF2kQmMd+xrm94+9F2e92xbtZhdeYNFYpziXNl3OPXhI6f1tIWJRc3t3cqavuCA9zl5bXubm7USO8nH7734OMP//RCmm7qVbrqVXLm7Ms11z/6nX/49je++c37RfEEZgGwaVxfX8HWSe7dPFmGlsnO5KZ4bEO3ija0TNaBgu6SsjHvdtyAbm7VmXSjOxMfvgWxWaBFh6LI/Oo0X0Nc6LONiQGER0oxRj4ABzeG47QRfKMojHwW+bSDPapJSzUFV61kn/ThX+QTY4r6U15T/ulnt/o3f/IDPf5LP61f/Qe/o5/9rf9Cb33r26o3f0R64ysy7fHxO7p98Ba4r+ruwZtan3yF9i09vX5NHy2P9en12/rw4m190N4A9xV9dvUVfbR7Sx+De79eZ/xl3T78up4/+Ko+vfyS1jd/XLePv6HnD7+mz+79iK6++lf0E7/42/pb//C/1T/6b/47/fwv/4b21494TTiUf9740K3eLvW87/R0XOrZule7eiyY2IyllUUkfqYQi2bIEgsqMWaxZM7SX3Y7JX+dDUkkvdVOsKvDe6Rj8qRqUl3qWNccru7ruNzXM13ow4P0ydpkDkeXHHza/be0e/SOjrsHunzty/rt/+of6ed+6dd19ehN/Gm8beki5YCVP8X8Z2OMH4HMQSA8zLLMnaAtpWxSx8RhKTUUns6cBTJfkQ3vsitq4KCMOzemjON6aLt9m2GMxGRPPdF1sb/QfreLSkVmcCNObkKzTa0ATbK7itrcc2PYL4t2zdQSsFgX2B34lzcSjQ11X1LRrmycQsbLXrfk8zlP1LfcqJ+Ty5t2T4G73X2NqyccHp/olvz2iwdSDpntmqfuSw0OrX255ICx10FNN33QYgCdeKQDc+Zd02636HK/6B5vAMQN/MjTZcd+kb1Brmx6xJZD48rNeaAnG+wRv0aLnYd6etzPGjoyv5nDunpNdf1EF4/e1vLgDRk/7+oeNXBPd/j/lLq7w2ddPKQ2dhq4deDt1TpuhXs69ue6uF7oF3N/yxh8Us1hYuWnmXXwdo1ojrz1uj08VWsijh0/7R21v7rWsrtQx78jN/4hQ98BMInLQ+KwYn52C7R+q52PypuTKomQYdo+M17y0DAwyNfKXpCW6VUxP5BYUx3di3bMrW0JgFUNXSs2Int7e6sGwjL6h4r+Qu3YVnR29IprJe875qTgy1PuwwcPdI99s1zKv8VgFDdLA/6VG+jKG9t+pG4Zj061gxNt5KuoJPDGyfjWqmaNt6VN+SNvDZKK0PNEfxddBB+5qibbk9+2FtbSyoGhtTZxhS57o+eGvrJfbLgiH0f4F/huiUjK32k4cIO92O3Z+5lL7IzMC7FkDYYen5uKddFkDg7nHJ/XaXK1Z/0MCdZVqcXkoeFD8tCJM77ZSEc3OSBs3XC/KHArOKPZBNxaabDGSYL2xEU6tAd3saMO8Qk2JRff//73dMVPHphUlSXqqXNwoqfEm78kals2ANNSpf2OOuAg8fHHn+rpsxtdcpi4uLiYObl3eaHv/sEfXv/xH/7JHnYDr9SnXilvTs48e/asWDy7sfZKsdjWjokKXF9e5nDHBKQsBq2BrR1s1oPJ7BR0pxg6k7emT6HY1v7iUnNiWHADWx1aMYEBKXr05y4zPgO10LnNoF/wDnSfQVy2Z8EURTNQPvAl+sWgkLOGYAGiDz3gBrQhUdxms+ucSgcbX9ftYeh773+s954ddPn6O/orf/3X9A/+8f9J/81/93/R3/8//J/1C7/+N/Urv/V39Lf/63+s3/y7/5V+7W/9ff2tf/CP9Tf+3v9ev0r/N/7OP9Cv/Pbf0y/91n+pv/43/55+8bf+vn7mV39LP/Hzv66f+9Xf1s//xt/WT//yb+pnfvlv6Gd/7bf1i7/5dyf+l/7Gf6Fv//r/Tn/5535ZP/btX9PXf/qv697bX9cdN+j28A3tH73GjUm6YeGzS0s8+T9drcYN+/J1Djls+is3o+LNwHHZa89cVSvlsqz5IQmmY/N9Ap0vxp08rckduVnJEVNEXkrPx06frhf6dFzp7vKJ2uMvSQ/f1rPlof74gxv96//4J/pPtG98/Sf1d/7hP9F//X/8b/XNb/8Sb2Pu6fkBrbUwP1ns4hrA+TPwRrKtOoEd3wSukEnfTOMAuoR/KcCBj7Ap8bXFqio2+6a2NOnFZrbJnmlpl4IH3mxKU95CVtgKmNYgxTULAAAQAElEQVTKlQ32lqebbDoYVrBsYfg4Jv+OTexiVzKb2uHmGQcMKT9J3N08h72r2JTUFg4CTXfmRnift1DLPY3rN5jTb+jq7W/o8Vd+TN/8K39Nf/VX/8asl2/9tV/XT//139BP/+Jv6Bd+7bf0M7/0G/qRH/sZvfONn9KDd35Uh+Wam3ngiht/07PeqIemvFHYXV5pt7/Ev9LSSrsGnoNDbjLZQAeb6CE3AeY1OfKyKG9HDt7rad/rme9TZ6/pk36tf/sH7+vf/dGHHBgvdf9LP66rN7+hN7/+M/qRn/rrevLVn+TN2lvS9Vu6fO1rHIbe5A3dE96iEdPrX9OR2rhtD/Qxh5PHX/7LatTI3fJARW3uOGyOe29o9+hL2j+hfugPDi27x++ocSD/bFwob+p073W9f9v0ab9E3yM91ZU+0yW2HuuWVvsHapcPVftrjdppZX858DR6zHxxg6VgUyXKlXkb6RD3SDGnT11nXrO35SY1QoOpc8MKLtDRqbMW+MPTklN4VuY8OV6qzTzvlyVaMdtnG18avNGzQNtRC5GP/dlSu/E5fdtTJl8ZUzzpYpl6F+tm+jYUtgngxFwGBnoiHYjQlMA3gU+f4kTO5OcIrGFRJwfjpDNtxp/DmDzBn/1LP/Ssh7SB4GxP3emP2EPnyr5+4GB0ON7Nm294Ayu5TC4Cg34OEumvxDGQm0b5Sj/8gfRFFgID/R2+TntEPnImDwUYHSbmAnKw2C2N8Mkbc3ak/j/jQFDLnjW7zAMGC0ROmAERQ6EJ3dEbW1ViTktL5u/uoBsOUQvrase9q+A/8tPbu+9+/8Gnn3x4+WWp9Ipdr5xDyQ/3oeV/+Zf/Yvf+hx/UJSezPYeJooAudjvlL6isFE4KlnnQefIHg0DGR254maDO4utMbKeIzUxd89Sx54kwp8IsruhpllqV8uqquZiyeGC+AkxxJh5AvaKf7uRJP3oDMMv2BMnwdXUEwhMQl73R69SiGWy00Zw+HV9XCjb+//+Z+w9wy47rvhP9r6odTrixc0DOmUgkGEAQTACYM0WRskaygkeyZctjyx4H2ZItySONIikqUmIWs0RSEgNIgDmAAJEzGuhGo3O8+Z6w9673W/t2U/Sb977vfTPjN737rFu1a1etWrVy1T73NoWy0FFTmeaOL2nv3kPa+8wBjYaNNm3cpqnJ9ShmpoBDHg0aLSwMdOTwnI4emaf/so4eW9SevQd1+Oicjs0t6sgx2nknt0K2nSyq159QiDn4hlpdHWiJZ56J+6/TDXj/KjP5Me/IMnXXbVJ3/Wbl0+uV9adUx1JMqaPLA82R/Jx+ybN005vfrrf/z7+om9/8YyQnN2rTWedJBJlK9gNeuH06P9ZWDa8tyPmQWDfs4nGgr0iukmoaEBuOIWkVX7R/fqRdc5X2reY6mia00tmgctN5OvtZL9ANr3qr/qd/9m/1mh/9KV15/cu0iQCYkeQ0KcOIE/ikEcY5JqA5jx2cDuEQxKyJkuUqxAg9/nFZSf7eNeOBgz+xtq9Tn0SzIv1dN4uioB7atmCitBYEXjEmBG+TApWAwtnJe5MCA2IIrRPJeZZ5PTAbi08OjI8xKAMCfU2CLrBWQ1Wri8qakSIwXFlAH2rlWSaQIrtE8IvyE4mVVOjwcq1jVa7F0Fex8Sxd9JyX6IWveote/rq369Vv/Um94R/9Ez33lW/WJTfcovN5duH1N+uaW96gF7/xx5DpP9LNb3yHbnzlW3TO5c9VzknYuJgmkE9JnA7E7qSUle1qncYiy6ClWQsiiUchqmEtpoAcKo1I8GpFzgYyDThpOrScdPcTh/SdR/ZpLk3r/Ge/VC96/Y/pha/5UV35olfrwue+XJfd8Gqdc82Nes7L36zn3fIjuuT5t2gpW68nDo+UbTxPs+dcq9OvvElX3Pg2XXrDW3TtzT+uK178o6zpp3TLO/4XvfB1/0QveM3P6Nqb/hHtb9M1L/8xXf/an9F1r/xJXfrCt+jyG3+E9f6YLnvxm3T1LT+qa1/xDl3zirfrqpvepitf9la9+E0/o+fc8jbd+Ib/STe+9h06k2Q7kHgMSHRXm8h5UO6SUsNGwxNhk18NbbVcjjXrb30SpWhNTYI/SQn+SN6be4KT66gnGwkH4K06cTWc7mRZxB4qOS89UYghqCZojUli3G941wTCQLuZj04qywJ1CBp7oEX//Xnd+sW15MPHOHi7l2vgdDXQRh/oFIG0DYL+EHp9/gZa2zl5kIx+3ofnqV2fZGYtneKq8deCroi9tIkSfRPjRdnwrAXGNbSBTqJvw7oSbb6KGn/udVChQbRAUwC/3zu/3LbdZzqM4IUn4n464PcNOGp4WVVNS4/XHfzVRs0c/tzXvgaNfJ4Gutp7xhqycvrkPAOPj3XwfgGNRwLo+hi6GnWKTB34LS7Y1MpqaWlZAbnFIhcbZTW+NvDWnNTQjbGBfrVGJKNjktIEP3ADrcxWV1fw6wuMz5BjV84/Y87VxflytLxY4hZhhmM5dSCcOqT8AyVpoHzXU7vKpcXFWJalShy2EESGoyoR2OhEcFjb/TRqUDAHF3SFUnpZIzSeyAXvz3xst9+ThaBV3kWlVlGaVvFjDCfKKCqSkBPzuVKJy/t6PbmiMdc/3Lva0IGPGWMY50U6MfZkyWOeCPD+DtQD4EPExSD8kBqs6aTCDclMJycmtX7dek1PTrXQ7/VV5oVmpme0dctWrV+/QRP9CQX+jeGJOwovFzgqa1h/sNA6HDeuEKIi/EtOBfStrq7Kj+OefvppDcl68zzT/r17tLy0oO3btmnzpk1at369tp9xptZt2aZ8YkId5p1Yv1EiYz60ONChpbGe86KX6eVveKsu4DRgZtvZ2nLeJbrk+hfrupfcpI2nn62sN8W6IvaINJx/zO18YdXtx+s1ztLXLYtKtPo3++s6yV9VDXAmy4NKDzxxUE8dGGhyy7m69LoX6wU3v0HPeckrdebFV7FT3a6V1FEV+zq+0gAVCU/UiNOTgR/fminizMSVmCup8RqA72JGp8FvAvJAPWTIIdDOLXUp8MDBzERVQd4W5DpVkKDmJLpmjGB9znczk9lJUHtxS1tbpUwt+OwODFUAaeCH0xk5ffDEwJOIGIIyaM9ykkcmT8yRmkr+XYVIGDOSiYhDz+lT82wk0+Ko4iShVMWJxOHFsXbsO9ae7vjp0xt/4ud4hfVjuuy6F2nbOZeoN7uFU4Zcc8jy0OFFLZF4xHJS5cwmddi1T28/R7NnXqwzLn+OrrjhJr3w1W/W9Te/XudecZ3KddvVkFAYr0VqZUoGjVkhv2oco2Erxk1ymTeGLjbYquQyWSURXRmbnnzmkO5//BltPecy/dQv/Bu97kf/sU674AoZrzeyqU0qOD3wsimmZL116m84TbPbztHWsy/RxIbT9f2Hd+rP3v9Jfe72u7R/Lml2+6Xo4LM1vfVSTjWu1FmXvVDnPOsGnQucfdnzdd6VL+IE7oU669Lnkxxdz0ncjTqXNoeLnv1ynXvVDdp0/tXaful1Ou3S5+rsK16g06mff+2NOuOS52jrRVdr07mXtus+vjLWkv/WE+pkFtSwzgbZ+Jq5lctc3oZcPHjV6HJDUDKjx9qHPtYCbFKCXw12K1OLi6Fy3rle+DMf1uDfXEcKfGLEnv1Phy8uLaoh4Hm/GvwlPtPncp0pykKO0zdRYxIKr3sfx+vg9w5ed2jpYOIEzU6rKNs6tCmJT5LfOw4HH+tAq9zfGMTHEKjTF5oSYCA1M8UQGAsSxwJemkSvlr7Eun0Nyeem3iYDjPX7msDvpZljYib6MJBxNcF4DIyASk6Pr3FEUjHGBvy+ge4aPI7Pcfg4pleNLNaeN3K5tXX6rT1fm8PbIRje1mqgyZMcKu29txuIArZn+BOHssjbhMIcCcv0eReXlrgLnI53tYTPdTw1yYTPf5Iep23E66wKqDldEbzJM9OIBGMOXy7nKbJ2+XbwNczZOeOMMzffcPPzSp1iF27sFKMIck4/88zJI0eO98juYgxB7rjNTDFGZTFTqzAYhwvFFSEhAIcG5aGqNX0z+eVKUdOe5QWnG902sI1HY5kZ/ZC6K0M7oFHEYZutjfOxDsmfJWpAIuq3+FC8BgVrn/HIbG2M3zfMhZ65nfDk/9MnyXsHH+PgXdKaAq9VExQlUNQKAU+lSiP/NUne+U5N9SSr9f27v6dPf/qTet/7/0Lvfd+f64Mffp8+8KH36kMf/qA+/Fcf0q1fvlUVSlv2uihyp4UQo4oTwe+hhx7WH737j/T+971fn/rEp/TB939Af/iud+ujH/kIeD+tO+74jrocE5137rk6/bTt6nQKNTA275Qq+30tj2odWVjS7Nateu6LX6aao/AVdpwLw5pgPlTsTOJ4L9NZl1+tzsx6VhDgO2uCN7BNziPnldY4wb0w0iS/anhRk0zgQ9hVSaucliyvDrXEsf4jT+7UZ75wu/7sfR/Se97/Yd39wCPKSFgKYH55pEPHFrTvwFEd4lRmBALHNRrjcAB3WGIN7bzM4XO107fT+g/oo9HMxEdtv/ZesmAKESfpgD4GwMz70c4znbh8jMOJ2x8UZmt9zdZKybR2MS80OQPWxiXRpYUYg9pe0GpmOGiTmUloRgMT0V7aXD8aaMs0olrHkldDmVaaUkdXpSf2HtdDTx8ieF7NSQQ78OtfqrMuvEKbTj9HY8v1je/eqf/tt39P/+qX/lf981/81/rXv/Tv9Ev/5j/qne/+c33vzvs0rGMLYysVe7Mqee01s+VMnXXJ1boaXM963ou08YzzZRz/V+BLIZNhnxX2AaHyNbizdHk6jH2XqEAalGmRk7an9h3RvuOruvhZz9br3vhWXXbFVZqZ3aDbvvI1/fbv/J6e2rWL06UGXa5Uk6D4uscEzAYe5J2Otmw9DZ3u6LvfvUvv/+DH9Vu//S597GOfFvGE9gnFrKsQSplK9HYWmFG3N61uf0YdoCgnVJQ9dbpTKtFZvy9p706tV2dyVsYrjcDaMl7hJXApB1/WUSjwIynIRZejC5mLpR4pjXjdRGlqZLQhOuiGWtd7OjfOlyQZ/8RlZgoWJEp+UJhCiMqyXCbJdcIhMEdifAKhQ1EU9MlkZuCv5RsrwRN/5jyq4VEF5B58GOtB1tsSOBoSEpdJAhdTMAf0te2UjgPak5c8d1z/gLdWQu/WxiS5P2jAJfrZSYBoSIIuRtF2crwZD3wg4G0n5+aW4em/A39+EhJ01fDM6XfeJeavgQTuFk7Qya3XVNO/gqYRtj8iYagYW7W+JKmizuN2Lp+3hj8NfRP4xIPUQmppV4swSf4MzE4PNwyjjXt/7jIWdTf/yI+IGMs8qlMgOzYkCT5WyH2ZJGJIYuC/pTEkYfCxjs8BhMxnMioN9LhcajaGYtOT52vyXV5eYRaTmalmXZG+0JW/7Kabr/tnP/Vz0357KgFsOJXIWaPlzW9845mzs9Mbup0ydLsdZJDk5oh2UAAAEABJREFUCpBjIIbwnPEVQcKF0qAUa2Vq+5mjgPlIgHvEjlBr+riRFmXZ4nFjMPHPFceVBmWSi41xZuYYGEuLP+fO1Yii/STafE4v2wbwrJX+02lo9N81iQucZiYzYxbw+k9HCi6fiFEUSQ33fNRAs1BIVq1FTgyOHDmkldUlHT5yUF/72lf08Y9/VH/zN5/Srbd+Qbfddpu+SwJw73336fEnHtPjOx7Xk0/uUMiiZmZmlJNEODozw3mZxNyLC/N69JFH9MTjj2sXTvuBBx7UAz7+scf04P33628//Rl95m/+Rgtzx5R7Bl4PJRIUc0OxoEV2ZkPee59/6eVat/V0rRAolkeNVggSxzm5WBrUCkVfm047Rx2CUG1RNXz2dTVt2bTr1YkrQaC3JwWlxggiSTXJW0X7kJ3GKidKplr+XYHdO5/SHd/9rv7ub/9OHyARuu1Lt6lDcOnyeqWGjuFgxC57mVOXEbKu1OoJwcidfkR3fMrkP2CFO3OjzWSCLRw/QkEIfuc91sD5Rp8AxBAUjee0+UPXgQrH5brp9eDPY5QZ+LwDYGby9pNg5vemGAPtpsA9H8YkQC2Iq4Zmd6atTkCc94nB1sZQigv2tHwaVPAr5MghaG6QNAg93ff4Hi2r1Mtf/za9/LVv1UVXPUddXlnBIs0vLOrWL31Zv/3bv6MPfeAD+tKtX9btt39V3/rWt/WVr35Nf/aev9Sv/pdf14c/9ikdX1ghWTENK4AEY2UEq/Kepjedpgsuv0ZXPfeF2kyCYrSt8CoDUqAxAyIUGrrsRWwdep3E6UStYR20n1dzzxyc01kXPUuvf+s7dPY556pAVwfI+s4779K3v/1tvetd79ITTzzefjHPgsAxagEK0JOmBd9glIwbccp2Hzr8oQ/9lb7xjW8o4iuYDv5KAUdPZ405Vna+DgarOnLksA4c3K+DBw5ozzO7tXv307wi3KNndj+jfXv369DhI7y/rrSwTGYWCqwxot+VRjAwoZsNzG/QZSVmwTbEzjKkSrmJNVdK/o/nKTWtTGmGEaJu/oQ+DUMZKynRj5/tsxAiupHRuvbxOcwYwzw1QcfMeB7R7VoeaE0G3woZOnHyuQeujB2tmbXzuI6qvZKcngZ/6Hi9vgZrdHgXhsjB6ydbvW/DehM0pP+ubLybnIa2ApcS66UbG4RajscsyIweQMM6Ew8dvL+XP9yWGOtrqNF9f+6673WnPzGuZv2eWPiYk3Wnx/s6QJraMcxT0Xc8rlUhr5pkwsf42ETd6Oz3iX6O1+8dXAbevuarGtbg6zN4BifowBJEIRzFWgm9BgQkGnmQY/sFiUBwPwm9jEKHRlpYXFS311cNLd62Nm+tBjm084PYjHm49+SwwqeATjGL8oQEkpF5Bj21anStGg0Mn7c+luz0dGpd4X8EOf9XcWZF3NDrdiaiWXABO2QYSJtQyBnfoChVK+jUKnFq6+28Lpi2gnogVB/rQvOxBY6nIsszcHgXb08olZnJGWHGE+DE4zWc4DD55T+NR8xPW9tCXz5ebft6s0PbYKKvg7WlTnQ0cblWoYTet6WBe7M1vG4QTrMbwSSvGdatW9e+1jh29Li++pWv6guf/7yeePwJHTp4SEuLyyhloxgyFTjQoiiUwyeFoDwv1CHIFpTRgrIsV5bnCszT6/a0YcN6TU9Namqy32bVkxNdFVmmPJgO7t+nz//93+nTf/1J7dm5Qw3v6onmMnjlRulGmtihBU4mLHZUdifVA4q8K1NkZZlkRZt4zHFysEpSUGHgNQbjjsDB1ygu50G7ZipmpiZJDT8o2tJ3pGNeW/SgffN0TxsmS812C4VqoB2P3K+7v/stTZaFNs1Oa5a19Hq8+mCLurq60hqfyPbFvKk9ik7Qp7ULnoQY4F2QwS9/gB+Qma3BWi8F7oP3BexEm5m1fRr40a6LtZmZAnjMTP/fL2vHOc5IPweGMM6A0AI95HT4mhPOKgZTRqfQgkGvyenmh/xLjbXlWub1wWqTawmYGwXd/dhuTW07V697xz/Wja94vbaefaHy3qSSBV5pLeo2EtEPcbp13/fvEO9jZeyqiyDkD/9xWHPHj+s7bUD/Q/3Jn/6Znt69h0QAews4NeS7ygnVsJK67OLPOO8inXvJFdpAYhnzjurG6ctl9HM5m5n8SsxdIdchScfyYKyDRxc0Q1Jy402v0hnnXghtUa1tsk7/vzcWOCr+3Oc/pz/78z/Vrqd3yXd5FXJ05jhfhoOhdu3cqf37D2iaxHlyZlIFerFj91P65Gf+WkvDFU7GGg2bsVbHAxzzEonMSDUJ8o5dO/QXrP8//up/ksN/+JVf1i//6n/Wr/7XX9Gv/Mp/1q9R//X/8qv6jV//Nf3+7/++vksCWxNbGtaQLApPL4UoltPS7Pbga/XflmjfzdMZ0fE84RfoSt8AmJnMrG1r0J2Ezic6rtV14llS20FJAdmbmfyiq7yf4/G5PPHyxMF1oSxLuiTV1bgd6zbaoc19W4NuOgQxL3MKohP0ednOA2Lv52DUjekd2uf09T5+b/xIPG9+QG8jM5MxcwvU/Tm3DEktX5x+CJIZczO28kB5on6yn6/Jwfv5+JpkooZmOAeeRs5PH+f9vV9i/pP1mnU00NiwroaSAf4BmB8cfkrhUPMsJYOmSg19Ya2cB15PKdFfgJcnoO0DI5jIbI12qj/oQ6VdE6P4JNGjhRhNeR4VoutG8iEkfZWOHzuOL8Y2mMvnbvBJzu8aflSs1/kXQ2hxJfxUQ1uir1lok/8Buh5P6I8/G/M6/OGHH6zuuOe7a5O0M50aP1jFqUHID1Nx6MihEmPJxhjIGmNNZqaIoJyDiF012x14rgZFaUuJ1EIuL5d3W2nb+cFHeZErI3usEBao1KA0CeWsGeF4Qwht8DDwrH1OzrR252PMTj61lh6ztdJ7JJ8Eo6PJb/8BTP99X+9Am05cZtY+l7wMasBTO23cT0xOax1HwJMTk9r51E59jaPgPeygiixXmTtE9XAcZZ7Lf/slxkxiXE4SsQa5ujyfmpwgeZiS45mcnNTszJTWz0xrut/VJE64w7ZqsleqW+QEL1OvW2ru+LH2pOK73/yGFo8dVc3uLmHAgt/iGowI6Dt2apkdXJdj435vQiUJTK8/pazosptr9F2OzXft3q9VAkhFIlefgApDqgkOvs6mSXJo+QfexoG25EA9NdY+L/NA4hA008k03Ynq51I3E3StqMCQp6f62rBuRtu2bGJ90/AnYy2R+AN+5mtwMD6HmUkAn1beLvuI4+bTtovLjD7ogwCzIDOT0e4fl4/TqJMt6cQdHRJtNXSLMTJDDxPQtMAPPomAC6C77vTX1i0uBiuslcg/gTPBH6ZXzi4li0FOH4/AIcDE/k9jkrqhMq2kXPPjoOND084Dc+qu26K3/cTP6MW3vE6TG7aoCTlii1KS7vzut/XJj3xQOx66Dz5mmu7l6oQk2KoO82Q4u4lOrgn0Ys+up/SB9/2l/uZTn9Kxo0eRAyhYm2WFaotCnMi6p02nn62zL32WNlM2odTI1ydjrWppreC9862m3ekekFQo7+qiy6/SJVdcLTaSGqPzHkga+Jejzw08WOW4+O///u/1gQ9+UE8+9aSTr5jlnNot6zvf/Y5u/8rtOsQJQ1kg6zxASxD5lR589CEdnz+mAacGI/hYsaYGHVEelTLT8aU5dPM7+uzff1p/+7lP6+8//1l97guf1Wf/9q/1hb/j/jOf0uc++zf61Mf+Sh9471/one98l773vbs0JDFuFMQyZCGKH6qdbqDBLip0dexrXVMJ+WVmCgjSAW7oJBg1/5yUqdcFzxpwVY5DYpxpLZCDEH44A2IM8u9DjEiaG9YWQ1SwQM7ctLSMsdPCdYa21CQ5iNL56cHZeWzgdmjbfS4gMW8LEJQcTtwzVKJzADAmNczp9tvQx5hDEMUs8svMFGKUmdGvacsE3WY+WD9oM6NfCErg8PVSUQvgcvxtm9cZO8Z2nWbv6/PW7oPk3VOLT6AGDfUECr8xMazlh4/1GFLh83mKvtZtP4bTp2nB50sMSCBxMAOHd3DEbSk1PHeaKhTe+4u+a93ASr29p2+gscgy5fAfKmhJxKlKx+fmFbPMuyGjRLuB3dTAXAfDlmLMFEOQPwn0iMFrSQsLc1paWYIbSRaDGAKOWk/u2NE8cNcDia7/Vz//t4532v9vRfh/AzI7vO9wZzAYYPqmECIMbGBkkgvFpZIw3LryNnE8bq3DHGPQY2/HySYFJYttguEGL67Cd+84qpodWIODcePwbyczTEgRYUVKFyIFYjJJyJRHjfghVIepG9kJoXvJjcTDBuMzM/o0JwAEkhJtPJYoA+AlSCR5X1OIPmeQmUkygUY+z1rp7ZmWlla0c+fTuufue/Q0OzJGEEgjENQNptIa5aoJK41gGFiEQmftMWiH9U70e1q3br38C5wbN27Utq1btWF2Rj0ccD8mdRnbAcogAjNUwJuMNfJpj4C/zCuVXU8/A9nwVM5TY+cnubE++sijuvPb3xVCYN6gUOQqSX5WhmN9+ctf0a23fU0Hj8ypTiaXQ4XjqtwhscD2i5dYBxwFtyR4YGZKtAVkl2Twg3GMlYEb+kJolIfEehtF+uUYob/GynktNkGCtJ71bdmyVVs2bdbM9LSKvFRifE1fPmqo+3xr3E6CffAssaqEOqT2PoQILVH+BcOGJ40CtIuxUpLQKeiiTQx2HkWSyJAankg1HSro9mP/mhbziVgv3k0NZYUzHKG3Q05chuzyxzioMfcONc8S412XahygIVd8kCLrNWZlIXwa0U0NOt6kiAySVkZJAys1NzI9ue+wqtjRT//cP9Xzb7hBBcessexKMWeMcbL1mP6OV2WPPXCvJkkiZ0nMJkjKKBSaBC8aFVYrb0aaQiHWTXa0Mn9Uf/PJj+reu+7U8tKiFKICJxH8ULtOeBrLCW066wKdfcW10sSsVnk1Mm4ynhvQcEpQq4JPa7wJGjFm+5ln6dLLr9AMpwvOpxqdSPAU9rGbK9BhU0kCMOSk6VOf+KQ+/KEPE9Tv1F133a1PffJTes+f/5nuvut7ymOD3tbqZ0klvMqRkr/mGvDqKyUpK3J1SXQ7vBaLeQ75kfuOpia6mp3oaMMkMNXR+qmuZrq5ZnpR63q5JjCmiTxowJq/evttes9f/KUefvQJnPsQcSbl2G7GmthCqyHoNfCvEbpiUYn25PJnMSE4RZLfp1ZPvFYLhQOMdgB+iHGygJxSCzyU4wz0SGysMp5F875C7rWcVTEEeRuKoRo9anUIPpYZNCDDhM7V6E4CR4VO1SiPJzwVfRK0NQ6N0KnUQlIAlamGcSynnadCqb1v8jHgaBxYRwMtggjH3bCrFvOYGU0mH9vwA3HQ3IATDN4XvIKWGIKyGKg2PwCjndk5OahYy7hdFz24R3fg72g0bvFWzF/hR3xeB/nFvImyAb+D4JUxR4KmmhMqhwp+NEBnyAkAABAASURBVKyhhq5EP+/vp4A1uBogwSsIhZ6kAF8QoRL9G9qdNnP8rDPRV+141uVtIOJWCby+3iLL1GHj6j4h4UsrxhybPy6LmSxkJDU+wBSwIzEPrKSIykjSA3ZqFhRiVMyCMnRwZWVRi4tz8i/s1/CwYl0OSysrk4ePHS8lmU6hK5xCtJwkxfbv398fDke5EG2DoNwAAkaSZRkC54NhJAxIGGJqTL5bGqcA07MTECn9HnCsCKEoC4JsphqFSCiKGQ8AM1PDP7MgVzR5HeBOJoRPvS0TvQDRP8lk7gBkEuNqx4ewfawr8Roknkky72MUJiZQQ1+fJ0G7MTbRrWGNjqNGeb3uBlMRbLICfaHPww8/ogfvf4CdyUCdIpN/r6EbpX5umgB6QMBgCjQ6YAkRqRY4zx5OdJbAum52tk0qNnuw3bxV0xN9dQjOPnYya+TBw4NKiQJ3ywIyK3lAczx333u/7rr3Ac0tLMMNY9dXERAaFZ1SRw8d1Mc//CF95Utf1BOPPaIDhw/S9279Na9K/vSP/5gE6GnVLie1S1cD/2rA14gIcVyiDW7BA8n4J4kHkYn9znkjWgPyywkMRZmrwNDKEAkimUClBv7krKdHYJrk9VB/YopXRJPqdXqKWS78IWACLfBDczGnsaLQQqPAZC6qiDFbgLnIt0n08BIakkNSi6OmL1UFgn4M4qqBBCYpQWsbaH1i+jU4QCc0QUDDfQWM4MkY+XoiMSSxGPD+YMg2vWaM423QEakBf5J4L9/glESbrxc0/kQWMiVoGzVBiyPp4NyKjiwO9IrXvE4vffnLlOHU2t0Z8wzHlVZWlvWVL39JD977fRKGsaY7mSaLgOwz9dCpaFJBAO2iS90sqY8u9CK6Qb/9Tz+l27/0BR3Yt7edt3Zbgx8Gn5rGVJNAdHozOu2iZ/Gq5SzVsacRJyYN/Xy9Y/SacKABvBixAEMu5190kc4//zziaiNj7gQB7jRhn3qcjnShpROEnppW2aX9zSc+oT959x/p93/399svFN/1ve/K9X3dVEe9rAaaNkkydu4Z8wbLVBYd7KWjLGaCWfI2hzxk6tLWw2Z72MwEiXWf+dfWnOS86WhMgtLQzxQl3faVr+hLt31FRzm+lgxcor1RYoOSkI/L1jc1lYuMBZ2UVWSuBI9EO8NkrEnoTUKuSommIEOOKI7fyqDDoEvoofsE10syFm6DGvpXBFczUw4Pc5hlkpomtUfrXpZlyXrRU05n6pauWjUaU1FP4K3g/xgf6BoL53liYvgPABVsdbyicVTVahN/OtfMW8HbmrFr4wRe5k6NxFqM4BmhS7I2aEIqPDIZleR9jCdA4j6D7rWEgvVzL38OBEkN+D0hNPAEIEHHmHnH4zHriqqgqUaPEn3XINGLGz7OnwSjzRjNHP6gga4a+irk1DSNHCrmwLTl9tE4X+jjNATGivlAxSfJ+zbMBzZFeJfQYxodLXQ29DYAmhMAbmMNHeKUn/SaJSXmrRmzsLSghnVmscRWkmomrwDftGD2WuEEd4yOhKyjEAvmNgXoz7KgejxkUzknGClMXSOjDZ3K8mJbyMKm8847zwfoVLnCqULID9ERVpdXu3XVZAkhGAwMOK4YM2VZpgYBuWJ7/2ARoRnvd3FX1LOyVJcdco9j/UDfJASOYNBsuYONbqQoo49NCN9QnjxEReagJ6UYYQIpHzeU1Nb5wQPjmdoqNgkdqQVIlJmJH5IoJbnyOJit3dPUKl6iMxgFcvo0Sg3gbTT6swaa6jphNJXcsDZv3KDNmzbqGK8cDhG8iyxTryxUxKAiC9QzlZQObaJBuyt1Rr+pqSlt3LBB69fN8gpgRuvXryepWKcJgm9ZMC6P7fhemWmizKk7ZG127fjzaBiwcVx3nOPhO/X4k0/JA9MQ43bn1OuWChjjXd/5pn73v/2a3vPuP9BHeC/9+7/5G/r93/x1PfXw/do0WaqfJxky4ycOKKjBkFiimsb516h2HgDiHhuEN7USBm+4OkhQHtSu1dfX75XqdQpojMp9rSZVyNMdA2hl6EieF6xxQjnJWIbTrcBdITA+TGHIAUhMIwDeCzD4bsxHbJGri9dtraerjphKgXu8gZKvhTGi/1of15NGDbxo2najnoAaGVZ0q9v1t8kH9GZM4PholLw/cztOl3fNuhu/h7aadSVop0q/hq6NGvp7W8NiKqBm0bVlOjK3pEPHF3TFVdfqTW99a8uTvMjVMN6/5FWDa/fuXXrg3nu0PD+nPvLuF5mmep321Ua3jOzaM+od9Tu5+kVEH2gj4eCjMg+6647v6tFHHtIyiYksKKJjGfxWwCYtl3FKMb1pq846/yJlnQl50GpZRiBo4E01HskDg9MyTfJ3zjnnaZaTM04iST4qhQDOEOHZWE7fVKckmZBwwW2Aj9VAd33ra/rO127XCqcmm9fPaKP/ee3C1MkSIOxCAoOimbIskxlSa2AffGvqBA+NG1OgvYyRUz4gMP4EdBnT73blut/NozoxcGKT4EWm8WBVXyWpeIpTwqEnhOjrWin02tSAk2bJosy4R8dqZMTU3AfAAB6bFJlPyFnwRWoElRToC0mAn3g5jwze1jypZRJ8qZlvxCuXMZOEmMvMcTIySUNsckjAV8iUoffiWXVSl9ABVi7JXBwSP1tf43rMswa8a7xJ6AsAzTSrSYZtJnozh4+Cj2IxBh4zcHFfMWdD/8B9DKFdlxnP6OcjqTJS8jl8TrMog7bEg5SMZybjXmIM+BKlUlCDrCoiLUtgrDgEqmiDGyYldJkbylqR+yD5KOoBbpnM8aZEl6aFtXlT26mB5zX0Vr52+njQr5mk8QUL3LR5f19nC7T5p22jkhhPr/bjuPwezHTlJx+6KIsRe8kVIcz50jDXCq/ulrCbgBwr1jaCUv9NuePLAzYCizqM/R5bWCWONUohR5+CzKKMfk7bKqd0FgzcmRgul8307Oymdes3nHnhhVt6OoWucArRcpKUsDoYFKlpYgxBEQH5AzNTxOBHOCj/3etEVplQgBqF8D8YUlFmRaFtp5+mSy6/XDPrN5DRWeusPKgYuFw4Fbs1ExeKZShBAf7McTdJsRWh+Cmu1CqKz8HNDz4MaesN/RsU0cH7mDnWtTEn27y97YxZgsx/ooz08UZo5+M1HtHGTXKcrKPmiDMimcl+h3fEe7R755MaD1dV5FFFhqMrc3ZeuTJoD62imcoCZwJ/shDV7/Xkrzc2bFyvWV5vTE1Nyn9bZq2/lNOv4w6b4Nz1Enw9eNcvi/Z7FJ5ll1hrSbISWNeOHTt09z13a8/eZ8iWF1taDGfYzYNyVdr52EP61F+9T3/xrt/WXV+/TXEwp7M39rVlImjCRngEggmOcFQlAk0i4DXE5kYNxpaABlx4CAUEYshVHFMGzCqzBucuDDSQSOQEu5KyXFsr0d/7pnoErgoYI7dGIUgFa4ms0ZNKRLRmhP40SQ18brRWunya1CCXtsV7iGUr0BKtltIYskZAhaOq5K8fcjoggraf0Y9OSo6DiXwt1tZrCf1qAHEv1hQIHBHIWaPjaCEzFXkEcmUghTz5MewI+VfoQkKWgaQosBYFY6oEqhoHO271eoWTjeOcHM0tLqvbn9Rb3vJWbeaVlq89Mb6VLTKemuzrkQcf1DO7d4KmgYd5y8MOz/r9rrqU3U6uyYkePM7RgYwgWqiLPvS7HfoXjN3Fa7fv6/jRoy2tOXRlnIKFrFBj7uiCyv6ktp95tqamptU4P1yXRwPYOJSv29efaPdE119NFQS/MR4Se2//lHtR5CrgQ6/MOR2oNVFIs/1MMxxVbJ3pyhPUs7dM64zNM5rt5W0SUcLDHJkYco1emuSlw5gkxp258xTOqd1lEwRdNjk8Panzk2VHDhPdnnrdvnLo6vW66sGTbhE13StJcqIee+gBfeub3ySBm5N/L2W1EqcuUkUQHHiwZ70RvL72VjUMkQmAtgagquCGzUPXU6NMJBENu2djNxvQlUib02mxwAIi9sL4kFMPzGPCjOhhSuCr4aV/WdV9oiy0yUQKmUZ0qtC9Gh1IAAKS1lRcDBbTtMFWPDMHcAW038zxGrWoAJ6G4BwpA8SGEGVtPVOwTFJYwwMNjjPw3MHMcaDJfGIIMnr6x+cUz4w2JwULUWrvHW+UGG/gN0qft2INKZlMQTVraZBbSEkNCYUnpw18s9SIh9hmopeES6BuErt9n8/BHIdFGcBwuWwa5OSlZNgbNs4azKx9lqg7b9vnrEEnLjPwUvdnDm7bTUMHkPq9g7gNFhRYg8+d+OEJ/dLSkuaOH1dEt0esZYi+HFxc1cM7d+vpA4eVT0yrN7Nei4NK88tDCdkn6JUFud6sLK0qcF9E+N60RKgoiv7s+tltZ2++oEvLKfMJpwwl/0BIGI+HfjphXLJgPEltGUPQaDTUcDhEsRrVKNmI7HxlaaV1sslMm7Zt1cWXXaZ17O5DjPLj6YAgEIASwvcx7aKpWxIBKyqiWAHlCMxkaAVoJH54fxeolw4n63KS6NegfA7+bA0kv3c4qZjeTledvJiypaO9b/FIZtYCD/gkpZaWpKee2KEvf/GL2vXk4zj3DGdfCP8JzYazK9TplCQWhQoce8YazaDe10VZ5rnynGdFgYPMW/wVxujGFGNgTKaMModHpUMecdC5OiQJHRKJLs+6lP0y04E9u/Wpj39MH3r/+/TQffeoGgzgWaNIIjDZzTWL55/t51o3kWn7+kJnbJzQlpkOu8uBQr3Ksd2IXVSlIbuOIUf8I6BCdhXHibXTRFKhlkluLQCGGCQhbiCxjtAGvQ4BriwyFVlUoH9i/hzaOwSgwJpr8DXIpAI3w0GZZMHE4ltI7Zi2WX4l5knwixl54u21UKwWt/O0zHPmjsrgg+NxSEYX5vB5Wn1wRGbyZwGF8h2mgVeEABEkzCQDO4XkbYCTFAJrgPac4FX2+iq7E8qKjjwgVExiWUcx7ygj2EXaA7SIgQ24nWdVneR/HOrw3GK7s3neC27Qc5//AlU44obxNU5zDB+MuWts5t6779RgeUH+RdyO8xA5l6yrV+boUNYmbRPdUt2i4J42nveKXL1uoTKLbQJyHycce/bskV/ONy9DzAShGrQyTSqmZrVp01aFQJIBDcKB1thohBGJ+/Gw1oZ1mzTNq7gGzmSsf4Tc5ubmNGInF1jf9ASBvRPRp0KbZ3ua7Qat60ZtnCy0abqriVycHjTq5aaS1xWorsoyU4xBFk0ZDQHlGRN0BsMBNlmj6xmzQTH0GIWvc5KkYYrke6bf0wyJ1TT3EyRQE92uprjvF1ETpWm6m2njVBd9H+ibX71N9975PS3MLxDsk0tTggchy5kjashane+JOQz5NlQ8iDTIRCHKLMifS6YAXw2Z8lFi3TX6TLPKTkcWgozkxBiDirZjamxF9MsDYw3EJN5NNVSwRhPQ3oX2ROcRcpewEOrJ55XQApMZOGmnBhpoRx4VfWt4Iu/XCF66+Z7pAAAQAElEQVRhJaBOwBhdapMSxiQz+RqaxhgrwEtTw5iUjB7gNtZHLTHW+Z8XuZhSEZl4GSijr9nElRRiUOBeIaihpVES6EmaKo1IBivnB69mG+wose4EYpbe+vqKjaX7srRGgE6gJKEAEf2sgQiqZpGfUWYBmsFP/xpwXA41PGjo7/Uf2HQ7FxQ5UjOokgwaxeX9KHSylPGcqfy+BXqb0cZwv3f8vuF1/S7KXBVzLWEDDz+1W3uOzCv2p/Ws5zxfL7nlVVq/ZZsOzc1rlY1C7YyAdlPUYGXAz4DfK2TYvVgbSXI+OTU1s/2MTYVOoSucQrS0pMxInQ6WYTFGTwZcIMhAEeUThjMimRhjtJ6x1uzkRrxjGiKg4XjAceyqjiGQw2SDSyurqlAcmQgKmQocpZmpqRuaTAZSd/45bYYC8UTmgY12JyR4O+BK0SoauLyOJikhUAdvFwrk/R3MwAt4v5NK6vV0sg+4/V4/KH3UCaDN8fnzNVqSvnrb7frW176iFd4hF0GKwomya+qhmF4v4EmOQWYxgqT5IUhq3BiZF1uXG0OGcfsO0Ps7L2MwOeQxkKAEdTJTJ48tlF4HennQdCfjtYVpz86ndDfH3gf3Pq3cKnVzYxcb1MPpTjpN3E93c22Y6Wv9TE8zJBkz/VJTvVJlUchiLoVM/PDlQ19SQhaCl3Le8sQ/LnMvLURZCAqUeV6oKEsVRa6yLNTFeeZ5vsZ6o0B+/h2BGgdbEURWV5dV43wr5JnMuZm0Jg/6whPH7wUsb2lRMspEcJBilgn/AKeT2nf/0NdYUGNwHPo94FvMFJjfskLGugKQMS6EoMScYj0COR9ZiEo+Fq0DFY+Yh8oYRzbEYY9wEI2CREDyXwNtslJNLBVJMFR0lbKOlJcQlkvmdDZKjK+AxdWh/I95ZWVPz7v+hWpPNGJO8KmVkmk4GIEZ2T39lPbsekpG8OmVUXzk+pTj4Iss4qiCqKoLbycISl3k3skCss3oG1TE0L4OeXLHE/K/cbKyvNw6/BGnfQneKLArZh2r2GGE9q2nna6cJGhEksEyYTp0Q2/tN5a0kdd4GzZsbPt4P/yitnGykkOL8Xyq3yNpyNRFtzZM9rR5dlJb1vW1rp9rigA/2THN9gu5fpUQ7q/eghpBJmCKMcrl4bIMIcC22La5zmTwucwyTXa7jO9r1stuBz0vNNXJNUVSNdUveU69k2mmR1mIflGezOx8/EF98L3v0Rc///c6evSIjH81axeXz+UBOrKOmJuEnlQ8b0KUMW+KmSpkKOqRRMp51/DcdSnkmRzNCr7NbWBAaWY6uYaGUwwRWMWpmRrkCuTWyL9H0nVZQXtBiaar4UQsgbdVQ8q2jpx8PteRhFa4fjTIxEH0OQkpifGmcW2qarU0tWba0E5/X2sFoa6DaoKUWJsyGfghV2YGSCEGlhmpNHJeWGwUMm4BkQQmEgVz2UFzAPx4IVmSMSRZo3EaYTc1Y0wKRt1XJjk/KhLQGl2qAKfDoYZIL309Dr4OyWQWxE/hIpRo9HHez+sNDPIy+UP0JznfWmAununElRgHEiWhZfDA732sPzZ+nLxvWnoamUEv7Sc/Y2KU/8XMEj/YgGtueUX7SCYOza/oCCcVO57eq6d279NRXn3MzS9pgRPHmnmkqAymDYcjJdZX4gcMumCTqtHQopl12HCcnOdUKMOpQMQP0zC5YUPvtG3bulO9HnoWWiVAaxVjpK61IyoU2gWaYK4cQDAmY11YWtSDDz6k2wnEO/1dJ8kHPEfAdOBjQEJhhPIIqUQUFX1T5EEe0GSe+yQ+JoTAOB7Q5gpD0X683hCsm1YJ5d3bdh9zEoQzd/pa5UWBfIx3ap9rTdka2hntzeBIBMCapTRt3eizjqC8ZX1fm3CmJx3cDI7Of8uh4hg5x2kZ6/CkKAYpgz8Za3CnWeKsCqAkCBsLTOJ5lqnDziejNJNiCCoYk8ODAihp7+SBRAHIjN1fZHcWNdUJ2raurzM2TWrjdKnJTqYMg6+hoSwyFXnWHpVv3rhR/ppldmZWGzZs1uT0jCY4+u5yDN6fmGy/19Dr9loaCoJxBtERcPoELbAMJyKNMKSxIeuskB8rN5QZ4/w4vexPqOj15bt2y3L5uk7yNlhoeed8r9h1eekJZ0JOXm8I9AldMe6NkT4fpt86zApEDkwtgbdShJYALUF1YJ68qzrvqco6GlkOFKpiV/4/rVbKSESCxPxm1tKQaBFzOL4UohxfxbhxysDJfSjUgK+O4AulxtyPvQR/Kvqy3rRCd4o+febpQEOpxjKNG3GcXePsa2aIHLcbuDOdd8EluuyKK5WXXVnM4fssdJgiMkW02vH4oxpyOlFAZiQoEadVIus13WnkOpVjD/0yk+talw7e1uO+jKYewcp3wcsktv76zb/Tk9Bf1+GGRVY4uwaGNo0pANMbtyjrTqpNmLivkeeIINDAo7zI5SdrBc5xzE7M/5aKJ4NHeZVy/PgxTrNqud72+n31OD3oEfBLxqAq6ndzzU5NaLrXISZVEglkr8zVxVGLBJJFy8GDi7gK2kvswMxU4+zNTIF1siR1cvQbXZ7ssmbA9XqyEzXV4572CXgw1cvlvwUy64kMdrB5pq9Jxj141x26H1icOyrXsco3NqOxxqzR5wwxE/FYI3g0Yv1jgu7YcuRYqNUB1wP0ptWLFEQehhxziQSyot8InYsklIF7Hz9sEpujgGp2lLOeEKPa9ahWngUFFlSx/gEJXp0MXI4THUlqfUqr2+BoeJaEEsAHyZxVWrsS/Wq5fTCEuRqNkalDVSd5cKOgPbXtNTdNo7a/UWcw9aRE3fVCauR6F7Br38A1dK7hfwInZkG/Rn5fw6+Ttiro8WdmxtjQ4hNXhN8hRtXwyfVfsWB9gmcNSW2lITg8sfVX2RVzVNh5i5s5U2MS4xLr5rads50vNXI6ve6lmfMitW2pWSud5haguQZaHIyrQdS0Zc2y1/DUzNkAPm/ieWAtzMzcfFJCTSteFS/I7bGCXv9ib4I3Q/zU/oOH9KXbbtP7P/BBffuOOzS/uKRVNgINtJshW/pVrKuGrjzP1YDP51hZHVT7ntmz9NSTT2AIMOoU+YRThI4fkMExTrZ+w8a82+2StGcKakWjGKOQO0e6zr/UCt8V1tuzTG17RVZ/YP+B9lXBIicVhtJHi8oIEi6MEEwNgk8ohMkUYtTahQFglDxFp5PMTN430haom3lvwEsguVCTTlxrtHibNzhN6C8GkFQ3TavEkKHEODPH4b1EPvMDBPKrVV6UhsnVzssck/0OQT/hPGu5ww8kQyXBfqJbEhAy+Y6yzHP6ZKwxtuOMRTstTneAMYHEw2mKMbRrCiEoQoc7VrMEfxsFk7JoygF8qroEm5471DLXpqmuyCPUj5WmiEjTHIHPsmucnprEwfdap++/WTGzYYM2bz9DW04/Sxu3n6npDds1vfl05ZPrlBHoOkWOEycBiUEZNJiZZIHlBsoc1xg1aoIGVdAw5RoTbMexlAfy2JtWyVH6xOxGTUyvV9mbBPoqCDi1DD4ndfs9mVkLOfKmKu5aY04YcUIWiUQwIX9Tap8xsbu+du4KxzNKkWQhY+5C6kwS2GekHsG5v05pYr1sarPC5EYZ9w51MamBCq1i/D4+xqgceQjn3jCfH2+OFTS0TAMrNFCpgZUahp7G2aSa7qzy6Y3qrN+mHvzqb9yuyU1nanbbuSpmNysyZ+hPK+vPKCNAC2c6rnnVQfBaWB3o8NyyPAhdduXVWr9pCzaBo2U307Be3+E2OKzByooef+QRXicsq4dwy5DkyUIO212ffMfj8jd4UhY5Mi2RU1CEM2XG8vnR75S8YoiKMHX3rqflf/uB7nxMFc52wCuwGrrwewQdk+BPZ2ajRtbRSh15NRO0PJJGRNkqmYbjWgPo95OORTYBw8FQWYzqdvsqO9329Ymf1kxMr9Pk7GybnK7jRGMaHSjLQg6dslTJmByaMAnsSfLgJS7nfQ0xZtDCfc3uvuLkKrXyH8OnMbbSqCgCuJiXZKFbJPUQ+3Rp6Lk0UQZOZTL1O7nWoe/rSSo2T5W66MyNuviszTpn+3pNk4ikeqgIA50mQ68bNGt13Gh1JPlfBE0kBVZOyrrTKpD1zNYzNYmc67yvUeiqySfhU1eL46ilKqpGp/LJ9erMbmqhnN6gYgId5BRqpKjVcdLqqNYqPBzDS8VMKeYkK5lG6HAVCnmiOqavQlSApgifAv0CduG+MMsyxRjgQwPULdTwZwy4nXjQct8l1pUcLLQ21qDTCX6aGT/hN/6qbaO9cZ3HPwlrcr8SUbAAJHxtUKQztIh5LVcEAkmVmiBE4uaiepRUjcFOm9EvUaY6yJpCifuKdbk/aPKurNPHR8R2vWN4MET3hujhyAG+uH6NkIHrZNMwNVCjDychnaDb/xBZALuDaKMKL5J8TSf7Vk3dbmJH2NJ4VLXPfXxdJdXM532bFnfTjsNty+CZtSxiPXDKf7qNuI4nOjj/EwsP8GZxfk7P7NqlpzlBnD92DN6Yup1CFiAagsxMjr9i/qLoqGG9FSebK8sraTAapXEWHT2znBqfcGqQ8Q9UHDt2DD4njWFggzbATwWMwoVgBnNpO9n7ZHuO4qLH8ndNYxyqLyoaP5ukCucbMfIcI3JhJoSYcJaomWgGGpmZLKJWplZhxBWYcw1o5B7NVggmc7Cgtm7GE2vHJBTlB0Cr151+BzrQAu725z/8MJkCoB+6jHoMQX0CdwadDh7c+20SEWXQH2ivecVjXnIE2mDIPOEZc7BmJyuy3nZu+mR5xIFEBQttmeU5s0hjeJOg23EahpMxecbcBQ7Id3DdMrJjK3CcpWb7HfnuNYZ2qLqcGkxyGnHWuRfonAsv1obNp7XJxAYc5tazLtDLXvNmveXHf1pnXXipLOZqCHKJ96K1A46rRr4O2IZGDbQo1wpOZqWmtJIg3NUw9jXC4TadWW0+83xddd0L9KKX36JbXvsGver1b9ILX/IynX72uQrs2hSiDNrNTEVZSJQhBgJcpQb+BIyzBfhnrFlcjQJqE1sYkxgMrVBGAtHg1JeaTAcXhnr68JIOLFYaZFPqbTpLp19yjS64+gU6+9JrtPHMC1TObFYTe+yashZPwzy1jLqdcHq5hupoVV2thJ5W46SODoP2zI90bBhZ45RsYqPK2a3qrj+dOc7QxOYzVc5sVzG9SeXUZnVnvFyv0JlgHsbANP9rk8eXx+r0N+nSK64isKcWDD4sr66qgCdZlqssch07fFCBk4npXkd9nFWAH9VoqBo5pHrc6k2AH0WUOnlQnokktlKGU+uiO34i1UP/8ixq/4F9Onz4EHNVcqc7Qp5jdsYJvtbo3siDAAlkd91mWXdGY+sqFROqsx6BM+c+U5aV6uAcJzmFmJ6chMZCMcta3fQkbNSYJmY3aP2W0zS5fov6JJJ5d1KdqRnlnT59C3U6pcqyhNNJiWBm8N2SgbtQm0bRuQAAEABJREFUDJkaaKkIKu6IHcQVsN0WLCkLkq+3yJLymJTFRkWeSCQitEX4VyiDJkhRwTw95pvq5vJXIJMkIDZelVUDleiYuyT/guwoBY1ISmuBnISkR0I0u2W71m8nyT7tPJ15wbN0+XNu0I2veINOO/8yrajUMkmXTW1U05vRoZWk3cdW0bdas1vP1UXXvlAvf8Pb9Jof/Uk9/2Wv1ekXXakCPRmToIycn7HLqdlEy+dIEmckqE1nRp6o1thMA1S99fL6Gqw9a2hreuvoNyOUS8bcyaE/K02ul01skFGG6S2yaeQ4yT00hslNyqYA9DJ6Yj2xXvUJWobQM4SeUd5XRVvVmVIiiRp3ppV608wDMEdLJ/OErs9Nn86EUglQqjOp4M8m1kn9GcbRh3tB7yjrMxfQ6SuAt8lKNXkH2yvUWFQDzysEMUYXxpwYucwb7hO27uC66uDtaIzEiJq+VGRmXpyAJFSp1e2a8TXJQoXvakhaKnyWtNbXg3zb5npGYpHo54mGuGI0xSiZBZmZPLZ4DMjwu1kIWs9mzG2xkCljDrIpjVdXVGJf66Yn2zLyLMgvqGUNNTZrGGZDUwWBw2oUzjrn7O51z7oqp+mU+azRfMqQIxVFEXiHGHKMObpUoC0ghIx7M8NR1MimUcxMZScnsJUtTE72tW56WhunZzUzNa1pHFWRZRICz2KO08DJuGIgQFc0V7zWk4LfEGTCyVgWFICEsgmh+bxMKeOZ1yVj7iRvE5crKgWf0ILfuwIGOgSUyTsm6omn/szn9ecJGsysdco80pBXM/48uVNGMWM0xWA496humSmjHqAnMiZjKoO+LIa2PZMpmuS4M9ZhZgr097VRlVlojcMV0XjutHgiUcMLeE23pCwP7Xwiqei186XWqfbKXAVjup0CB94BepqeWaeZdRs0ObtefU4LBuw6++ymrn7uDbrldT+in/6Ff6W3/cQ/0WXPf7ECzmeVwDwiABoGwXGBAsfURnCrCESCtkqmsTItE4jGsSvhpOZJKvYtjmUTm/SiV75JP/5zv6g3/aOf0cte+ya9HHjD2/6Rfvaf/gv919/4Lf3bf//LmpycUZbl6E5HeZ5TD8rhgfPM4HU6YfANjiYPUgbDKuoV7YNabeCvedXg8z+y+6C+euf92nt8qCte8DL99P/yH/QL/+G/6Sf++b/Xa/+nn9PL3vjjetHr3q7nvfZtev6r36rrXvJKbTn7wjZY1gQUB1jbHm2PlWs5FVpgl7VvvtJ3HnhK33vkaU1uO19v/ce/oJ/7t7+qt/+zf61XvuOndeMb36EXv+nHwf8O4O169dt/Uje9/u264ebX6iWvfbOuhp99+DwgwvlvFxxfGmgZvdmwdYO2nna6PKi7DgwGQ5nzFeeXo/8rS0vyXVBEZ3Jr2iBq6FnCScVIK/xpcKxrvKraL/cVISB3kycSnQJewq/A+DLPNMcuanFxQY7bzFTxqrHiHfFwsIqekdRAn0JHiYDiJzErqdQhErL9x1ckAs11L3iRnv+CF8q/Q5HQN09o/LQsos8JusvupK569nV6yS2v1fNfcouuev6Nes6NN+nZL3yZzr/sKk2u36xY9KAmytcQoNUcZGJZLR9q8I5JcjwAtM+hs2Gdft+4/gWsIDRqDO3LqMeEdcGbPCpnjZigQlFqtQq67oUvIXF9uSamZtTxxKLM1KX/VLdQEYN80rzsKBIQrZxSObmOE4hN2rR9O8nuBdp8+nm64joSg9e9WTe86k264Nkv0rozLpL6GzSIkzo+ynTnI7v0hW/dq5U4oVf8yE/qp//VL+uWH/0ZXXXjq3X6NS/S5sueq6tufqNe9Y6f042v+1FNbr9Ai+rr0GrQ4wcWtHex1sT283Xu1Tfosutv0bUvf72ufNnr9ayb36xzn/9KnfO8V+riF7+hrXt5+UvfqMtf8kZd/fK3UL5endMu1YGqryeO1bpv75Kmz79WZz/nZl3xkjfp/Oe/Wue/8HVtednL3qRrbvkRXXrDa3Xpi16jK1/6Bl33mrfr1T/5L/Rjv/if9Pqf+pd6/mt+TM959dv13Ne8Q1fe/Bbqb9PzsJcXvOEdev7r3qYXvB547Vt0wxvfpue+8g0qtpylfatJD+47pr2DpAuee6Oe9+o3g+dtuuj6m3TWc17EPK/SdS9/pa694eV67ktu1o2vep1e+urX6RZ8wUVXXKnQ6XICNpa/8qk88OPsKteBeqQaX1OTNLvsR5xgux64/3U7CTHKTOgtIRrlCeKGeFEzNi9ydLviWdP66Rr9qfEXiecjDJwp2vYx+u840CL6VvLL0GPXzRpF8lJ0WB4OVKA/UqMySJecfbouOGuLNk53NMPR2Gmb1unc07Zo/VRfge1ItBp9y0iacy0PVmQhKmRR/pdfWaKGqyObmZrpbj9tUy4JwnVKXOGUoOKHiMiLIgTz866E30tqBYK5m/MMqblAxX1EGTIcpoMHxh5K1S0Iegith4HXOJQawUcCS5nn8v6uVK5QLaBAYEfhGnlyUXEE1Zxo86nMmBFgyjUaqHDbUoovpq2ttj/MrC39RwhBhkKZmcz+j0Cjd2N8UoNy+voalNUbGakYAsEwa4NenpnyLBAgjfak4ImNpABEIMAHM2tRMowyACanQVy+5hgz7ultNPiHMjHOeSjWK+4DOGIQ/ZIi9SwaNJgK5zHji6KrHBg3huHW8i8Kbtx+ll7w4pfr5/75v9I//cVf0hvf8eN69vOuV+j0CK6ZLHY0qKOOLhBoWGeRRcIrM2OsNcHO190e3485Hq7Ai/NeGEXd8/jTKqY26+0//U/1Ez//L/WcF92kWZyO2KEkAlXIusoI/r3JWc1u2KT1QMgLVmRynA4N8zXwtJUna0wt+NqkIRnEAAcWYq7aooZV0tJI2nt4QXfc96gWoeFnCPL/y3/8L3rNO35SW8+9VJ3ZLWq6MxpYT+N8ShWBoLa+uutP0+lXPk/XvOhmnXXB5aw3aJyiBuBsYsGrkExHlxvd9dCTuv2O+3Tahc/SL/z7/6K3/5N/obM44YjsBJVNooMdDccBnpVK8K22Uk3sqWGdsTercnardh04rmMQWhl4x0kLq2Pl3Qmdc/6F6k9ManjCWbrM3ZE5VDi0JV4pLC3Ma0zA911UhqBz7CG0CiMZJard8k5cZR5VFlF5MBnji8zULTMVeWj1cBU8C7zn9f8B1uesSUaykJSBp8HhjoEmFAr9WR3hBOUr370HfnX1yjf8iH7+X/wr/eK/+jd68UtfpumpSSV0oXG7q8Yakxw53lrSFVddo1e94S0Ejdfrxptfo5e98vV6yStfqzf+2E/q6ue+QP2pKblTH5OoCgU+Kd8QowyZhpApRvhphk4LCBIaUpNMkEao8To6URut0G2sOZA0h7KD/EydiWktV6Zv371DNfK5hmQuZR0liwpgKotcvW5HOXxEGbW2W+6rM7NJ05tP080Eu//667+pt//ET0P763TJNc/j2Wb5rryJXeyjo8Uq065D8/rWPQ+hV1391C/8kv7lL/+6riNBXXf6+aqLKR1daXTg2LKGTamxOqpJWM68+Fqdd/l16sxu4xVJ3vYpOEW44rob9fyXv1rPZvyVL7iJAExSQfncm16vF5CUP+clr9KzX/pqPev6l+ual71a17z4Fp1/9XNVMc9ekr1jg0bPMNdOaJraerYufs4LdeULb9Zlz3+pzrvyBZQv0SXPvkHbL7xS51/1XF187QvaP2R2+kXP0rUveplufNUb9GwSwCuuf4me8+JX6Nk3voI+LyQpf6kue+6NOv+Ka3XBVc/R+Vc+R5dc/XxNbTxNO/cdaX/TYW5QadeBY9p3bEUTm07XRdB1FXiuveEmXc7Ya0kmr3nhS3Utyd11N7xU193wYl1/y2tUckK699ARHTo2J/8y6xB98O9TeJAf4/sTjtqhwRfU6PIIPVu7xxegKxE/F2OUGb4DrWhUq/UZ9Hdd9nENvgRVIVlAM9GVCp11/DRz+tmIroCppqEm0jt+pm3bIj4vyzINWN9oOJawKX8+0cm0iZOI87Zv02XnnqMrLjhP552xXVN9dApb6mRBmQRdScnpYpJkUuJZgtaKCSo2aHknn0z+HkhytdSpcJ0yhJxkBgwPFmKkNG8LMDALUZk7CGcvDqyBwWaGozBZMGUILs+jiixTlAm+K1DmKEARo2I0CYH/g5I0ApXMggReF1ICT4iMNpOZiR/yCzrk83mJHNtxyQfz0BjvQFVmpgCdDuIiHeLn2sfHes3M5P+83uICz8ln3mZmitDQroeyyLJ2Tb6GjLVEaDQzBQfuHZfXzWiLgflp8XqILZ1qZ/O2gPPWP6xDYmZxj5FQN/M+phgCuAO8ji0E5g9ZyTF7psPzZMnsMG/Eaf0spxA/8TP/VDe96o269Kpna2Ldeq3yfnFuaVWHjh5XndxATQPaHPzvDIz9iB3ZtTtaDzoKqlIgcJYaWq49BPTHOR3wVyU/+89/iR35jZx0bpGKvp7au19/9fFP6Vd/7b/pV/7rb+hP/vwv9I1vf0fH5xcxN2uNfW5+gbIBasANPbE+YI3RMnOapLxkfYW19C4Nxlqtgw4cX9KOfYd17fUv0y/+u/+sG256tTZuP1vfv+dh/e+/9279+1/5Df3lBz+mnXsPaaRcI4J6Q4IzbHKJct1ZF+jiq67DSW7TsM7kfY4vV1qm/h1wPLHnqG5+/Y/wCuhndM7FV8oIDPOrjb51x736X3/5v+rHfuJnWvjpn/2n+o3f/F3devvXdeDovPx/cB0p05gEYnF5qLnFAXQn2msdX1xRtz+t8y64SGW32+6WBoOBEo7GHVuFc23Q+cHqgGA9kEjiyNAVDZbmJKzIVooydMVkcqcZTCqwo36nVIFNGc7Tx3i9yDLl6OQQfAvzC1rhtcraqUjN6IbxlRrsMmSF6pi3PJhbrfXMgRWtVFHTnCxs2HqaNm7drk6vL3ewg5UVdoEjuQ1UBAD5ZUHKSuUcbadQSHmPz5S6kzNaWRnowMFDWlhZbeXeGASjsxnJW2AdLuqGwGFmCiGTX8aiAn287nNUrns8j2VHebcH/o4q5qlCLpU9RY7bV63kuH29uhu3EESvJ7Gb1NIYHpFUxKJUXhStjtUpIIdV3fPQE5ojIL/iTT+qt/zYT5FQvF6XkxTNbNqCbWxseTFIuUbgHZMUL4ySHtu1V7v3H9WzX/Bi/dN/+W/10le+ThtPO0fj2NU8fPPvSvSn1qvgpOfY4ioyl8aMH1mubWeep6w3pbmVkY7xWu5zt35d/+E//5re/1cf13ESeMNmBE/ybl8xL9TtTagzOa3JmXWawlYPHTysT37qU/q1X/s1ffivPqynntrR/vG8ubnjeviRJ/S/kvT+0r/9d/omNibnY8wpcqFO6vZ7Kkmm7rn3Hv32b/+W/s2/+df6y7/8Cz25c4cUpLwolDNn0ekoKzoqip5yNgHTvBqM0L939z79xZ//pf7zf/pVfReIxfEAABAASURBVPZvPqsnH9uhIweOqMIWH77/Ef3ar/5v+pX/9Gv67Gc+pwX0PYtdjZuoVRK80JmEB7kOzy3rIx/7hP7gXX+k73zvLi2tDlU3+AH0b4SP8cShpqy5r9Bhv29tQ6YQowLyL7KsLYUnbFD+GvtogEQ9oUgV9RpdckC7VYHPzDSqGw19s0pZA953DRyT1NRJoJTrXMIPjsHDtOh8TwV8K4pcnSLTVK/U6ds2afvWTZymdzVFMjEz2VMnD5wa14xP2EXdQoNN0yjQAaYaGqu6tmCxMxyNixtv9Bl0SlzhlKDih4gYDMjD6jqk5AxNMjOeJsFZGf9aAaMoNMgdWIK56URfOhIUjUdJeYitwuQ5isO4VZzXkGMnUfdxfqzFDNyazHAW4PB2ZmrvzUx+JazI8bvSgVjyZvq2bTwTl5k3UuGhC73tx63j8n4tyO9oPPHxIUb/9hZ8vj6vGz9cGWMIrOUEYAQxBJmZQjBFvwfknVsw2oNOXiFGmQX4U+P4XCkT9UZ1xT28azAy79uSD1kWGOu4GZfAH2L4wRy+CxxhJEvsiHft2a+vfPPb+sgnPq3Pf+mr2vXMPvm74wU/fsfZ+/8Quby6oob1JPB56QY1wgAdj2fWjbfLMIrAfiCT/zGXJ3fv1+H5Vb2ZHejr3vx2nXn+JaoI2vPgve0rX9fv/u4f6A/f/Sc4v0/oQx/6CPV361d+5b/oj/7oj7Tr6aflcxg4R+zSKwKp81vcO08Ti/R7lsmcSSN4QHxWirnGBOt9BO49h+d0w8teqZ/++V/U+ZdeqT7v7L/xnTv1W7/9u3r/Bz6kj3z0Y8z5R/qzP3uPHnzoUSSZse5ah9nZzS0MNBpHzW49S2ddeLkMp+eBY5VkYu/RJflR/0s42n0pO7jNp5/TJgTzJF533n2v/hh8n/7M3+rr3/yWvvb1b+iLt35Z733fB/Vrv/4bzPkJgsOyRmyjV3C2nkDMLw80gPjVYQOeWv3pGW3bfroKnHhJoKtxXp6wmZlclxvWPoYnvv4YkDGy9z7iCiFK6IjM2tL5Iy5v75SFCndslgQm5TEoc8giyc1QS8tLJARD5sDxMb7AxlKLu5YUZLFQyIs1R48u3Hv/g3rfBz6od//Jn+g97/1Lfevb35b/RseQU4nl5WWtcOohuJrnuTwx/Oxn/7bl97v+8N36oz/5I737j96td77rXXrnO/9A37/rLo57V6FL+NikyBpCCNCS5KXM2rY8ZoohCKerzIMH9SzLJcuUkzhsJLnZdub5mt1yuvrrNqu/fqs6HvRIKDaTID6XHfyv/867dNbFV2hguVp9gZ+yiFqZUojIoNLi6kjHOYm54+5HSXr/Rt/63vd18NBRpinUMJc/rxVVg6NBp2vAE9nN284gifwp/eOf/TldfuU16nIqMoJ9q8NaOaetAfordPX43DzzRcW8BB9zM//M+o3qT86wjq5y5L7IKdR37rhLf/6e97V8HpDIJwtqJJ4X6L21yVhFAKRJd9/9fX3yE59q/0fZA3uf4ZXYcS3MHdPK0oL8teTOJx/V175yu37zN39TX/3q11Qj2xUSSacnR9ZfuvUL+uM/frdu+/IXdded39UH3v9evftd79R999ytIsvkcsAtq/IFCTqSqRo3aqqkT378k7r1C1/Ujkcf09yRw0r45NqP9HktYc1Y/jd3bv0C+LH39773/dgWfqsxhaxQBf99E/Eu7P4D7/+gntr1NLozRCfHLY1OpyeUiXU20Fzj5ypswk8UPKmIMSiGoGDID71swJecUPqKekPpIHSxrms5+PhE3wq/wsLU0M/nqWkbM4+XFeUPgDkT482Mvo1CjK3+zc8t6OCBQ5rkZK7Evnq9jrzscjI2Tdskr+yzzFDfpBgNEhoAhZBaPD4vVQVs0OkZsy78a2c0GueLi9cwwJ/+Pw/h/3kS/o8UhGD8Q+wIBQ4rBJQAcEG5kjStEnCHcBuUwLnpTK7JIkMwDDCRUbqS1eqwe+v3u6qqkUbskvvc5ziuIEYxvj3NYJ72HiWh1Z+0sEZZagXq+Hm81sRPd6D/hzY6NOBMPNcJDGt9aOEjLqaSP/J5dPLyZ4D3FR3M/uHpybVbgELazdZ44e0sVOiuks/J3D7eIcYoM1szCHjibQ5uCA3KX5MgoK4+VNh629dJMVvjnZm1bT5ngJ8+rsLAjnD6cM+9D+pzX7iVwPABfeBDH9bTzzyDQVfwKMmTtixmMpDVHC+6MfpYi7kqWkc4hjrkcqgs00hRvvsacErwprf9mF752jdqduNW3hmOVEHjXXfepff95V+2f9xrz+5dWl1eaJ3fHpKIe75/l/76E5/QJz76UdqXmL/SGPk2HKGbmVr+GM6MeRsW2Yg6c46bwCmCtDKW/HfBjy0O2/f1P/5TP6f1m7eTnCQdOXJcn8Dx3X/vva2THS7Oay+7uM9/5m/0xb/7W+3euUvD4VgZzjyyA1vmSHMcOzr9vMvUX7eNXeaE5oZJT+w+oPMvu0Yv5L3vJgJYxClaCPIvCu966ik9eP+9nB6sititLo46VYN2fQ/e/4A+8L7362tf+4aOHD3a7ojcoY9waqs46eXBqKXTd54zs7NK2EPB+AjjHbfvxkYj+ozH0DkUzBFiVMLZjUduF0kKkYBjgs3ogIkWrV2pdYB5jPIkIsLL3HHHoDzLwNG0OEfgqdCl0XikAUEhoX+BvquckriudHu9Vh8wNflvXn3hi7frQx/+K/3Jn/ypvnTrl1jXMRk0OB11k5gf+VD6r6R+6pOfIHn7U32QQPWh979Pf/kX79MH3/tB3f7Fz2v+2CESiUqJAOTrqtHLGjqEnMVllMGCYDN3fFiYUfjH5xmz4CkSxqufcz0nCW/STa95i17+mrfqZt7v3/Tat+kVb/xR3fKmt+v5L+a4/ZrnIOO+PAn1gNTga2qgYa0QL+Ij/DMZvNp/8KD++q8/q3f+wR/qv/1vv6nPf/HWVm5DkumQlfKEwBNzC5m2bNmuV7ziVbrppps1MzOtxx9/TF/4wuf015/6pL7w+c/poQfu13h1WR5gJ3sddcpMMF4lu1tfm//tge3btmp2elolylNkQfV4ILeR2790q+74zncYm+BB1iYSHvSc160OkWxAsdw+A0ypCUyD5RWNkVuNTKNJ3SJqwAnUgw8+qM8T/BM8NUXlRaFd6P7nP/c5Pf7YI+jxsJWDf+n3K7ffRrLwMbleR4tOrsqyVDWu5SdZITKbJdXIrUbPJ3q5ilhrtDrP3PPQu0oyUqvk9HA8WtWOJx/XrV/6oo4cO6K8zFvdE3z/4he/oO999w4tLyyymy8UzORr8PU4JHRI7WVqkLWD0x/huxRUIb/Ec9cbx+f9jftwQmEStpSY56SsXbdc5s5DWVAy82HyafxZRdI3hoduDw5D/ELNvBHFT94f3vX6E5rgNV3EfiYmpzQ5M6Os0yHJNBn9spJ1ZJly/EleFNhlakGMNTPW0TBnw53gWaZAW4JO9DAHYKxOmeuUIsa5Ei1NHD9+vDMcjQLMkpnJldGCwdSkhEIISAhdQPDnKINJKEvdOrehf0mM4JIjrHXr12nDpk2amp5Sv9/XDMKcnpzESEtFY/mOQ6YsRCAoUAfVDz48busn52tv6ONK6W0tCLro6Ero92amEExmph++zLh3kDnpYpjM7IeA+dt7qKD0sY7PSwezH+4LDhqZGVwNNcGWhnpSsHDinqdOF8Dnv2tDH7kHhy9ElNwJ/IxQW5raK9GxYifpTmui1wW3tc5mz55n9O3vfkd3ff/7dLcW3EjXc6TaJWlz2Q0INK2xYX3DWhqloHGKJBdRw2TyVyRZOaEbX3azXvP6N2t6doPmcBRzx+d09PAh/S0B/IF7v4/TWVAPJ9fNTB2c56QfHeKc9u5+Wnd/7472/6cwgqXQC4PqwDrMecAcDVCfBEWMOGpEUnF4YUVHFwe68PKr9UaSmW1nnqtQdhWLUgcOHNSdOC0jGZssM/Vz07p+rpWjB/XN27+k+++5S9GkGHMts0NdIDvhjYQmN23X2ZdcpWWOaI+tVOAf6tnPv0Gnn3Wuco5/nZd5MPXBOdUtNMsx53SvkNenOrl6OeuLSbMkwLt37tTHP/oR7duzp3UoMS8kdHSIA/P/zdWDXMGriUl2N40HVARcoO+JALu8uCRPKiqSOt+duV4aymaSGuRZNwlbSRozzus0t5+G9hr8MQRlMbZOHDYrhsB6AdqMeg1fXK414z1IHZ9f0IjkxW3TfxV0wI4zIqcxNjg90VW3jKpGKzp+5JB2P/2U/P+lqQi0BTvxbn9SBXzPnHZ0MSC7w4cO6MjBfcj1mJbmDmtl7iA72Xn1sqQc7UkEnISNJ+hokLlksCaqrcOHxFqdFrGexL2XZlFmGfaRKUfntmw/R+de9Cydd8nVuuDy63Txs56vi664ThdcdrXOOv/iNrH1gODrHLOOBl4yA4GvFkhIeJs20aiYo49dbNowy7MxAfUJEqZb9Z73vFdz8/MqkLvzOOOEAQIYauqRbK2bndbTO5/Uh9//Pv3+7/zvetfv/o7+7I//UH/2J3+o3/7N39Bffej9rP2oemUu/9Jr4ti7JnCBoJXLtq3bNE2QMkl5DC2IZHrXUzv1+b/7e62QJNTIcgxUJKKG7mQktDHmOuusc3Ta9u3t90B8Q5VO2E6Abxn8z5FznuWQG1Qim263T90I3LW+9OUv6eGHH6I+Up4zbzAVJJxLC/P69re+pdtvv13z6MMqp2krGMWIJIXB8GqskuTo2muvZu4t6nUyZaFRRJ651dTrln8B/eygLzGaXIfKTqmCgFugH8ePHtHn/vaz6NGR9svDHdqcXkF/g/4ZsojQ77obQxDLkfNezOKnU0lCFRoZZbtmL9GPBkjM2wI42nsGN+iWQw3/fKxDUydwqgWGiS7UE6W3N/KxDjV26HNu3LRJF150oa665mpddPHFOu3MM9QlqZhYt0HFxITqGDVkTv/7Ow00W8wkC8xuMsosRMlpo4/XS/xA9HYgyMQ8plPoCqcQLS0pV1x56fpgYTIGiyHAK6QWYaoryUnGJtocXNju8HwgjMXIK3a3qzjKsbIi1wxGu379Os2um9X6DRu0aeMmbVi/vi098PV7fWUIxhWRlFBG4HFcjjshUq01elML3sbUchDCFJe1JCYXLO2ucpKZAQHw0rR2nXjmNyBwXGIOM1MIa30D67UQTtwHgaAFuuv//XKldfBnTq8/b1C6xjUcvHVbijVJDY5fXGaOUzx1g0goPyUIkqxtS9DiONXer9FtOCnVQ5UEusluzru+UpMEwm6Ztf+d9Y7HHwdhoxKjn5ycwFl24YMUcFzukAfsUFbYFY2FOw4FCUXgfWjSPA5ncTDWxZdfqde87o0qkYX/UZcxjiEjGD35+KN6+P572KktapJgO4GT4cNOPrQBKg9SxMkOV5aQoanMM5xqxDEF6JEaeIHtt8buTh+fIN8hrlaJ99E18w91dF3jAAAQAElEQVTboPGGt/6ozjjnAqEw6nQnlJNQ+P9dsjQ/py50TOSmrlWaJJg5PPPEw+0fNZo/fkQjdnUDdiR52VdluQZ11ObTz8VJdHVoblWxO61zeH3T7U8poMMNASGxkyxwpOefuV0vePbV2r5xVusnO/J5pggeM/C4y5x9FvvAPffqCfjbJgcEYHfOY0oPEixPOQGihN6Ew/HkAfGx7kZjTifcCY7hfUVAcXn6/JFdkFmQj3WVqKk4JJ1sS9hQLUMHY4zgj8jStUNcXpoCz2oYO2YtNTrm+uIBa4VXiku8vhiws14BxqyzHq+qj+ymeoVmSMiKzGQmrkY+R9npaXJ6VtMzs+qQXJTY7BQ6tGHdtDZMT2jzuiltnp3Q9g19nb5pQqdtnFKbVKSxjJ2uB1q55kJThQNP6HJwGzJvTfxo2EHX7ZpSY6w7MG8hWakq5ehiqSb0pXxKDVCHrmrh0F1XWVuMAfup5AlMxnF8IikybAFuCeSA2vWURaZ1U11tmOlQduTJzMMPP6xjnC4VyCfCyxgzgmhHbJja1wu38drgPbzO+asPvl/f/OqX9eiDyPrhB/QY5ddv/7Le/7736ctf+rJGwxFzBMWsaOlvBE3gmoJvPfRKFiEiKssLxZhrnoT8ru/frd27n4EOqdvpI8dSMRbK87KV31lnnq0Lzj+/PeGIZgrwLYdvHqCLLJPB025ZtgnLjS+6scWTmqSnORn8xte/ziunFRWsKWNMFk2RMkickDyjr97+FT1Doh9CBE9Qr9tXgK4RPiCGTFde8Syde/Y57dwlc3WLXN2ikNfdhos8U7SAPnR04YUXa/tpZ7CGnnrQ8/07vqs9JNoRu+/A8zKnXx6Vh6CMdXiZgzPPcmiKEhQ43YkyMLfow8ebW0gJ/WBdDbpToc/uJxO8SBiHydSgAw41NmS2dj+mXjOmpo/jbeSaYGIY/aX2Oc/6/Qlt2bpFZ519ts6/4AJdcumlOve883T6mWdpdvNWTazf0EJ/3Tp1pqYV0P8GnjkI+SoEhQhQehiKzF+wro7rE/VAe93UQ8OlTk5OJp0il+vBKULKGhlbN2+exDFxQjEOsiAFU8vYGCWEnFB2F2KFsEcoQdUqQ60Bu+gxOxaLQWW3QxIxo8mpSZWdUhljizzXLMeLnpmfddZZOgvYtGlze2oRs0w+VyPmYw755RpCaQ5mtBo1lId2VzrREhCqLJxQpkbuXL3NjL4AP30Az6E6edXLtqL28j6+PvD4uBhCSwFN8vsQIrO0WBjcjmD1qZ0nsf7U3vlP0U9c0HCivSIRgFTmlmr45MbimMz4CfgRnoPzEoraftZWGvFYWuvGvDWBm91FNHWAMko9jL7MqLAzcKeeU++zS1u/Yb0ixjAkoDkq4o5GGOCIaD5OxsmAkY0HLQ1qHZ1f0dS6jXrpTbdoI7utJd7RugzNjKkbPXT/vRrxiqNjtaaY1BOKyW6uXhEVWVvO9CV0+NzdTkclDrXEMUV4Blvk+lHDCz5ywMahJbWvO1ZHjXqTs3rO816oZ139HKWQE3Qk//O4Hryf4Di3yExdHFa/k2uaBKpP3WkYkcDsevIJHeCEBnbg7LpyZ97i4PSl7E+TsEjHF1dV9ifV6U2oZvLBYLXdaTq//Dcuzti+Va955c26+aUv0cUXnKutmzdo4+yUZqcm1MmC/OQijUf69te/xinFbi0szJHAnTx5qORXhe6vrCzLE5vh6kr7fJWj6pb3LNrrY3aIRueIDWQ4dgtRZqYQvQyt3JNM+Mi15AuhmQWFLFPMcgXvC5j4Z/Q0yZ3v0O2N5K9mbc5nf9Xh34cY82pxeXFBS/PH1XCKEEOjgm0wIlTGeKpKTBZjUIFzzIGCXXBJwOiiQ13sdd3MpPyb8J5obZjsapZkZP1kqcluhg4mlcgmWAMdY41JsHwz4eB2aRL8rngtM2hheXmxDbIu29XVIX5irL37DuqO792jL37pK/rCrV/Rl277um697Rv68le/yanbnXrgoYfa73gIfzJeXdJoZQGkQ5KTEbTX2AQ2gnEFAlKGsmV4/FyVutDVL3OVRQa30LXBsE3mM+c1fUU/EOn40cME3i/rG1+5XUf37+PUpdEE4/pFZH3W8mk3wfvTn/2sVuFzXnSUsB9DJgF+JeSYkyhEr1tUiMiKNqPewNsDhw7py1++reVNzhjntwdJB9eHaV6VPOvKq3T6GWeoA7/LPFeGPHKgU0B/XiiC87JLLtVV9GMR6G6lL9/6RR3Yu4cAbupie50sqqSM8MD7+K8OP/zQg6ztdo041Smhr8ihnWQuz0vWoNbWr7r6Gp15+pmaZqde5j5fpg5lt+xgTx2ZRXz1Or3g+ddrbXzSkQP7devn/laBRHJ2oqcuNpKjT6XTnEflGGMMphiCXLcCpcn/cW9ADNxJRt15RE2uuw1y8fsGe5FfKamto/OuT67b7kvMjCUm+b0vxPsk+tfwu8IGBvjYVZK/FXSsxobWr9+o0047TadvP03btm5tk7OMNU5zMnHmeRdodtNW9WbWqTM1q/7Mek1v2Kze9DoF51fIZS5PZBCCczdhhwFewKsiJwEUiW5SNVhZDOM0+OpXv+qk6FS4wqlAxA/RYCvDYfbMvn1hfnlJyalDAZJMBmMbSj+mrRgwRAFWCVb+F+OG7BJdqFmWqdfvkST01Ol2JRTMHY7/Jb6VpRU19F83O6uzzjxTF150kc446wyt37JZE2SJSEtVwMEaAkxCYCa3E2POaP5T7b238Vg0SzGooQFb5ydNjA8xyqDVnHiUzVBQB1dOBzEC1ZSZJOhrfH3c8FFQaoFCgQYfRyELJv+tkYaxUmr/tXUIMdA4uNMI0FPDl4Y5xzj7EeB8qVl3hYHXHNsKmpwOTybQezkIuhPJgWFcTAXG1M7pRHrfYKYuitwrMpVMVgaTQ6R/SXufo7s8L3AGPeU4DlPQmEA2ZAc/JChWBL4hO5RlDG5p3Ojw4lCDJte1112vK668RgvIZgitQ4KRB6ohjviJRx9RgN6pTqZJotFkGTRJvYvT7rDOElkH6CqYlyXjHOBdyCgbjdmZ10DDuhvWWwNj6iPasH0JYz3nvAt140tepqzskGhUWlhY0CpJzRg+zR3jqLlbyh3v1NQ0r8ww9qkZBfp2+n0C1VAH9u/TAkHzGMHhEA587959uv+hh3XXPffpCY6dh6xnzNrn6bO0NK+5ueNa5Bh6EYdzfHFZFfpx7vkX6RWveq1e98a36qU3v0IXXHSxZtHPjSRmkxM9TU+U+v73vqdPfvQTevLRR9sgPeJ1QiLQ1cDy0pKOHD6sJXaly+Ccm1vQKslcE609qRsMV1Q3I8Roch4ZjiqLpVAgnFKtjOjOEwm9MjOag8Z1gjaT4GUGb4MF+ZMS2echKNJPyN2DU+N9Cehj1lp50ogO1TB4SFJzeP8BeT8f62PyYCqzQLA0+WURbac69vE44wTezGUKLR369TtBM71M6ydzTVNfN9lRr4wq86g8zyXoGiLP1cEI+blNRGRfs95aY/AdPXZM/r0G/9PGe/bt0T7kdQxZzC8t6MGHHtBHPvZXetc7f1/vfOfv6Z1/8Hv6Q+p/+Ifv0tqXP9+pD/LK4b4H7pHLbpGkZIQON/DEv2hZ88qsQp9S1ShiawVrK2JUxprMWDacpFmNj2F9DVDBI09WK2gbDAdaXJyHrzWJU6GCQZ5sdfKoDFyg4Zn0+BM7OOU4oiEyHzGmYs4mmTAhTlKkCvzescgzOX9dnkUWNCDp/dznPq/HdzypFWxwYX5OK6x7QHK0vLLY6sY5BLVzL7hIU7PrVJKQR4Ol0F0WecvfTren177+9ZplE5ZD12Mk2bdxYmLYaAe96QI9BvV9bui3JiGbTG47t37x83rwwfvV+izwClkV2I7FQlmnpyuvfY4uvuwybdi4UZ0ObeApSE4K5g4xqmTuCy+8VDe86Ea5HQ85/fr8331ajyO3fhE01SvwP4JvjfKYVOATnMYI75z74grUQ6SCPvmpUAjUEUqCfzXG4GVy5jkYRFqU39esI0Fvwj7xKOhWTbvUMC4lyRgbvT83qDqbJDYiw0pHl1Z1BD+2gk74GqfxF+uBDcAUpzQVvm/u+LwYjl/ZoK3bz8KvbFd3YloiiYicck7MbiKx2KZOf1YWuwqxQ1korBGvGINcPoETmpJ1LR09vLJ67OhQkAecEp9wSlDxD0RYCsEqmOUOJ0ScBIJzYQaMOSFUf4fs75sGGNMAhzJyp8amoWCX08PZl2UuQ5nGBKMRQW2Aw1lZXtXS4pLm5+blv0bXp9+27dt09vnn6TSOpGa3blJv4wY1WYaxJiVXpgaiGlPgnzFvcPC6K6DWJIh+qcKJ0k0OTjOTyyyjh5Sg0RUwmLX3XsRgspDow/MkQb78tx8MPFGNgvGc3gY0OG4K+XqYXqm94QcPPdCrSeAxBZ4kNDWH/iS/kvyUYMUDJA5sTGBbxqH4e87hcLV1vJKdmFtSMPn4BA2ZmbiRGW2OLARleYHhZiqRxyQ7yT4OvYymPDNlOIK15C2wK6lVY1ANdFXMuwZj2gB4sYonPM6rjsMLq5pcv1XX3/gydTkaHGJsvsNd5Mh8mZ220+LfocjYhU54ElGIHVxQN0vq5qZeJ1eUINMJNAJIreWVgUauDzhvx+dHxR6sTtLgbc6T4ahWtzepiy+5RBddcrFiiBqRkDqvO6ytUxTyYD09M4PD26Q+R8t9dhAbtp+pC591jV56yytJhK6jT6MH77tXX8Z5fvELf6+Pf+yj+t3fe6d+/13v1hM7npC/gjhOYrJv79Otk/X1LbB2P5k5cGxBew8f06H5ZXWm1+v6F9+kN7zlR/XK171Z17ErO+ecc7Vp00Zt5nVIxcnGZz7113qMnd9osCxxOhMsydCVFQKHJxSLvLNeIqFYJVlxfSIp19zyvMb1QHkRVfA6agzv69oUY8FYQzfHCoQlcx1D7gF5WshUIbtxBf6YK8tLhRiYs2lln6EnBfd5jDJDTyxQngCeNeihJxY1yePOJ55sxwX6ZXmmHJ3JQ8ac3ty0O+8l5L1CkrW6sqoVaHdZCWeZsb7Jbk4CIU11o6a7mab6Ba9PCpLWUq5vFjOcfaPhOGlcGXTLzUGJ+cR15Ogx7TtwUIcpDx0+pEMkfvO853f9P3zkoB5+6F7dd++depik4aH7v68H7vme7vret/QVXjd84uMf1+/97u/oPX/+p3qGZGSJYD7AHww5gRpbrgb7NlYSJRKzpAjPshDgRWR+SupNShqyriHJ1RK+x09vRiR7QxLWChnKpGBShN4cyMBljJGS3LY9WVhcWOI1wm4dPXQQ/7Wghbk5HSMxXVha1iJBdkiSwlTKIaSI2AbBtgRRBb1PPrmD05cv6fCRY2tj54/p8OED7X9odujIUSX4t51XD+s4fg/4jQjkIIIU+Jh09nnn66ZbXoG+WJvQfOYzf0PyelAFvmsiD5waZppkvl4WVMTYriOiJtcvggAAEABJREFUDzV+96mnntBtt9+qYTWURVNR5K38GxZd4yg3cCJ56bOu1NbTtrcbwAz9yIpMGTpS4ccmSOKf/8IX6rTTz1DG+IXjR/XZT31CoR6yqciFOqjMEn4gY24JN6QC2jNAliT8RqTRDG7yqspO6HlCTg4GHfSSQa8pSA7UK567/Yh6Td3pdR8SswKZCMkI86v4gaYnk69laVDp0MKyDi6saBG7SUVX3clpTUxM4rO6KoklFfFnZX6R5PCojh07jjxWlWV9rd+wVVu2n6HJ2fUa1uLktlHWmdbsBvgysR6ySmXYYFGUzN0oYnvBAT0pUmVH9+2xnY/eB/2nziecOqS0lCRhHImqG6SXAYtxAxuRHIwJUmOy9AH14bhC8aWY5TiYHqcSfZmZPJjVddPuUscEmDHOzQPGEIe1hCHOYZRzJBYjxm/jOOq8Cy7Ulm2nadtpp2uC3SE+VyQ1qKCETrWK1JbQBHrJ1F4JR1zXtRwS8yUMwTu3ZSOvtj+gSO4ofNgPgIUllEItQslpTjh1Q23MTAHgox/058bMZCbAJO/HT3kV4iLPAm3e5AboPPOdvh95+67IS//rhscxTC8baA0xYhBibodGDeuBUDU4u5N0qMVpMjOFaCqyDEOOlEHcKgTv2XCMPGx3Qos4zjl2yUsEt8HqqD0mrZGXywwWtU7fd+f+R2i2nb5dZ51zHg5lssXPDz7G/LXm5o5peXFRGfg77mxwYu4riiwoi8wdAMrAc1+LJwoesJdxsg2GDns1REf8uHiI0x0h67HLCrmMCawzJAhn8sqrhg9DHLy4OmWHn5KFwI/I6dXZOhOHezYnGZddebVuefXr9NP/5Of1sz/387r+hTdohWD4ta99TZ/4xMf0p3/8R3rf+96r23l/fN/9D6J745Y3CziRJx57TC3PkfcqJy8LOJcleDPfJheLOgK/jhE4Jjn+fOlNN+sNb/4RvfhlL9dzn/s8nXPuOdq+faPOOG2WQJq1DsVF4rpjZlpaWtTevXs1d/w4PJvXErgX4H37txrYVS+SRJYkE/1ez4fJkyqWrBiCPCkRMk80OL+8Q0QnzFwGSVkW2zWcLL2vCPbeJ9BnCVn7+mo8sMugRn+9HLGDXYU3j7NuP6XK0JkIBPM5jXkdf6Nl+hw9eoQgd0hHKOfn5zghWsVhj6FPyiAoY56C4OVQQk9ZoH9FwS6tVIGjNUWSiYZEckwCh3Dp7/NIgfaKNoCTnAbeN6y1pu6JXkqVUCV1SLa6ZaZ+mcvLTh5py5UTKD0R+NvP/J38ewy+KWk8MKSkCj2SCRqNopbqEWwZSzwz1piYO8nUQP8qCf3Ro0d1hBOs45yYzM/P6zgJwTxrdbukizL0uAXGRgdkY2byE8QRrzv8C45+AnZg337tP3BARw4f4XXMcS1wKjVCt31e0hiSivSD4ApK+Su2W794qx579HF041h7orbnmWd0iBOt/SRae4H+5Iw2btkmfzVXcHJgMcdGwcP7/Oc9/4XspGdVIc8dTzyqb33ja+rAf4cce+yT6PeLXN0cfgVjxanlCVXNseZvfuMbeuTRh7VMQpVabkiu/wM2Dynk8mP/M7CvyZlZ5Z2OQk7QDoENnQioG3Tts69FHwjSnOR842u365ldT6kIjfrdAh8UeEViKjJTHg0eJrk+wzb0NkBHkNdNoq61Z/i1hmTHX1M5jcIhNehDQi+MfkIYa6XwQQ36M1ZNvDE6Z66/lJ7wDoknQ3xabUF+On7w6JwOHZvXWNBEItGdnFTOxiSwlobN1ZATohWS5kX/X0Q5BZ1HB46S5PpvPrk99nktupX4s2HzlpY/e3kdt8qJR5+Ti97ElMpOV7HIFKDBFzWCJoWgZjS2pbn5/Mix46El/xT5cUoR4zyJ/gNwhXChhBhQ6kouiCNHjmgBoXiApIs6KKKfNpQI0GRuWzQbCuFKkVCIRn5kNkYJBjjzIQa6jHAPHTqsZY6nxuxWT9t2hq647CpNsGvdQrY+u4GTClceMI1QthGOkhil2usI03gWEKjPhw4KHRf2hWuzNfDO/gAHI66G0h1tC15voVEDPtHP2ysUu8ZRJfqbgRmguvahHlhbBAJ1CoaltojcG73M6TGUDCMJbVmzm8F5HT/OjuQYDmVOHgCWSKh8/WPWkZwOXxs0eGBNDTjB5/QI7L7GxDNQC5QKTOT1QMWoe/JhIWjErmv37t3as2ev9nHsv3//foLEYR0nE1/A6fkfIxpwSuSGMMYQFwmkDZzauvU0HNaMSk6W1vHKqWH9Yr48z5AjDkLCUQSFaDiFoBijIkHFwWhTkBxauXACMyAxWOH0pQFHw9r8fgBtPu8IvlQETudxTX1mekYTnIzseWaPjrBbWya4rbKr8zFDeHPxpZfp5S+/WW9861v1s//kf9ZP/dTP6vobXoRbNH3tG9/Un73nz/Vbv/O/673vf6/uv/8BHT1yGNIrrZvpacumaXZOHcUQlMOru753l/xX7eadHySyy8jAedYg/8B6RL8ldrJHjiEjEoLN27frtW94k972jh9rd4iXXna5ZtetV4gZdtBIMD+hY54sH+cIdefOXcKpaBG8zus5EuZFkjH/f21cBsGC+hMTynH8LmeGy2Vr4oIGl7HXA7QWBIgIXyuCZICPQiYJvjlE5OI0dDmOzsA1h2Pcx3vteexxRJBYYQ0D7AvhqUav9u3bC6lg9g8AybIQFMzk+NyGndZjnOIcxa49UM5D+wAHnCHrDAeaU+aUP7hnXqfR7b0synYd7vQrEkZ39g3JTfJlQbu/YhgTcBt0jluCPkECHVnlBGwMnUGmFn8wZCVFS4p09IDpQTLSvkri96Vbb0evD0Kz1KA7NbxRInxwjppzKlAQ1CBTrT3IsTpwayKxHLX+6jjrcn75+nzN7svcF4n5fJ4MvsQQoGMNzEx5lrfra7BL15eVlWVwzbPDPaZDJCjHSFD8VzuFfAK05lkkwAJ5YF0mQwaPPfKwvvXNb+rJJ5/UU+jJvn0H9Mwze7Xz6d3atXsPwX6g3uSUOgSu2jLhDjUg4e5Nzuja51wn9xeL0P6pT3xc8yT5JVlYm+BHY6U19CbmDOoUOQlZQaDPuM9YVtLTzPeZT39G8/ig44DL2E8RV9EVt4Fub0Kbt5+uCZL7FIo2kRgSgEteVZ/L6Yh/v8N5dQh/8uEPfgDeV5qenFCXBLnIowr0EdYLklQyf44Q0CwFeBeCkC7yxDF7exYMmhqJpIIf9HEtqdTgd5O3kSjL+cioGAKyrrG1EUnFSGtXwhRqDUZjDTlhqazQ4mqlfYeQBQkF+1Z1en02RxMqSQDyvJCZMX5MkrAKH5fYVCzK5X6MhPI4vmCRpNL/jP0Kry2dvG3btuqyyy/V5PSEnnzqSR0mKdu2bZu2bN2iDjaXs+EZwR8L8NcyWQiGLof5+QUWt0blqfAT1p8KZPwQDa4YcDiE0AqlwaDcyRwgO/dvGbuzNDN2bF2OrnvKcDJmhsCTTEHipwFrZZAZCpISClLzumMMjDD0CuEuyjPFJXZ0mzZt1pW8y9/CUdwsrz4mZqfVZEFNDGozUYLMGBx+cjHCQflMYs7AfGamYFFBzIrOin4mycx+AOKiWf7MwYN5Yl1tyYM1R1XzCMymH4wzM5kkM/sB+DyBe5m4+MF44yawTiaQGWYFbg+SbsiH2ZF40FwgyHibG7MHGw+sCQxMyrCEPTVtYuQOGhRreMAdkIMbZbC2s/9giC9UigH+EHTc8OcIlsePz8FXN54lLbCD9eSlgl8Vjn4F57xAMrdMOTW9TmeceZbGjF3GUUqmEIPGOPwGw44Q0OmU6rAbjTxr52euQDuFDOevE5cH5rp1DLXGLifqQ08wgCH1ETDGufprpRWShtF4qM1bNurMM8/Q0vJS+1sUjzz6CI52j57G2R48eEives1rOCV4mTZt3toem//VRz+mX/rX/0Y///M/r//yX39Vn/nsZ7Rv3z4cWdTsdE/TEx1N9joEAUO/VuS7pTGBsVNkeuTBB/VF3mc/9MBD8u86GLIhjrT6WsEX16caPjt9QwJWk0wj1rF+4ya98tWv1XOf/wKOhs/QJCcY7lSSAsON5CpjFzrQwYMHmXPQrn2ZYHn48FHaR1qcX9BxnN2IpMqT7gJeNoxMAGyUKJlWLU9lcr3KosloXPu+zUiuC942Qi4etMcE7lmSPz/ZmyAQDQkOR9htHSex8YRmlcTRLGgOp+kBRFwZiZBR+pxhTXhqmMNxuV2vcKq0hG4ukKDMEbxcR/MsU4dNQkaZMcZ1w+nMQlQAfw7OosiV8cztyHXGbalCnxqxMiarqTtU8LJiZ+oB3PF78re4MK9Uj1XGSBAMKqLUxd47eZAnFomxXQJWmUtPPr6T11pfbmUn5BVMwsLgjfNnqIYj9Roda5BdjEFOs7joxk/xvNGYxMZ3qQskX+6/fM3OW+8ToDVCR8b8fFifZCyihteuz06/y3DAhshxuE17QuFBaYiOJYJhjKYyz9DHTJ0sqgByaBmgD7d9+Vbdd98DeoJXUHs45XiaxH83ev4UScWTu54hSNZqLGqB05RxYmUh41XfZs2gb376def3vquPfPD9Ld6G0wqx3l4nI7Bn6vdKFWUUYlIGDa73BWUXxo1Wl/W5v/t7feeb39KTT+yQ/9aL//bUjh1P6cmdu3XwyJws68h/jXwVvo6VEaRH6Pl63fjil8p9crfT0cOPPKR77r4LO5tQSTLR8BpF2HNEfxtkmKjDZSFQGXpFRQkf4hCQVI5MM3hh9IM0fBzMJYnwvgEc3q9Gdp5st4DsR8jL9bMigDfgcjl4n6pJqkOm5bF4ZXlce0koxgqamJ4hmZhUluUK6CQileNyubvcVjmlWUYWi/gbl//qYEXeZ4kTxMWlefRjqJq1TE5O6tJLL9XFF1+sAUnvM8jqrHPO1mXPuoKEpSeFqJgXYgVUC62ORuOVxflKvmh+nAqfcCoQ8UM0IGf/Ko9MfGqE645giSzOg+IxdnFCgD2yW8/a0H958PB+MUZGCIcQgVyZATieEGi3IPHUBez40C0cxHIL8xxLL3FacdppZ+jyK66UH3OvI8HoT88oelaYpCHvxqoUVDHhuE5Cz1CYpBqF1InLeC5XaJTOmMvnDTEqtApmlA5BIUaZGV1x7eA2oy4qkkySmbUQRCnJ7IdKrwP6ocsdaaAtss4WTqwZO9AAh+MO2mGJAO+vJJYJ6m4wjcAbTA00J3jqhuN1hwA+kvs1NTXJjB+SLEhM05ZupFkwRpo6GL6ZYRQ1tl6zGoNHtQYEHIdxlTQmsx+OE8GyYcc8pXUbN7bPR5weufH2e13FEOS7x4ogmGdRRZ4RpEPrrAysvlazIDOTSa0DQWHauvPZ1zDAWJcw3lUMckwyMwQGOIghgcVl551jDAw2BcfFGnzn8PSuXXKHd9dd39c3v/1tfejDH9G//4+/rJ//Z7+g//bffktf+cpXCdBHldN/aqKj9a3o7gMAABAASURBVDNd+fc78tCoyKSJXq7pfkfrJrvKTdR7HKUXLe3f+PpXdR9O8Tg7cU80shDVZSfWAXr9vkrKVXY/q/DLslKLK0MtLK3Kdz43vvQmkorrtZVj0SzvEADG8DYpz/P2SNgT7RHJU41e+pGyO68hidMqAWKZZG0IzhmSgJwEbUgy5fYS4LOx9gRPzSCWT4PeNgRG4Wwb8PkXCbMgbCko8SwiD5+nKEto77Xzi8tt0x2lB0nfRfvcO5/aKT+uTyhhwobNTD5nAEfChtq5MML2OX0awGU7JGgOOemI8Cdn8ixaqxOR8SaTX4lTFUM5C9YfsSVfAwTKoWE93sfHS0Fm1uqkJ0P+CmMVhz4kganRrywE9QhQXfCU1DvM180jfqNCbjyjvUP7FMFzx8MPa4kELcrQOcCYBRoaT2zRhxCjnBazKPf2kKi0ZtLy9hjwHZ7UkJidXKuZwROTBSmCI4agYAa/TSGYsizKx4rLcbXrpO6fRENFcE/Iy1hzTv8yzwj6gcQiqoMCdoqoPjLfufMpNk5H6SUNsbUkk8VMDfY4QME2bN2urWeco1ETdXR+uX3/f8urXq2zed22bt2M7r7zewrIcLrf01S/S/Jl6qLwDnmWVBYBXQgyqwUL1SHRy0Mg76h0hE3gJz/2Ud13793a8cQTeoQTk/s40Xvsiaf08GNP6MCR45pfGWmeCL1AORg32rztdPzwVfLXeHue3qWPf+QjmsRGushKrLch8GYR/pgUJeXU1epSJU8GjQQrocMOnuBEi4oyNbT7OFE2yCKxJsGV5LxsGlXYzxj8K/gNt0W/b8CfFLDDCrEmpUDiNaj0zJF57Tu2qCrk6rM56nLC0/LU6EM22DB/Da4xdjRqbW7I68ah3B87rK4ua2VlUYmTrgE2ukxiMR4NOO0dKId/F1x0oa686ioVyO/Rx584YfsFC4av8DbFqMaChoNRvbIM03TqXOH/j6T8/zRVqipD+jITmdsYp7naCqJGAdyJdnG+WZ63uFwZvN3M6O8Q2jLGoAjTA8x3MLO2v5mpIsDMs5seuuKsDsE9QnnntZ93V6edfqauvOY6nX7u+Vq3ebOybk+JuRwGKNwKZ4JNiATHpErgtEwJMFRWwRRC1gI6Kil5D4pELXEvmZnoRp/QQuTGzORfVovQa2YyCdrD2nMLYDbGBMAUuQ8OJ9YVgunkZWYyM1jXqMFAQnBeBGVZpqIgsFGGEJXhePw+8Lwi0CeCBcPaMQ08hlj5M5n8I+TBs7ESRhJYRqRz5gA+5/+YYO1yKQk0jtcD5LrZdZplh9Pt9hVivsYvxtZg9GQsZEWb0Xc6PU1wHA86OZ2TU1OanppUl2PDsixaPjjuAN0+l1NkrNnMxIfbhC+pVGO8NU5ljAF78uTBbQxd46pqnYE7ijFr80RjRFsj55M0NT3NbmyjfI4B+tAjqdmwYaPe9a53yf+fgy9+4Vbt5zVOsIrXGX0CUGRXK02UmTpRIofQDD9me6U6pJdZPdREkeHIo+rRqoo8aJJn/qW9z//93+vvONlYmJvTutkZzczOtvP3Wf/U9Kwmp6bbRGEA3QXrLzp9DXD4oejodW94s174opdoI+9ZJ6ZmVZboJQFhOBhzBH5ci7zuEPJ0vSvo7zruPDPW6TzYsmVLO9eYnZgnHd637HQU4au4anSg5llNkBJIEk63wunm6H6IATustMTrGD+ydhrOOe+8NvHevGVryztQoJ/BC/mvsD6543FNTvQUTarB4zjNjD5RssAtD6DNQmjHl647QOA+ScpiUPDnQKB/bMFoEwgbdpmmPMuBjLaEyjZqWrqTlIIC6wrgcvpjjNxnYDL6mkr0f6LbIRkskGemHoG3kxnytLbe5X6KxHCCnfe29eu0Zd2stqyfUZ9x/u36Vtfk02D7IcOx49xb7FHWBFXwkcesUWqwQzNThq1EwOnp9XrQncvXmGVRWQCg0e+DCZmYzEwNMkgn1lSj30P0YkhCMiIZcvBnxsoD2UsegzplpiILKlmLr4FlgEucXq3ITzXWb9ikCU6Vur0JFdhdj92wf/mxQM/K3pRiib7VpomZDdp+xtl6nBMN/xsof/uZT2uqV0gEcmtGyLRWIHkw9L1gvg58yklg8ijmN9YDmOBlIfIN3XfPvVrm1af7GQfcqBZ57bn/0FGSmKAu+twjKA/hXYolp4fbtMgGchcJ/l133qnvfedbWo9fYFlCc1QWuUomMzWK0ZgzZ84opkTOJuehTlzOowR/ak5Vauzfm2t4WUNEw02TTBXALasx6AFq0RZUh4w2Sou0S4NRo+VhpacPHNbeo/NKeVdT6zerhJ+Nz+4TIzfH3yQSkJOA33QbqDhZqfA9FTZW46fm5kjykHGfJE2sZXl5UcskvEtLiyQWfoq6Wdde9xydd8H5+uYdd+jxnU+qQVeOELvEPMZ80N0MNWQlp84nnDqkrFGSUrAmrdXXBFApxqguzr4DxCxitBVQw1eTG2ks8nZAwLDWjDcoRJpcyzA6aic+SS7wMQJ13CMM1I+M/X2kdzhw4CCOd0bPuvIqnXH2eZrduFnT6zYqx+hqRTUWNKiSyCsIkqYKI6hpqxFwEqy0KIuRGXFyJ5xB+uGSJz6PyRQD/SnNqDMmAmb+RIrgdAjBFOgWQhKPqAdF1hhojBYxpEzBAs7LdPJq6qatlgTkiYm+pjBGBw9gGzZskH9fodPtyJ2d88FLk8GXum2jqggtjsTM1tr8xmm3RjS1d1lYG+MnHv69CT9OXl5e1gonIEN2xZ6cNB7k2RWNYNjK6lhL7Lw9wIVoCiQajsy/SHmYnbsfB/u6JtiNzK6f1gx0F/TJoMXbxWXw0pLkAFsokxyf78p97mUMsj1SZBc69iNjoHKrS4a+IBMFZCZ2amPmz9QjYTQzOZ+mSWScXp9r3fQMjitTtwxaN93V9ERXBTT3y0xT3ZzgYu233Ke474Zas92obesmtWGyq9gM2NGNtHnDDIGvAkfBPBxTslP53re/rj/4/d/SX3/qEzj5Y758uR76rzjO4XTnOC17Zs8+HTh8TPt5dfHU7me0h4TGX7c99wUvkL/X7vUnNIC/sEJllrcB/ODBA+0pUdeTbQKXEjqBHkSLWub0bdOmLdrC+9jeRB/9HeGwRsrYpeaMNzOZBGf4QQDM0K3MArufAQ1q5wp5Rgdw0j5JUAoxwsOhLBgQNYbHWV60a3WH+NAD98n1A5appD2YqXGjhmjEpwYnP+ZExvVPahRjUAxBrrNFUWDTRTt3gLIsRCXGJlrcljxxFLqYZ5F+6H8wnqx9QM/JYS2fq0HmIWQ8MLBQ+IcOXfBPstvudQpoCyR/uWZIIKYnOpwqddpEIxKA+kVUgbvuW61+kGZx/IHxFnI16OXQMtV5R0QU1dRH4xqyGvSEzpIaeOIJn+vmiCTA5exQE9h8HYH15qwth5d5DJyMBEX4FE3K+UHR8iTQz/uPSShG8MzHm5nCiXU3yCxaItENzG3q5BH9zNQtHCL3ufY883SrH2eeebb8NV77R/62bNPUzDpZVmrLaWdqK6cUVnR17gUX6bzzLxBT6K4779D+Zw60SfHMZKncGvU6GTiZK6NeUkJrJGiSWrEGKSLbnME9+Oy/bbJKgDx4YJ+qeqQxmzkpyE8BlvELDXPPbNiqYW3o/HGdff6FuuWVr259VE3wfeTBB8DZMKISUUFZEGBKPKvgh/PCwfljIYA6yEIG33L4kymZsPcaaOR9KvwRD9TQl8NS5k1tsjDy5NwhRVUuX+iqQ6ER96OUadhELfI6b/+ROR0lsVZRqjczq6LXR3sD8wTmjEJTZcxh8KAFnqIJzF1LJ9qCTHmZtZsKRrYJX0KGeZ63MsqwNdcZ/26SoRtnnXuerr/+eg2Y/xu8Phqw8UnoTSIoxCxLXesk/Q+5/s8hDf/nhv2PHRUUZJYxicn/dXj14Ax3o3LumdEKBBTjJFgWFWJUPAHebmBY+yTRXa5Ufp8hPDfuEQkFkm5PQTyp8B3YcTLAdes3kVRco+0YWocMtE8WXfQnNUwBJTMN0I+hOwwUwf3IGGV0p1+ZcC4mV4QYoCWwEguixadtIfHTQ5vT4oAvkBk9AL8/CSGaYlhrdwwx8JM+ZrSDM5x4ZmY/WJeFqBCCnFcTE5Oa5aTAA0Cn0+F9Z0/T09MEz0n6ZIxRe9WsAQK4T3LnZGaKFgQm5cGUxaAciCFAT/CuMgwlcG+SKnagy+yQXTYOHtB9R7RIIPOgTgoilF+wDMOWEriXSDp27ty59l53zx6O/1bYaR+TJxV+iuC4u76TK0vFLFck+JmCWt414MCxn+RTTdIw4Jh82V/pcCy9xO5mMBi2QdMdcMWRiAcXL4fsMMYkhIu8Dti1e7ceefyx9rsQA14N+Vqm+n2tXzejizlynCA4T3LfIbD08oCTlnqZNMn9RJT6MWnjZEebpvuaxLH6H+Ca4Nhi08y01tPmv+LZ63YUrVGRG/wvkIvp0IG9+vCH3qv/9B//XfurpntYv/N9SJKwAl3HWYN/yfLwseNy3RrW0pGjx9XtT+js887X5q3b1IE37oQaHOsQ2vfs2Y2Py9Sb6CoWuaZJxroEhwaGeaJXdLpaxw61PzWjIU59kXe6qK8CfBUXolSMAqIyHBpNWgXvgMTbskyRU48hxIzhZdntqQS3IY+CoNGDTxGdWV1Z0lESw91P79LOJ3fQh3EkwjX6gcTQr0YNcqOCzlTyRNJ1ZYXkb8Q8FYE2xCjHeZIGM5OZydea2Fkm+nii6mhCjMqIMAEdNTP6qb1cn2uSKQ80ro+uA2P0waFAl2ZnZrQO6MOTAhxFDCrAk4dAwJS6edbuyNf1Cm2Z6Wt9v1DHqvZvHpSs12KmynJlE7PafNb5OueSK7T19LOVdzpyOZokBzerIc7f9XER+3DddlkcPXpE/nclrLUhKc8ikCn6Ogg6ruXRgsxMHhBdz0ckJK6jY/gUoNMTxyLLYau1iYtgSBZMWVCbWJRFJn+Fk0dDDpGEYjf2dVTr/VeROVXaAqxbt16z6zaoi5/YduY5uuCSy+W/wnjeBRerBp9/mfJLn/97bZwp5CdyAf4HEofIzjtH990uPMi3+p2ZCmykS7LR6xYkHYVEAtEvC9WDVd3DSUOUtQGzwPcmFlbjSxtlOuu8C3X62edrkuRmw8Ytalj7k/iGB+6/X/fc/X3wZpxY5irgO0tUhC8hhlZP8ryARyaLUYHnKYlZggI8iiGu8YfGlIx+UXUT8EWFFHP5/EN8ybAxjRRb3z7k+cj/gqoVGivHz0fKNXkvV9JREv68O6UeJyoKhYbYhDF3lmVyHRXz51nO/KYQk0IQ9CSgAZKChVbODcmQ221D8lHgT4oilxg84rVHDZ8NQUKyxi53oEBXL3vWlbr8WVdoFT+xiI8beXLZJLYvDD2FPiz5FKIGUkKMgvsqccaTOGc/Es5aIUVFnpmZcpQyw/AtBoXo7RnOJWuVLMu5RyD8S6N3AAAQAElEQVQRBXewDHQRwLlFFD9QJ3QqUPdyhJGOcHonHZzvEo8eX9AEScSll1+p0888V0V3Qu6MZ9ZvVNbpqYGeKmRaxWMvIvAVHLu/EhngrMe0uVNLKEvCQUCu/GrwMCm5cnFHyU+FEIROoEpNW7fkrSbvxw8+roTmjaKTzEyOx8HvaxxsZP10bJ+ZBWVZJndk7sA80Dsu55e4Ghyt9/ExSSYPEA2a68GsIOseo+gZONxwEymA0xa4cRxe+rgADWt1EEKEf/FrfuG45ufnW3AHeuz4cR0huCzxfrDCQCrorHz9LCUxbJmTjPaLZceP4eiOyb8c6/09uD7Bu9ajx+YIjpOyLKqBTkFTA89qoqAbZWatEBV4VmSs1wOxf+ud4LRKsrJIUPa/N9I0SBiZ+Lorxg5xAFUjEpel9lvvu59+RocOHtJhTqYOHzrY/mrdof37dMZp2zXBjrSLsffLXB10xZ3qRG7qhVpTtM90MnliMUs5XWbq0zbZyVXERnSTO9YObb1uqYkeQGDq07fA0aTxQP7XNj/4vvfpP//yf9THP/pRzZPIVvBJrGp1ONbSykArBELI1vGF5fZ+3foN8h1mBwfjci6LTP7ltx28Yti7b4+c913mg8Uys9YeCpIBX/M0p1MzGzeiy321v7ZKwmfRbaakL7MGqYZXMlQNgE2oFY0YUAMcX1zWxPSstm47o5WN60IeI31qxo2VUW+Q9b0EgYTuF9GRVLQn5dmavMDspMn1bAXdWMYxui4sIC9PQpcJvMvQlWcFmpVayAJjqbkMfbxvBIY4Xv9ibkGAj8zLY/AahWvX2jjfICxCs+vu0G0U3VhiPtdTd9RFnnFCkSvD6Ar8RQ/ZZJlUILxet1CPssQGZrpBE/j7Av9RloWUd3iHvqi6nNHzXvpqPeu5L1IVS40q5kVHKxy9z5nQ3DlebzkdfornCYHDIidRvmbvE0NQCKboALsyyhzwlcgvZOhjPOlqsB+3gUH7/ZjVNilzfgTo990ww1TA5yIKHTT5SUWOLvbRyVWSvccefxSMST2S0Uled/RIDHvssEv8WX9iimT1Al1x9TXqkETf/f3v65tf/7qeeORhzU711EX/u4Whx7ncJnwOTySYDtkaPicwd1AeT5TOKzr5lzPLLOjpnU9Baq2pyb5CFhXzXGXZlRHYp3jFsnHLdl2Cr33e9S/U9u3blbDb3buf1h5gEn3OzVDLpuWVyzyP4AAEv5NAzfPU9jA11A1BGs8ty2UhE24P3Qgy5k3cczhCsiDVoZCyLgliQUKRI8eO6rynkZVAoZFyHcH2jsyvKJQ9lZOzCkXJ6XSSv0J1vO5XGozUoGMNUitPHDWfGqiQ1VgjTiirIa/vOUVNTaOEjfgpi/vqAe0jdNR1e4wPbsFjCvUhCYQ/G1Hfsm27riCxmOJ1aSwKoguTnmKfcIrRAzkEWRTKmfvD0LTOlsd83BjNTBGlyXAMGYriQGxUg+okQH65hCm9/0ngVjWOb8TpxCrZ8zKOzZ3MwUP7OV7eI/8VyAcffFiPPvq4FlCmEkXK8g7ZaCP/w0xDHMcSjn4ex+fH1EsEsxH0+h+KaUJUjZg9ofDS50TdBakK/IgW5GC2RphBrT93mtZavEbLSUP570pWxf1aDymEoCxjPoJAw/yNTP5FOFfQViFRQC+XcNIr7OCHOLplnKo/lwWUvKZA/GZul0BC+cHCvbhapXeeo/gGneZzAz6vG3UWs3ZNBbyfmJxoT3k8KPhx3TKO24++lyj93o3hpCyZqE143NEmeMVU7QmF9zt48KD8S7K+Uy9xeJHAMuAEYuR0KCqGXGYZ0g0yBcEFrbK2xYUFLRyfk59SrCCXBJ01Y9Z2Ae5q1vrGvCBEmI6x0zhy5Kjm5uc0R1IzQA8G7NqPHDmsRx55ROt5d77df12LgFXC43VTfRypqVcEdq8dTfcAHF0/jyqRQycGldG05sSjcngyxSsUZ2VR5O33CboEoyI39buZejh538GtLs1rz66d+tQnPqZ3/cHv6+67vq+ndz0t/0b8rl279fTuPbr3/gf0CLq4e89eLRAgh8jV0Pv+iYSnHq9q/95n9O1vfUML4BvzfAhP3F4qPOcY/ThIcrcZZ7TltNPV4ZXFCAe45K+f8IhJa1cIJmMdy8urShYUslJH5xa1Mk4acSS9PKjaHWzZ7evQ4SPy5O/gwf3yL5gZKAarK3rskYf03W99XSVBpACXsaMtqAs5B/AH7CMSnEIIGqGPrh/zyGBhYV6LyHDvvn20s1/keYnj1gk5en+vM40S+uhrS0oKEToBc/Hy0BOimrX5lzADOOZJcg8ePAzfljTCQS9hC65nYzYQDfeRYByhz9DvHPlNINdOnvHao9QMgbRfmApOmCY6hYo8csKWdPDYgvKJdbr46uepnN2iux54TA8+ukMNRFTQltHP9a9b5MqyjKPqAa8Bl+W0QaJ8bud5zjxFkSlnfj7yxAAWUUpOV4beGQMaEokK/vGRWZTJbbdS4mGEZpapwMAIOK8dp/M+51kvjwq8vnH8999zdxugizxTMGM9uWJGPWSSZTr73At000236IzTT1dF8PM/8pVhLf46qFdE9aCnkwd0N0PPM+iOyoJBqxSDoEHcAyTMOXN3skA/MU/U0uKC/O+x+BfD3S5zZFvhs45w8raETzr/ggv0Sl51XHbZ5arRyVXaHnnoAeUkJj14FNIYnYrMmbfzmZna62QJV4x1xJjJLPAoCO2QmQF+b/hlNMYyZGgap6AqRa1wYnmQzePu/Ye1c+9BPfLk03rgsSe1Y9de7Xh6r3bR5qcWZ5x7vi678lpeg5+rRkE1tIcQVbKOHsl9tyypF8rgkZmp4XmDLtTEmRpd8yTTT8hWsRFPJufn5nTk6FHs6HD7HxH6K2P/S67P7GVOXnP6r4L7r/r6F1kf5xT1YXzSww8/qnvvu0+7n3mGhLxyn2lj8OsUu5zbpxhJkhufZ+bL7DaXcY7LOPxlHL4rnx/3LBGoXDArOD/fiXrfIQmCO6kRu9AxW7I1qDHgCmcy0pBdzQBY8d8CWFnU3MKcjhJMDh0+qL3797JjfQrH/ageuP9B3fGdO/SlW7+sL37xVn3rW9+RfzP5gYcf0UOPPKbHd+zSzqf3adfu/XpmzyEd5H33PMftvpsc46TcIBqsP6FU7lhOApr9Az6b13Bm3mZmFAAm4M06WeJMk+NpIf2g2fuYmRiEcou1jeW/F2PmbZLcoIAhDrsBxzJO9OjRY1pgZ7RK8uPgWa8HHld80ItuqgnAiUqMUSEEBTPFeKL0e0AnrkDd+zp+C8Z7+mUCy2r7tMEBLnECscpxr+MMcQ2f989wYHlRaMAua55A4m3tHEEsx5TnuVip/NcQ/Wg/77ArYBdlscABBCHW1piTjH4MUpCFKJd/ZB4zeADfeegfZYyLIRKkqnZ9zNK2R2hex5HvBTgy/3v7nU7Zzt3ntYLo7yiuvuYabWRHP8GOzRjVIyHodzutY3PHndMvx4GVeaZupwOvooLlDGcNFnXg0FGdx/voH/+Jn9CP/OjbdP7558pPPcoMR4vDnQBfl3rN7uTooQO8r/6ePv6xj6KDD7mzwGmMeS0wkO+yFxYX9TSOZBfO5rCfxKDrvkPPCc5lHkmk5nTPPXfp2NFDGmErY56P2PEM2d2047GX3uS0Zjdu1TSv8yzraBHbGZGsFUVHqQnYh5SIUmt6EyV4tzyqNRg3mif5GJJI+5f1ChK9A5zq7MX5+SsODxb+J8h3P71Td93xHS1hV1O9UsQg+JLLE1GDf1mMMjOZuFJq7XKAjniCO0QfhtQ9qXC66QEtSWaGkw5+y30DJJx1gw7UTqxcthk6FZCnASFkql1JGCcZietY7ieW3Y8AbgdzOPMxvAGBvFsWg4oiR/6ZPNiWXgdXDsxyQprBYxahEQHi2MKSji6u6rxLrtJZF16hY8tjPYkfOIb916wxQGrCyWfohhmrZp2u424HI05CK/wDrQr0jeDPs0wOMQZFSRltGUhioAeB1e0rUHdwHJ4ogZKeBu1g8jlQ1gbaEoYcfDx8ztGvAuBNHHNVyMJ0gKTz7rvu5BRur4boSKsn8Nx54SeKQ3RlhtcOQ2Sx66kn9czOHTpty3r1y0ydIqhbRnTf1MkidK7RGkNQhg3kvo4QWUtQwfMi99LozzjGBhKTRx9+UIkEM2NMA4/a9eBzFkg2Jklyt3Mq6G379+3V/ffdo6cef5zku1SGlyuyTG5nObjNrJW7mZcBPsArmJJOQN00quoaX9EI1kjMJ/hCBb0Rel5rDG9HwDw2sPfQET2554Ce2n1Aew8e14Ej83pqz37tpG3f4aPave8ACeNjuv+hR/TEkzt16NCh9kR1nmR1aWlRnvwM4eMI/jkvXc5+4j1C1iOSe/eDyyRIS9iwb7jcZvZgO09jy5447HjyST3++A42MsSeBx/Ufffep++zsbjjjjt05/fu1F3U7yORePihh3QX99+/8y7tZqzb9WgwDkMNdSpd4VQiZo2WBnNr5MJxQQ1xjh4wVnmn6/dtneTCHYUnFosY8woCa5MLTg4Gg5FWKR0GCHqVccskJUsEuUWUd55A1grWM0SU4yCwn2Nuz/z8vf6OJ5+S/9rboyQP9yDcBx96mMRhH0Furt09LzCf43M6RmTyQ5KUVehZ4aTDj67GZKQsQK7g6DwKb3LNbjCeBmVv21FwWteerS1a3Eg+sP3ZUEttzftTOXHvNUaCmM9aG7fec+1ERGqwohXWu4cd7eMYpf/tjmdQQF/bU7yb3MUO+ChrNwu8f2UeDFHCOVFGnJFDAHkIJq+bmQLPc55lMUg4roZdb3NiLQ3zuVPwQNDwbIwRDTGuGqfhDrShdEg4vQDFDqvwam7uuEbIx59l4A4hqCw7CiG2hn/uuRdqineVKeSqLZPlBZALopQs4mbUOg1fe05w7nS7MnDITOLTQJeXnuCJTgHHJ54F+jitTt9pHK+efvpp2rx5s9bNzmoCxzZB4HWHc+U11+rKq6/ROpIK/7XLDolNXhTqkXR0un1lZakceguSnpx73/GMk6nCBS4Pa+3Zv6T9h45r3YbN8l9HPsv/xPvMjCb7PZxzJlalLNXq5hHI1PAa5KkdT+hrX/0qZJo8OXV9lwUNCIBHkNmu3bt1hNOGBl3qEPh859wtM7lMdj21S1+57TaSkSUSqCH2U2mELXiCMDe/rF2792qK4+V1m7bx3nwK/kUdPTaPrQwUIjzHwa4iN4/HtYJqdnGrVdIyCfqBI3OamFlPQrKp5fkCznGBwLyILXlgWsaudu7YoR2PP8EJTldTrBGMSgTRPAatQaYYglAzF4cCdTNr9bVCnyocsLcN0IkCPrd6z3OvU9CvYZ2pLRtoRaQKMShk6KRJIZjyvBCPlJD9UZLoFeyyYkED1rUKXnfwxzjJWiLJdnup0M0RNgxWRXAldDoyWZ5lKpHvKsleThIZqI9JVg5yYrPtn1HBLgAAEABJREFUzPN08RXXyLK+du7ap8NH5ySLctxVNYIOyXHVEOJzG7xEoOz6kQe+zPXO1xYtKItRPleRoQ9ZbINxBh2Z13N0ggBcI2szk9Ee6RdilOPjhxL6xlJbviTsy+lvTzpgSUkiVPqJWBFFTFcDbd/59jf1/Tu/px2PParHgaee3IFv29OeNrn/O3jwgJ55+mndfecdakYrmuhmKjhxKKORWOTUg2Iw+Ty+H8oCuHPas1wZNGfQVuTeFpC5sR6RCET0PefE9xFOSHbLfeUQ/7yCP/b64UOH5X8E7Rl0+/FHH9UDBM+7SXyWFufUcVzM7WVGmSPrjPnzLCoLQZFyjR4kiO9pUlLyEjk28KOBOYk255cxLnFf0T6GpyN0bmV1KP+u19LyQIsrI14FDuUndw4Dku0R/eZJxvfvPyT3owc4QV3gJG2BZMJPWF3HHI5jRyfjwgqbthX8r/+RuWXKJRLZeezl2NycDnOy51/8d9/sScEuXrnu5CTS/fKTJCtP7tipJ4k/u/DR+/fv5/TigPYf2M+4wyQxR+VJic/tycv/i73/CrctOe47wX+kWW67Y64piwIKAOE9QIAACYIWtBIpURpNt2a+np7ppxl93dPqkUbdGmkk9ciySTZJALQgCO89CEd4T3hfVXAFoLy5/h6z915rzS9yn1MoSPpmHnkfet0dO11kZGREZGRkrnPOdbtYD+vQ73Ea0JXzhCuHlcLJOHL0CiGqGIEZiRUn4gIc3FDGEacxas2C9UjwgEW6R9DggcM+huon8KJUnMklItBLKPQiDuQ8gcB5TukO5/ydLe+sz+IQz2Ic/uriAjgXMZ5zZ88SPJxBgffpLKdBN3o3yhiTGhxdx8Y1AabTrrwTnHat6oSzhC+DvwTPEQgOzMMM/h8wcpyipMjCMzNyKvMzs6NUPJ4nedBns1DchR6B4UNoZ0gZC8vbe8b21E+dLpezbNi+AM4zvws4fA+i/M+9fufb3y5/rnnFgoEEH4j5x0x+2kshaoRW8fqbVvn8zUw+L1DlT2BcqopufINeEUjso4cDAqyBjXKJXg457bjOxPzZSjQQbI04yQFHfoYN8hJ8+ene/0MsvzGouT4MMcuQ9YzN93FPeopOsAFaruWb9Yrp94w7xiDDiQVgMCvv9FOV1aKXxfaWSoCws8OmwOmb9pCTs6zRBcbE7r33Hn2f97M1fa699hpuDx6pxzz2sbqRq81reS2w2D6hU1dfp1/5tb+tp/7oj2mLoKCdLtRMFrLcaIiVAq/CAvyuQ9LBYFqFrNQtVC9OqNs+Xer8yvQsJ9rcTPX4xz9J11/3EE0JTKZNow5H32Zkrp5r9VGVzwu53M5NxF04Ew9w/LdyptOpqqpibh0BwBn5b8QMyDPFoIRXb6Ax7SoO0Wt98Ytf0rc58Zzg9mU2nanhPfWU9+O9TP6bI5Gyv69e7JxShqdDggVfH07PotgUex2yrsprPAWF3OrMhX2dw+E+8rGP14nTV2vVj/LNf0WwsGLDXXHaveO273Oz9wUZul1MWwKkqAr+3F5yNMUYFbwcPY1KOTOfVk1dK4SAXqQB3Rj5FXZUN7VyleWBw4At5pzAQfkSqUPvOYUUFNlURhM+YVCP/BJ1dUV/xphMJmqwCVkQZGQW5QcQX+fsLbJIPfYwIk+/5RPyDFCukXdIGT0nWTPRCp2f2V9pTfrUZz1HV117A+MZwd0ZboXOShAb2agGYISeBEOA2SYNAT6Zu3h8fmamDH8Zv1HlJIdMmpmLBwRWaIyKIWDDdZGV20CgPddVCWpTrqAmBeYWQiQ1RqTK5Qj9KkdVvDKokkE/QEsEC7fqjtu+p/u4lb3Ihu03Qv7Dl74WfVP/NjcTvql/6xs3aWvaaIKN1kmqc1BdOZ+RQCEqQj8yZkpZiXmklKgLStHkendIBCKpjG30T9rn0PelL36BG5I7jl4BrTSiL68/w+vHuzjU3Xn7bfrWN27RrdjwtGlUoUuH7LSi5IFRZE4xSJGxMpBCYO4SVYrBgAAYqkQT6GMgKBDKN9cxfqnomrzbsIMhvwqZ1k2lEKPMoBGTAnShIFeF68P1e4h/G5Gv69l93mXm5PZ0gX3lIq8jL13a10XgAq9dL3gbAcXFB+0/585dYA2fZW85U9IzZ85qA+d1jv3I6VwG3wOSA4IdD0qdfz/A+WuTOQee+czXdVPkvr17or7m+uvRkExXyON6uEJY2bBhJaAIoyvUDTUfGay3uoDRp2TID3AnVE5ybF77bF6HnEQOgH2UsQd4ennvgGvPfV0iuLgIeHoZRfvmt08AcnC4ktPYbMjCUfRciy3l9Py2AXbKQskx4ARSWVh1jqpTVFNldTjFaVuTkscp1BilG7mZYdhBgVT+4A89G709uQ1IQSYzk+OQK3kLKqlbMl3cno8A82YheL38Mf/y0gjPQ+mzZoH6PHZ2d+T/k9+J3V3NMEB3kH7i8oWTcJYtm1pDIGTMyYJpxCG6LCMLyYwyQqa6LEqzTXlkUfqIwZgTi82Mevp5XQwRp9fIx0jMzV8hJGTRcLrzhZoYJ0HQnWWMxnxH3XfP3foepyH/TZTrr3+IruEdv6fXXX+DttgQU9Xqac94pp7xY8/W1dTVzIOdVT3jDxY1MqafHudb2wrw7enuyVO6+pprtNjakm8m0/lc0/msLD4PKiI6gw3tETh+h8DKr1d3drYZ+2pd95CH6Cr6XnXt9brmhodpl0DmoY94tH7+F39VP/sLv6InPPlpOnXNdWrn2wrtVOtYqU+NBjbdpWXl6bYe8fin6ud++W/p4Y99sozbizOXD3Xm4gG2d6hHPPIxespTnqbTJ09r2jSaYTPTOqtJQf7OvK2SMnJCGbzCuCj/z8FOnjqpGQGF63Mym+re++/TWYLgAUc59isF7kOqKBwvUImr7Mv6xMc/VjbWRz7ykXrMYx4rl+c1BEm7p6+S2ACuf+jD9cjHPB4ZE1QgYw9A9zm9DxK3DyO3Ievy+/ZrbiiWQ9Dd95/Xzqmr9dgnPEUPueFGbW3vyPU66RqCo05nuTH53Gc/o3vuuku7uwvWRNIE59xWyCRKdY5KCD0CDKEYg7qu02Kx0GJrq6QzdNRhk1VVF9oKAbykAXtfEbgk9DtgkzIo2Ej9qJG2AK2EvQXwR9pGcFKMtKmM4TRr9NC1HfYw1Qx7aAkyqqZRiFGywDiRJACmFEklxRDlshrhZwUcousLK+lpz/5JPQo5ZIJJo+8KX7Nik4nMbWR9UMVaJNgpfCT5euiYa7HF6UQeHPprNS838BDhIZgxXngATFIwlbKZMZdRCb0tkNeJkyfk8neaGb8oheIb6MLHjkDy/pWvvyqpyRH7CHId7O9d0l133CHB63wyKbdlKZqokH9f4iR9F69/l7zrn7WVatxUV2dV0HAbreC3YtwameSUC4+RSVvpLcYN8BrxkwEwMby8b07MT+JW5GYJvW2h7wlyySmqw0fMZvCCfJit7r/vXpXXZpQb5pAJSvioikEJXiGloF6Rmadg8vYqBXhR4QKRyX32yDgjAYQKYN3opO+X9B2KXxPBr+N6UOu8dKxHhxZ+6jopMeecEvwn1qWJoWC9F53FJDRCbyBY8YOZ7zt+I+H7ywX2mIvsPZceBJe5Kdw/At+XfA/aZ1/y/cfhgPV3yCvqHnqQhbZQEd6fj8nkdjLl1s9vVP01rPOZc2WPfMSPzB/76Me2kgJwRXyuGEaOpRFGLME1TYULsmIDdEgolyqEPRbwvJnJzBD+wKmpl19jHS7XBARr3quvgCVOFmDhHzigVE/dia64CkV/0BKmKWiMhcYhwckKwxO1KUU5VFXGOVQYdCyayxh3DkEOLfz5ops4DgvODd2Nz/sX4lLhMVAZQlABCzL+icfMFAAzaqgPJpmZjIyZJGDkgnrE0h4M3uA4w1G9mWkP55arpEc9+tHAo/TwRzxC1113nU6eOlUc93Q20yk2Fv8hqBse+tDCXkKuAyJ3iDHo+Ikhlil42czAhYt+hB1TDEEDJ1kzK3T9JH311VfpWl4hnGKsq64iT4DwkBtuKBuiy5DpIL9QAGEXx/GFL3xe9xJYeLs7Xw8ktgmGuslUq0Gq2WSe8rQf1c8+/xf13Of9NJvak3QNG/810H3M458g/6nwZz772Trkutw5m7DpOgj+clXJ/0z0Ix/5IyVNDzhAF+hYTvLvfc97dDe3Ae5UWsbKVaUZ75G3OMG38y0dcOV/7UMfoZ/4qZ/Vz/zCL+t5P/cLeuZPPE+Pf+rT9TA25WsfgYwf92Q9/TnP08/98q/pKT/2XC1OXavv3H5P+QnxC/u9zl440AWCihCyHve4JwFP0DabQ4e9TGrGY2N2x1mloAnOzOV04sQucsPJMp8dblq2eB1z9933cDV9u1ac4FGGVtwECacYsY2ArfrJzXC0N9/8db3j7W8rt2uneJVz9dXX6vqHPFQPediN2to5oese+jA9/Zk/psciv+ls4aTYBAcN2NGSG6Qlsgyp0iG6PnvhkhpuZp7/i39DT+emZpfAomk61kSWweg999wlDya+e+u3CS4a7WwtygbhRJ0nn5ObVALXYSAQqtiMThDoumN0O7kBXT4Mnq7j1ZPbqduPO/iMXcaAPZpJwICNujMfmavnB9JAe8oJfpKy69fXH7DYWmgbmc1msxJEnCDQLLRPn5LT32VjbtoWCpLTjinKaUX6ZuhFHxtbEAHXKtY6TI2e8uzn6jk//Xxuw7aLf/Fg4tK5c1od7JXNbiDA8/kZc8V0VaFbDwJ2mavzsrW1pZMnTuh65unzXizmqjJylPGvsKFA38JHCDIz+ZpwcJl5/9OnriJo2yE4mmg2mxM0tQVvIEBwUHmgR9+qSuii4nWDyyaoa2ol6r9363eU2JivQhZXX4U8TuzA165OIhOG1/mzZ+iTVSVTDV5bZwKLKD8MJJcP4Hx7PsjKv40gWYEmpRSVM5CCMlDXSVWVGTPoPm4GL/HKoEE228z/5O4JXYOvuO6aq3X1Vaflm/+9vHapqlT6NjkRoFZKMFalgL815RiOgolRHuRkeKxSJE931oPcTgDn120wMme6wz/tHLi8TzRRHlXlqO44kGiqMpbz1pHv4NHHrxm3Bi8zbhA0sGH3w2RlFmT883OV39wdsPfsO3BI9R/4vEyQsEfe//LmITfCh9wIHtK+PE6XvZaUPSjpeQXT41OP/Wq0qJ61uOJ154h+3XZOnzqthQfFBKPG2ByA5lc99Pr2aU97WnB+rgS4Yhg5Ega6CoONwzgiRKOySkkNtwAVC9wXvNnR5obRiCccLT7J5ApZo5QVylmiQAdXlsMaJXq9g/+EsRuBoCUUM/qVNYo94DXJPtG5/zpP8gVVJxZ1ZkFEuVE1FSnQ1hlDrMoGMG1reVBRp6gkKbK6jHRkAL8tGHHUFBkmMNyGd1HnOGb+LZn/MykEk9kPgIIEPYeRjWOkNBQwNgCxfRipSTFrZKEfYHxbbLJOnJYAABAASURBVIhPecpT9SNspNdcfY122ZzcGOcYYoMc/WR01VXX6ClPfZpOnb5GNac3Bbi2IOMkKNJRJosB2gMyHaWQNGLg7K8aHZey572vBw2ncQqnMPaHsNnfwAbhm8O1111LQPNInbrqarVs1iFlGf0C9IMZjvhQ/pPcf/EXby/vV8/xiubCxfPyHxC7yLWf/z2G2+68m02910NvfKSe8WPPYWP/GT33p39WP/nTP6Pn/9Iv6eef/wt65KMeDXsJ6YgT9iB/bw55tW0r35ie/Zzn6Kd+5uf0uCc+Sddef70mnPi9/Qyn/Q+8/31651+8g6vre3X50kUXczlFZuTk8xVyvcBJYmRDuYEbhqcTMDzruc9jY/k5/RQBhm8wP/rcn9KznvezevIzn6Nz3Ej8+Steo4984tM65P3MweG6vJO9wDXoXfecUTdZ6IncdPzIox7LhrdTeGmR/4TTYs2YHae26Wyqhz/8RmU2mxn5U6dO8P59qc98mlsAgoqmqpViRENSDEY+FMeYY1DiOngkKHj/+96rV7z0z/X5z3+OYKFXzauZ2XzBrctVagkiriO4+NHn/IQe/fgnara9qwoeOHtpsIR+K61IL3LF33Ab8+PP+xk9/Vk/phk3QViCAmP6D/X5D4n5/8T55S9/SfhcndiecetSATVyXCvCT2QOg6IGiwpVgw2FssFfw2umqwh2fGN9KMGE/38FD7vxRl3rwS8B7w0Pezjj7SjSJ9Ytdh7Uj6ZRbpMiP2KbkgJ0U7XByzXjmHzMxz/hCXJ79MDhxMmTOs1mdRq6O2zuM4K5a7hpetRjH6dHPe4JesjDf0RXPeRhOnXtQ3Tiqmt1LfkbHv4oXfuwR+qhj34C8EQ96Zk/rp96/i9rvnOyBO3u5PcvX9L5c2fkf9LbxJSBHq0MGNcwDmz403JL6MFNy23gjODmBIHNNVczhs/z5GmCk6kCMvK1qxCQfZCQlcOA/9hlw3WZeFDp69Z9YMONywR7uYZN+KqrT2NDHehJo8GFBQXoBHSUU1RbV+WGokmmtkqsh1p+M3iBW64Z6+Dqq6/Ww7CFh9/4cF2NPnwTPnvmXm4uGk2azK1rKkFFQ98qRvxgkkHbxzAzeepjeaDnEgjYX4qmHANwnAbsEzp11opbZP9NIFfetRw43M6vw0+4j2rg1dfk/ffdrfm0o0/Y+N4UoRWVJDEN+ImCPHWB1ICgxJgpSAneHIdiyWfnOSUlOvjcvD6DUBWIzK/SpAWYq/vxaVdTl4EKeWXVKRxBRI6JMQ1rNjEMmjambBrJOQykg2Gng+TBxYp9yPefQ/ahQwILDyRKStnrl+xH3rbu3ZahRV8rYIiTOoKfFYfgnr0shqjTBIAdQWGUqXJfyjVMrqpkgQ1JV84TrhxWNpyYDezBPReuYzGgnFBmXRdH3+FwaXR7VM+CW6M09mZZCADKpTCi4oEFPXLVNRCx9gV6+Q9h9bT3DHNsAKPnvY7bihXXTv5OGJPAcKQqB4woqM6S//pSFUeMLGjSJLV1UEfaYYgN+szZBAvwMJbUeUTvkhkgicTHcicxwNvAmOIpeJ4CZiY+xZiMsn/MjnOijfnJmIdpjXSWSjocI+/ua+0NURcOeoWqY8N6uh7xyEdpsdhiI2dT5aqsaRu5Q2rYONYEaqNFPekpz+BU/au64Uceo2axo8A79ZF3xENKYi/UIBYGMl4x5oqxVqHRKja63EedOxjYdOriiG94+CPVdVPN2fw6Tts7O9vaYmwf6xSBy1N/9Nl62KOeoG77VOHPCCqqnJBr1Pkz9+uD7/tLve+979HtvD+9j+vOM2fO6NyFczpz/rz874F863t36KZvf1/3ndvTDBqPeMwT9ZgnPEknr75Kd91zjz7/uc9rhE8Wly7z3vL8hfNack0+cpJYc2p8xI88Sr/0N39dv/6/+y/1i7/66yUAiYzPtMoPPL3lzW/SW970Bn2ea/t+vVQ5laDTSHCV2NA8MLiwd1h+fdLlHdqFdq95qB7yiMcxr8fr1PUPJ+gJ+sgnP13+/4+3v+MdGtjUB2iRKTcJ5whW7rz3Pt12L6e/rRN64jOfrcc97Zk6ee0NapF9M9/WZGtXVz/kBv3Mz/08+nukInYf0MF6daDPfuqT+gq3Of6rphMC2KbK8qvilnzLacqvtVvw53VV/giRDSu9/y/fpZe99M/0oQ++X7ffdpvc5BKb7nKQ9seg0w97hJ75M8/XU3/ip3XjY56kU9fdqG7nKjXb1yjNTuq6H3mCfoZbl5/9pV/VBH1evHxZB2wIe5cv6Javf0Uf/uAH9NWvfa3Y68681byJmuZRLTBpK7k++tRplWbas1Zn90elZqYnoLsbH/Yw1nOn2XSmKSdtT7e3tjRns2+ncz380Y/T45/+bJ14yCOU5ic0NHMtQ8bmsnrSQ+awtCi3V3/ttDcEndlbaq833YDtP+5JT1SNzXeTVlvbi0J3sbXQZDZTVTeaIuvHPvlH9eyf/VU9/Xm/oic+5/l6/LN+Vk/4sZ/Tk3/8+XrKc39BT33uL+qZP/3LBIvP1/N+/pc1I1D3+a+wrRhHLQ/35IcP9ylrC7wCa3SgrHPw0eCnnvTkJ2m2mIndTDFn5aZRypVCylpA61GPfbwe/qjHak5gEScz9VULjar87M0e13N1N9MTn/QU7Zw4Cf9bBMidhO8w/FqD/q+59mo99RlP16O4aeqwoTHVyCZoZLeLQUqkNXbur9TaFJR4PdaykXrAecvNt+gC7/n974qcuvpaXXX11XI7unz+jPYvntXWpNIcHXasg4Y+Db4Qyqpz9mUjmcmfwECBXZqh5D/Pk6muqWvhr/a5ypRZRzXjV9Dx24HvfPMWHexf0hb6OEkQs838tghqz52/oFu56YqEj10VNGuTJvjZZL2qJDGMggbFgB3FqIS9Z8YKDG4wE0MoN0WZstcnyh5IVCkhiyD3BzWEqpyYR1RLflInXj9WmjW1Fl2j7SkwqRk3qYVfn3eLj8/w7+PXOZa+iflz6NVQfEyvFT61F49FGeOOZAfqhn5Uzy3DmuCgR3d73H4vuRY/xF+5j/VfX13huwcl+mXFkGS0rQkk1ocHYppq2Ps6DkcnCC6jmcQNZWaOIUath5F/h6M++1lGvDI+4cpg4wdcmBn6GBQRWkKROUXVVdaCDWvBKUsYacRIZUE9AUUJKjRSPcqiJLqbDSUdSXsWoMOAMY5iTfI10neEzuDKQ0FL/+EyFCgMpEZRE4xoisG1OWBYUZMqqsPIu8rU1YYxBrmx5VSoQLSHg6GAG46PF0JUDEHGWA4DBtYDo2EU1HvqdXRyrgAp+Dc4bqzGDmBm0PYxJCutBnrUEge6t5IuLkeNzVxpsq35iWv0uCc/o5zi1wRI/utJy4MDFkC14cMpwNM+r338v8qOdaufZEP5+V/5Na7qf0LXciqrZtsaUqWecVe+GEZpbbE46nN48QvroCWbRLU4oYdyenvaj/2EZjgDj7z91HbPXXfKr0wvXvQfPjpXIvVnPucny8b0+Kc/R76BVk2nhIybHFWh4/MEEB5UfPKTH9f3v/89HaKHA4K7Q19UY9BotS7y6uCes3u61+HMBX37e7fpIx/7hF7zmtfoPe9+D+9cLzEu47GRr3hddfb+e3THHd/Td7/zHX3lK1/VN797m87i6BNOuuGEPlrCGgz76ct73T/94z/S2978en3nGzdp//J5CQfgtrCGnm8CYqH73yC5eNjL/2Le3tp0GdmfvXSoW2+7Sx/++Kf0ile9Ru8jOKqxlSoMCgPbS+g5lV3WEkeyj2O53X8N7d6zagiMnsz7+B99HjcnT3+WHvvUZ+ipyNIDn//q//zf6Hpuefyd6X1336GPEhC8861v1uGlM9qZ1JqyFtqUcLJRCRkm1kibk+Z1ZkOPmrBeJtTDhvxvQvzpH/0hAdMbeTXxWflfIDzHRnIOGzjHEjn9iEfrJ3/pb+mXfuO/1N/4u39fT/6x5+lJz/lZ/fgv/Lr+3n/9f9Uv/vrf09Wc2BMO7dyF8/raV79E8PdOfeC979Qdt31Xk67V7s5c2/DVxTU8SJMsVRHZYkPrONH5oZamp9Sdeoie8LRn6fm/+Eu6ltN1CeBZe/7u2cF/4E3Y/How1bNd/cTz/4ae8/O/phsf/6O65uGPUzU/WQLaJbo7xP79V1r9Z1TOEkgfhEYeeDziCU/R3/yNv6frCMzwtPLNo2sbgoisiFyaulZV1dpfslarGWw9VIvrH6sTNz5ZVz3qGXrIE56jqx7zDG3d8DjqHqdrH/EEbZ++Xha9X6ut+VwndxfaWkzR6R63FZdZH9I+PO9bpTQ7qasf+iP6SW7Q/sav/Q2t8T176H6IQQN+4AI3b/efOaf9g5Ue+4Qn66d/8Zf1tB9/rk4R3PXNRIepVZxuydfJs5/7PD2fW7A16xCxyEw65PWK+6px4DjBfH6M27e/+bf/rp7K7diJa25QIAAeZTKNchvO6KEq9hHVxFFul20ddfPNN+mOu+7SGLMCQWauKp07e5++dctXVdmKYCKpTqO6HPB1kXyQMRe/gRC0mYoM2iGZkgO0/XYsR6mpYnn9NcVm2PvpmziE1Ur44jZL999zJ4eAT+u+++9VSJkgb6HctOW3Tb73nW9rMamxY6llDXXZ1MADH9VVUIqB4UfFEI4gHnlFEXCYcCdl7tlMUVIizcgpkAohtk2tmrVSpcS8kjrW0pTyvMmaN0kzZDNrghZtVPHzDDxtGrV1Vcarc0YmSWwB0B8k9Rzw1lqzb7CVaDSqGCvARQR4fQ+/2Jo3wvMBwcSatKettwR+1kCA3EONJm4iV/JAYuQw4vNeTCfqGL9iXOc9QjvboBqdirxCGEKoRz3taQx8ZXzClcHGD7jACEYEODpjOUTVKDwGU5VScWAVyg0oxcwkPgPKXOGYllz3+4nfjEr5M2JDrnRSbWBgUaBeeT/xrLl+Otw/YKEeoPheNcbnC6JlzMaBMdsctYGEcceCUyXnx5SjYWhSgKDZKDMTXyyyLOdxwIhHIlOIU20y5uH1MdDDTKJsRh7+dPzYJjPS13NmJiPjEMANMZaf9Tjvv7VycU/z7R35+/Cf5mT73J/8KQ2M93ki1q9+6cv6xi034zy+rttv/77O8m7Uf+Xw+9/7vr785S/rE5/8VPm96hOnr9Gzfvwn9cSnPUOnrrmOaFsKKXNlv9YB8jnw93yDdPf9Z3X/+Uty/Gc868f17J/4SW3vnNBXvvwVNqvP6EMf+kD5OwSf+sTH9JEPfUgf/MAH9NGPfKz8/YSrr71efm3+uCc+UX4FHZmDy67KUcN60L133603v+lN+gAb8jfh2QOTgEwC8onoYL7Y1gI4IMjwP/Lylre8Ra9+9Wv0NYKFgcWXQiQQ2JP/Yas7CEo+z23DO9/xdr3sJS/R7/7O7+pf/av/Wf/jP/2f9E//2T/TuwhADghakuvabckk/82Kd77trXr5n/+ZPso8/H8ZNjeLAAAQAElEQVQGvfXb35T/HwTnz53TIeOuWfFrAthDXo3dhyxu/sY39dGPf1Ivf/kr9Ud/9Cf6AjclDQ6rrRLuYcBOgjATfedb39C3v3WLznAbc5Fr8u9yW/C1W76BnE3PeNZz9Gu/8Xf1X/wf/yv91/+X/0bPfd5PyZ/bmMM3CW4+iSxf84qX6dLZ+7Uzn2rW1prUWXUMZQymwLqQmhTUARPGnuIUpzjHaZs1nzS6nY3/jf6Hs37nd7ixeKk+8uGP6Kabv6HvfPf7uvX2OwlK17ruxh/Rc3/25/ULv/I3y8+K/Oizn6tmOtet379Nn/v85/XG179eL3rh7+pFL/gdvfvtb9KZu2/TtIqadxVQa8JYFMuGVSdhrz1roCIAPKc97Od6Xln9jV/72/q5n3++Qgjlh3FvZfPwX130P+J180036+tf+7q+8Y1v6+s3f0tfA85fPNS1NzxCj3vKM/WYJz5d1z3sUQrcwO0T2PZj0p13n9XXbrlVF/bWetgjH69f+tW/pf/9f/F/0MMf/nBOwHu6/9675b/NcO89d+h+brLO3X8/QecZXeTm6+KFizp77oLuue+cbr/7ft121/26g1dSt5H/5nfv0DduvU3fAr5HsHjf/Rv9VylpNu20NZ/h5KvyM0CXCJyN+VwgUFiP0uO5Ufi1v/Ub+tVf+VWlmHTrd7+r7956q75Zfj3z+7qLgNtvBz7/+S9A/1ZNF1t60lOfrofy2oVYtcjqRx7zOP3a3/rb+o3f+A3NOETddtv35X/c6Atf+Jxu+vpX9T1O8Td97av69F99Uv5bWw/jVdHzfuZn9NSnEwjt7Bb5BjSwXh5gGwk+TG0VgaRpW2OTo87wWuGWm75eXtlUrEHDL97+ve/oVux0a9Ziu1Jis5xhPzXtHYHYjM2N5SjcEWNIOSdlZBKpjEH4wbEAZsi4kcAiqckZWpEAo1YiuqhoHLg9++IXP6e7775T/gfl/Dbxdubov1lyuH8R+474W1PmZqLNBo1AMJHVERjWVcXYeIZxlB/GSEo5wkABdBFDkEnyVxyBvPteitCoVeeMzw6kSR20ugr+cpCvn2mTiy3PsOlJneTraNZWrLlKXV2pZrFNSP3vx3RVohzg0Qi0BnghEFgfakXw2HMIgUMFSYgGmUS5L+/xHwl5rTlYGG0jhxbfuwIC9fKavuuDfSUChjlB1dasY9xaKYYCMRjzGmmXRIAyGg7SbE33QfrfbiiQyn/2Y2KzsRi07tkaEVzAKBJ1frLouokariwj5WhBDkW4bEoDm99quVKP4sxM3s/M1aryuFLNTF7vP5275BR8wBX5moUnXou0GNds0qkjIvR8w4LxwKLFCFuMb1NXYXwZh55UwUOCt2jCcEYRT8gkBYeAtrH2Y6M3CzIzYQLFuJwXmksZ9PIxs4LDtwy6ARqbRSFEQn+wzCQ31tXqUPt7++W0FUNkcd6tj3z4Q3rvu/8CeJf+4u1v0+te+yq9nPfoL+Xa+7WveRUb9hvK/3b53ve8W+9617v0qle9Sn/Iyfy3fvt39LrXvZ7T63e1ZMM8f+mS/GcY1uQPCdL2Dw9Z+AfAIRF0jyM+r0984hN6xcteqj/9kz/SK17+MvIv00tf8md67atfVfKve82r9YbXvZZN6Pf1b//Nv9Zv/vt/r3e+4y90gWvNGuc0EgT2wMCiqnAaA4vs7jvu1Nve8mb96R//AX1fo09/6hO6587b5P/3xS03fUUf++iH9IqXvkR//Id/oA9+4H265+675P2d1p23f6+cev7sT/9If/gHL9QLX/B7euHv/57+/CUv1rvf+S599UtfImi5S/43E8K4lp8cXG/4WZzCUBzYRQKHN7/hDfrv/9v/tvw57Bf+/v8qn8f7/vI9+it4+exf/ZU+yQbvMn45Mv1f/sO/1b/7t/8fvf61ryYg+Z7aOmvBe+kKu3H6ricPlj718Y8WPbzohb+vl7/sJXrPu/5Cn0J+H/nwh/WBD75P/tsmZ++7T/4fan2E1whvhN6//Of/VP/4H/73+mPmcpGTozsX/42QNkdFbDVqrSYH7FByZ9iSb+uortygBXV1KHPydNZlBfp85xu36O1vfot+F33/h3/z75DPC/Xyl75Cr3zlq/Wyl79C70RO/sd03v/+9+vFf/qn+hf//J/pX/+rf6l/8o/+B/3eb/+mPgav9935PVVa6qrtqU5vTTRnvAkw7xrN2GwzayLjNIMGXTh3hs30u2wmU3nQ/tEPfVCvftUr9KpXbuDFf/LH+sMXvVB/8kd/qD/+wz/SH/3BHxP8/Z7+19/5PXj7A/3u776A/Auwr9fqEx//nC5eWmODo/b2el26tNLtt5/RxYsr7e5eq7qeETh/s9jYq17xcr3sz1+i17zqlXot8JpXvlKvQ6avI6h6PfCmN75eb3vrm8B9q971zrfpPX/xNr3r7W/V2978Rm5y3lDWztve+ma95Q2v15te9+qi39e9+tV69SteoVe+/OV63Wtfo3cQfPpv0/hvTOxdusRavCxxs3iW27ZPfPwTeslL/pz5/JFeRZ83v/GNev2rX6NXvuxleg2yfsPrXqeXk3/R779Qv/UffkuvedXrdMtN39A999ynuwlsLnKD9E2C1be/5U368z/7E3TxR4z70iK317Bmnc6fIrsXveCFesHvv0AveMGLmM87dOedd2mEhyUbU4xB7l8CDmPOrUomsp1PG21NW/lmVXH6/+wnP6LPfuIjuv3WW3TTVz7HK7XPaLV/Ubtbc2FOmqHTFIygIeKXRjVNlkkEitBGv2LjCwQJDMWGZ4ohFH/sNlDnxHqo8NUZHxWxx7r4LV8bVYoEjrfoM5/+FEHkl3X3Hbfpy5//tG7+yhfkf5V0xjgdtuz27XxkaAVoV7mCl8w4UV42Cwphk4/YXQDHIcYgCwJMkUU+csASjrdpGvrHEghUKaiucoEKfioGauukSVPBa1ZbJXW0z9p6U0c5M9cOHJfLrKO+znIe3YdE5DFyM7rm9eQa39z3K8yhRwej/BmKXrxu0Ap/GtQz115hXKo/vKzV3iV5f6fntGe8qpty+1fBV4C2ocwgY29byUwaCABFHZ+VF3XlxBPo2Wd8BUHF5j0OiAqeRgxh3GSVMazWo1Q2pITxxBBKXXKjj1EpRATeFxjYrHoCC09dmeIJ4JuZfPPya0O/PvSNOadAEFGV24+OCNQDiCYl1ZwwKujWgJcd6hiUMdIMHdaoooQATcfBhJejTKMHOIzvSg/wF0IAU/JNtGfzXK+dzzWGMYCyMTpHMIMWEHxFUHE0dYVCQ4zl+IMGaO9x2v3GLd8mgHi/3vPuv5T/7f2PfOjD+iCn/I9+9CP6EFfl7yHA+Mt3vxsch3eV996f5n385z73GX2SG4r3v++Deue73qtXv+Z1+v0X/ble8tLX6Tynt9GiDgjOYBMujOvdpS7xjuVb375DH/7Qx/VxnOZXvvJlbgi+ppu/flM5Od36zW/p1m9/Q9+46SbdzOnnmzd/XV/jJuQzjPOX732/XvuaN+IYX0Og8Gkc8L4C84zozNf7gmh8Pqk0MOb3ONF9+pMf00txpr/zv/wH/Zv/+V/o3/+7f42DfpE+wYZ+6cJZdC1ODhnnYLqNE9sLfve39ULgfe9+p7742U/rDNeqgWDFncK8zZp3lbZYpO5Qu6ZC3xGHEQkKDZBykLo2KZo4wV6A7y+y+b4Jmr/LxvpP9f9kU/0f/uF/xyb/f9e/+Zf/gs3hz5nHpxjnXrV11Emu/RuczhLHkFBazfVsg121pPgrGYHx5fMX9d1vfUdf4Pbo3e98p/6UTfs3/92/1//0T/6xCu3/xz/U/+t//Cd68Z/8AQ7+S7L1njLHkBPbnIgJEDo27gmpQ5sNZyZ1lB0mTeRkl3B+cVPHuA1tE9JFV2k+qZFXJedp/+JF3fqtb8n18ra3vBU+Xqzf/b3f1z//5/9v/YN/8A/0j//RP9KL//iP9W5ueD72oY/oLKf7hJK2Oa2eWnQ6MWu0M8lA0jbjTpMVuu5oJ12jkeDF11edM4GECHQ/oVe+4lV6HRvpu9/5F/rAB96v9//l+7HJ97Khv4PN+U1629veKN9A38qm/uY3vZ5N9uV6yYtfrD/4wz/Wb//Oi/Rbv/Ui/eZv/ak+89kv87pgX5cJps+e39fNN39fr3/9W/T7L/hDNvGX6hUve7leT/D8Vmi8+Y2v1Wte8Up09XK96mV/rlcQZLyCoPeV5F/98pfqta98qd742lcSOLxOb37D6/T6V79SryE4fj1ByGtf+XL6vUQv//MX62Uv/lO9mIDnD17wAr0QOf3eb/+Ofuc3f1MfZA77l/dU58g8D3TzTd/SW9/yNr3hDW8hcH+n3kf7B4B3vPUtei9B5Lve9ja97U1vIP9Ovfed7yGQeTd4bycA/hP92Z+9nJusW3Xm/jN6x9vfg07+TC996Uv1F/R937veDe679NEPfEgfY3277D76oY/qEx/7OOv+vfD+Vv3JH78MOi/Wl77wRflziSAnY3g9G1tAd87jpM7KBKIzNsVt1tpt375FL/rt/6B//N/93/Tv/uU/06c+/H7tTFttdbUmVSq3GeOwKr5nuVzi1VTWbFNlBffL+FgjDYH6YOBJhiN08LFrxquqWNaq/+zEfNqxgScCkiSVfkF+gLtAwPzFz7Bm77pDJxYc6LLYbMeyJjEmbjsytBkRN1n2AlMpR/yz+1UHM2NslfoHyrJS9j4jG3ADP7CpAC5Ls/DlaRUDPiAowpOXa/QJ26opdHVSR6HNtEOjpW3R1Vpg52VNEaxPHQdclicBQq9htdQhNw1+YPU9yMf3Q1RdV4rsJW1Ti6sMjRxkjeDDuNnI3MY4HT84OEzbinmbAsGErycciER+hR6CBeopjhoR9zJU1XomIR3qroAP5nAFcPEDFsZMKOgbb0Z5mSBiILob2EADBlLnSi3vQDPGlENUhYJSSqpzxlizMvmRBbRkY1oi/NVqpTUbeL/uNXLiHqHTcyU1kEaTGui7UU/bBsPJ8huBBppNSKpZKRXGV2FwNXUOnvc6/LkS/CT06ACKEoqODvQb2VSKhukv8BhKXudz6eHD04FNZmRuNOgHzygzAzY1I4tWzIcqjDHIF7BRhh11XdbuTq3dLWBRa2fRaNpE+Q8W+cKccu3tTn4xa8uGsjVr5PmmZm4sEM9vb3WaT3PZTE/v1prPolbIZu/gUJYqDQy8Qn7LwwPkM+jEdtL2ImsxrTRts3yj3l1MtJhUBVqEOq2N95FRsKIJ+e15DW8VkLU1d2hxJDW6C+pYZL5olgd7qpDbyZ0NrZrTQNZaB5fOck19jsW3LCfuFr5rNjAf1xe241UsxvX+RU2qWHBmDLw7n2h33mrRwWcdeR0QaU+MIRmBhrCHxGrs6qzteac5m2UN7zvzRjvziuvOxOacNamDJtCt/DSG3bjTaeBhzoI/xSn9qhMzNupafgPgm/V8WquOgxInD8+f3J5oSnFVSwAAEABJREFUB/pbs0ont1vtoqMtcFx+kzbhBnrtXbygy+fP4DMOtJhElXY27EVX6yGnp8gyaMGcELm6PJafUZjxnndO/xl8zNtac08niXlk8gmeohZtVJNEH+PdcNJW1+gEr01OcGXv+Yb58lHEZt0ml7zKcXuM2G4Ohm6yTm41Or0z1TUnptqFga0maqdLQNQu4y0aQ889azJg/8w7CluqcNaB1w4XdfXJrIc/ZKEbrp7rKmhM26yKxcKyI4CPchm5A93dmmjq9Oa1XEa7252uOT3XDdds6fqrJ7ru2okeeeOUWxDoHu4R7O5pOjOdOt1oZ7fVyROdTu1OtDVNmsPjVldpd9bqJOviauqvO73Q1ScmwFRXYWOnXBfzhrXCeKSnKR/Xn/D1NKu1Q39fSzvkT1J31U6nq3Y79FlhM7VO76IbZJGCij1vYTcTxt5BTjU22lZRk7bSout0cnuhE1szLbCzSZ01bZJcFpM6FV1tYx9bPt680SnG2WZNbjOXq+D9BHOYIecF8tmCF19rO7NO867VrMmawoOvSZ9/29Tq8XkJpkZ8U0TBa07NC/TeMpavlVltmlVBrs/h4IK+d8vXded3vqHGltQ1SsNSsy6rraO2F1M2tiSnl6AVWWsJ22hyUpUjPskUpA3gK8jyGeXZzHrOKQh1FzvPZHyDXbHhXnfttXrYDQ9RU+XyVzlv/uqXNGG8E7NGXRoVWT+BDTwyVsK3V1WlFfNyXz74z5QMkkkyK986fow1HehjZjJPYW7UgCRG5hBl+M4AmNcRLJl6xShsdxSCA5ZKtFXor0FGXYGolnm47KbIe95V6LHGdlq5HranrXytui4bZOR+ZcSHOr8Ovg/5vAd8vf/24IAfKT8nwf7kfmUbf3B6Z6GT3AwtukbTplJXIXO4DkfgsgtmWiO7EKQQTDIaTSszGz6oK+eBvSuHGecEp2bDujcUYL4Jex35Ir86Z3VNQwBRYSAIHWvIKWGYlTJtHhWnlBViwFCiAkEHAtfx4zjT6ZQF0+HQ2hKE1DmrcoOporo6k09Kkf7oLKG4DI0qRrlSM+UERCAFKZHGIG2CCaMcGDPI2BDNJDO+JA04aZ+LyWjn2/SffUCT4/kiiG6czC2EoBiCGIo+LA4WQsTomxyRRaXppGY+lWZto12Msq2SMgvr2OFsTRuMv2HBZnVVUJdFPtGnFkVkmbQ1m+KsJ1osFmX8JYt3j9dBvhAO9/c1ENh0TV1k1rW1pl2t+aTTzmKC7E3b8wnlWi1jb89b7bBpbc8mjEs785gg1zYH1SzUOhtyEvMZgTV9W53a3VZXp/LDTls+nyYRtMAz9E7iZHbmnbZnnU5sTeG1EzEnNAbmO9EuTq+JYl6mk7TP20rzOqtjLIcJk2zI10FsNrUWba05m/EJnOyCBSwCDB973mYcQ6UO/poELmUfc8ZcG2RdQcNpb087ZO14QS31PkaT2OjrCN1KDfPsfHzSOK4UOSVWOK6G/h11Th9UddjbLvKbT+vSZ8EG4c7Jnf3JOY6lkmZsJCcW5GsTLGt31rIJV+gv0JZL4DNtsubAoqkL/4uu0va00tYka3feaHtSgRvVZtOkiuSzdqYT2maatU2xoQUb3bRJmkDHYQd9niqyTJpRf4oN/+rduU5vT3UV9SfQ0YlpI69fdJm5BLXor+e0teZKt2sqNoVBkzoytxFbg59pq2105fMNFtBf0hz5dyimq0wnd6faZlPebK5Zc/hv8qCuNV179QlsrlKFvFtoZ2TZwusMHmbM75j/eZsLL10VtDPrdGp7pu1JTRAWNEX2CwxlG7q7s4b6Sl72DXaBcHeQ2S668FP67qzVNvlt6G/Rf2vSaJNWugrnv9W1jBPVIs+p84HNuZ3MwW8pL6AvNpU6BXV1VmATEZvBJCct2gaZZqDSbNKoBb9iXk2VVdOeo2lna6Y5ctWwT/+IXFr5nFqnxzzqGNBnVhUjAWyETsf6nSpTzvi/Oa85fL8Z2cS2FjM1KQLS9gK8IoOk60/O9aiHnNSP3HACOK2HXXNSJ+aNTqLrk+gJNLk+qyqp7Wr8bZDh19b9ktcYlZpcFb9kOCbDP8l8ROE/VJ5AXSRHs6bTTg2vqtu2VQP86q/8ip7w+Mfptu9/Vx//6Id1+cL9OrFo8VtrTarApprka7xraigI0iYPJtwf+V7wYBCPj2Vm5ASu5OXwQNmoMwmf6d8+B2fS/azhcDEl5kEzAcyInvzAkUGscyz6qNFHxUQi+7frYIb/WCAPt48d9Lw777Q9a7XATqa0dRySvC9Ok9cbS17RHfKK7hKv6w6QYSq3WXVyXdQ6vbtA3gttTVtNsaG2zsw7qAQS8OBj4spL0C/K5YYCuZqZfE+RrM9t20swx9eV8AlXAhMP5mHaTocZC0JIcMlNg98mIEuJcmTB1E2ljIYjnMcQUEDcBBMspApoiGabplHNq5HMQqpS0tZiroc97KF6xMMfrt3tLQx8ijOoiiEVOiYWSGSRJmUqWLcECdpAEM7PCsRg9DEM1mS2ATL6oQcjLcZKu+t5JCIeqQuUQ4ygm9szQFRMR7MjOiWv0m5mjBGZFwAzbvj0wrAkTx2q5PwGNcgCFExriYPp1damCU66TSoLtOKkn7QqJ4/MBtexWuZtVstKSpw4miyJa+q9Sxc0srk2GPVk0ilCP8JvxqHEIMYdhC9TTX3FgL7gM9buET13fFxTDnK6Ne9neSkoH7ODjyljOW4Nnw0Os6sqzaE/bWtNm0Y9kXogYGnhq02jZnWUO/QpfSeVEVjUjMuaWR8o4xTc4UzAmVRRE5yP3wh4eorNIzFXP0l0MOoboW8CviksuoqxEjqWKsaI0BnZ/BhCJ3Ge85Y2+K7jKN8spnVSi0Pxd821y4i2Dv5mTWYjSGVcuohLAM3aLB+jpa/T9J+mbxwfGrMmad7lgpPHNfyv4cPLFfSDKhz0hHEWyGIOHZ/7HKa2u1q704bACB2D4+XTO3M16GzKnH1eHfRbnHpbZXSe1DWJACOjgwRkLXzO0GrToJY5d2lQE3qCtlW5VahtLbcNuqnIg5uzBufpMgicEFvmO28r5lYzX/hgfn56rejn9OZM3p2q47h+jUC3q+CDPuvVvjK8ntiaM7apzWJMydDhwDv+Lg/oNVEfmNOoCTZbhRWyGTUjiJpUg7ZnWVefnGlrkjlZHjC/oLoayS+1Xu6xDnuCjKwpiph2UTNPi104Tcnt0Ofi+uiykEdmrEF17EuKeJBXUJE7QqA7+hhUoW/vN2H+LusJ8vY2SJc5ZNodp8PG3E68PrIZueymTYOtCl+BRAcpc7PVVsb8gmboYkq+Yi1OmwhOX9rnXUOwkIsO2joT1NXwIU2bSjW6b+Gjgwe6g9/TFlSjpw5ZJ/EQuBiBw7juVTZaeHF/U7HO9ngFFy3I9REJaudNVfjY6hK2u1atQ203QQtknsdDaK+RR9IcgdWMG9mnWOrKOcs34owjGBnPUzPhE6RgUSE6wI0FcYEg8apO5A3/7FgH3H4Zftg3wRMnTsr/zH1LYPGNW26S/4xUW0XmnfEZQ4GGNZGioWuVQII3yNAMkhyMVGWuPfMe8B0+31J59OXDhigZqBsweTAS4ZNaOb5TCjTykfEvhcj3qBFfyNDKzDVDKLiPAzmgy5r+LYro6qgZNrPoKm1NANaqBwWLaasZa7fJSRHCsIeepQDtE7sn9cynP00Puf5aXXv6hK46uasTBI6TNqvOAT+eC6RkCowZQ5Dz6WBm4sPt8Vo0Il6TSaPCuDaDMV05D6K6cphxTuY7O3btNdeMXdeOLjMX6ICz88ACCaOgiIKCECSyNfKmGB0wCDOFGJQixi2pZ5EFFHPq1Ck95SlP0eOJiqsqKwbUwaYS2Owzfd1wIpv+QIQavB6FGqmPb9Q/UFfq0SO0jTzmBwrf0BmwnjXG6K9rPO8w+msNZgG6DD4C4EU37pE+kMYqvEZlPmamAG8pBI3QG0HgoxFcvuA7qIpBdcIAs6dR+BrN2krzSauKuThM2PiqOOAcsloMtMExTZukxaTWpIos2rWqsNYC45/WWXPS09wSTKEjHMbAa46ckgzuJk2Nw6vYtLImbHxdnTRr6tKnZfBtX0QsKnfC8y5Ds2JcoKvoZ5z4gyZ11ALaO7NObY6Cdc2nnSoyHfSoUoMDO31yS22S/MTfwvOkSsWJb8H3Lqf5GfQ7+N/qavlm1iGHbfJz5lbbSjvgOXjbrMnqfO7IpIX2DJwZuA2DNfSbMO4EvqakCae0zY1KwU+jXF5tlqaMNW9r5tRogpPIOGX2AuafmKNDVgftqgQQUTvTVjPwW/ieQtv7OP6izSqnmVkLTZdHKnh1DvL5z2h3/Dl95m2lWWXanVbandX0a+XzrwgGprTPkGtmXhk7aXH0LUF0myqVfE5qqwyvEb4Czi0XWEyyFlyjz8vGG7TVJi2AObBgvEkV2WAET4mNLEHLyvy2po1c1s7fzrxD51kFtwo4v6AJMk3Mfc0rqxZeEnYbJMZ03EaJ4MMDvRkyntZBW+h/il5QrYy10TGfbR9jUmm7y1rQ5jzOkcecPrCHvJJcrhOfV1NrNplo1rWacmCYtY22saOtrpbjdknyfgvoIj7NEP7WtGYOWdPKtD1lnEku8p3ksbRvT2roN3J5zOBxG162yviRuRr9BBjtEcjIJcp16fg1c58iuxNum01FMCLkV4sq8Aw+G1XoraukKUFTl0ZoSjVBycJ5BjHhZ2bwsEVgO+0azQm2J9BqK0NnjWBFHpxPkPVi2qLfyPqPwgRIgxrkhEvAb4iD0kQtNwH+22uRymhB58+dpa7CzirVCN59wAK57CDvHRjz27CruJW42m+gCFqn6MDHj/ifk9zGuJ8TBw33jTXyr1g/qFnuj82iDD+hEDUCg4MCYb2YlWkw/Bg4qekUclt+s+lJT36Kztx/Vh/7yEf00Q99kNd9ZwtvDXRbYM0rLf85hBE/5P/Z4ogDTDHi/kaZmUJwCCoPbQN2tPGnY6kyM3CCggXwJcc3gxfmE0KQRvshWvJu0IngBABvrhhNVUpKCDkGye3afw4kU87Bihwb0hY/0qHDKfY2Q2dz1v60bTRpW25xculX84o+xqTd7R096UlP0jVXndbJEyfUEvAJ3ivWzbSbqKG/j5tTpG+t4APDz+AMMlawyHyiQsoazeVqqKC/hH5WYlbAFfEJVwQXD2LijW95y3d4b39HiulwwAgGhH7cHGPklFKpxZkg3uKU6lxpJOAwDGMgpR/lXqJvVWWSofxQYUpJfmsRQ1RCWTEE0qQgaSQQcLCycQ/C5ESzSqQYTQaSmRRRLIPKo3WvczoG4rHSDQMTZZnx2YAvCAeGkfkXfDKiSnL0bWZ0YxAwBvgWaWSu3szwytD1hRxjkEPDvNoqIYcs38A68pMmadHVmnq+CprWGUhyp+r1MxyPO9wZxr8AZlXUNBuOL2tCedJWOCiTOxOn5Qu8Ylwfvwa3PXglMxQAABAASURBVIIpeB30HdyxTnF8cxzx1qRirFTGnHcZXjZl2JKfaJsoaCf5dbDT4mqCALtXxcl3a9aU05dvCu7w/Ip53lWaMM4E2tM6yR33ZuGmslk6vUVXa3tay+u3pg3OPDKfinIq4291lRZtlvM2gX+HlgXrTqGDZse8PRDy8SeMNW1S6T9rsubAjHKLE2mToBnkPM0oTAtPET4M5zKog/asSWwong+aMWZDvzlymMPjFFrHc/K2aZPgNWubIHBrUhde5/RZgOs3E4uu0pxxdmetdqYN9AOQivyqIMY0xq6Qa6U6VqpCVg20rIWuqjRhfUyP6Lk8513WpDICjVHzJjCPgFwikChHzdjs5pxSfSM9xeY4iVLkXfrurNNi0oBfwW+tDro5RZxtVI2TbHGW06ahPpfXYZH1kYA6J1U5aGc2QRZJJ5iHBw6ztlKFXBCHZvCxNank89tqa+2ykZ4A/+RkWvK7004nJhPtzmba7qbgt5q3U4LNCl202p7N6TvTjuPwGvNkeYVVadYGIMrH255WWmD0W9Os3XmtbWS9hYy3sZmdaasT2J0HbjvOB/M8AZ+7BRr6V9CmP7o6MW+hk5FX1lZXwUdmjFzoLaDna27O3BbIuauC3L793DipolzvDK8t5wNYcLOzIKiZ1lFz+JnBS52Cmhw0bbM66E2Qx6TO2plPCb5HNSzC1nFIPShw+h3tdY7o3sAJShZkbIwhRgX8yYrb3UTeDyYpRE2bBp4b9GaaYPsT+NyaVMyrwq68PTOvSg08r9jUZ9MGLzSqylk9/rFjk5wAEdrr5VIRO7Di65IsNlKspVDL/67Ccoxah6hQNVr6Bp4qXTw4lP9a7U//7M/pUY9+NDcPK13yP+1eVdqat8pRnOpHfHJkHpL7at/cU5Xl47gPdd/of/W4BBCSvI5vcpuPl71tzYFIZnyMcdbKEDczLXmV6ziZdUKju1cN+HyvGyitCWJcXoF5PQDI1eXpMnT5uq4SBwvExPoLBToKDg3jTNqG11i1AvTY7NUTjFWsla7r5PxPSCvWUYu9T7DbXFWKOSnBUwBPISqmrJCixiCt2Q+qpuZ2otely5cVQmSyBt2hv3R57/6unl+mYrOdkPnr/sDyXzcLPzz+d7/73W+sV8tbMYp91scPNcYYlVKS+T8MxMxK+xpDGTD62Wyqa669Ro9+9GN0YveEgoWiRGgVw3JkM5OZlTYL5FH8iNIMlRh500C7ANq8HQmBTnkEvM1Tb5dEm8NIdjDRbmL9yBeCjh4zK/VmJvGRtz5oYp71/malUQLJzBR8bKoC+RiCYghKwZRjUF1lNXVVHHnX1mrrTL7CMdQ4jgrHURfnMG+z5k2inKlPmmD4UxzZDI8+xalM6ef5WVuxMKSWBTElX6colYUQVKcgd2BljCpBIxVaM+i6I51ArzjorpI72wX954w7a5NmTVUc1rzJ9As4M6mKpopNpWIeDbTrHDShz9a0U2ZxN3GgX9Ks0MikVek3gcYCp78z63RyeyrfEKY1fatIecYGGzVrMptNLmP5Au+YY1slTZDVpOSjqmyiqjjwhr41MEEOrfMBzJjXrIlFbr5JzJmXz8fzC3hycJyOfn6TUnHqcydfoRsPThrm5rQ6aDndaZMLX/O2Qha1trqajamSl52u03LwvJ+mt6eNdqct7eAScEzrqEmTmENi0xB2AP9VhQ3UBVpOpC2bhacNG3xb2pIanFKFrKfowDeuMo9JZhODny5pzm3FAphURiA0IntDr1HOn/PRYQuRs2aLvFx+LUKbcoKuqRd6isy3YqzEmmSRaVwvlbHRKiWCi67ouauCdmedtibMhXn7nCfUdYzpNrfFPH2+vtG7De0y323G2AZ3p0CjHcpbOOHtyQT5tQQ/Nby38mBsZ9bK32E7nJh32pk14FTywGjeJm13lTxg2KV+d95oh817e1JpG352AE993G0Cj9KG7Le9Hbxd+N6F/jZ4u/TfoX7LAb4W6HIL2gvy8zajq8xtRFVgir7bFJi/NvIsfTz4yMghb/ij34J679uAa+NaA6/g/BYgcnvRVAHdJta71FX0m07Qkcr6nCEP102NnTk02O6kbfAHGdcyql+tFfAZCT24fhwSduBgNohtCjoJXpsix1lbw2dWkwP9aMcR+mncabhfxRGoBWe1Wsr9ZAimJa+tYkx4ysCGJ24egpZDktUTYKoVAUU92daQGl7wRB2sTY978tP1a7/xd3TVNdfiWta6+etfkxG0bi8mauC1TlEVG2vhl7z7esOZ2ijMawQGkQP8QyWO0wMBEpmZPO8btkNPYOC8rwksvBxCkAcOA77X/fRAJz+n9ryfGch4uWcPEO0GruPHEApdmY8nmZkCkIMpRVOOEmrCNxkQVKHHikqfQ/I1ISnGgB8PJfU2wVcKEd0SeMGI/y2h5bKX/6XQq66+RlOC5BCSZIHxoqQAiP658L/CJx/Ps2nr5Wc+/Zk7X/2yl+2BhED4vgI+G46vAEaOWbj33nv3MYjLfT9ghlJAgd7Wcy3tacT4ipzh3FCYG86SiHnAyXVtqxuuu04/9qxn6sYbb2QhtPTH6Hn1sQa8byzKNnRmCmbyx8xTDJbEgslCAEyBvIOZhMkCUpBQsPGN+WGYrmAvmBlKd3DdHrV7A2Bm0AoyMwxf4IHjnwJ8YcjiGY9S0GT8o4cChWBBMQQl5lulpIaF11SJjd4hyvMd5UkVi3MogUJbaVqg1oQ2r3NnN6mTpk3itBo0qSObXVVgkiP1mbpKyfngnXhDnTu8ltShyfSh76yrcEY1uLE4U98Y5tRNoec022wCDXpJ3rY7n8g3jhmVndNwftpKbVOpgXYH3zvzTn5FXocBuoxD3RReZ20NnawZ+P7zDQuCii0c/w7OfgtnP4OG05+wup3+lCDDocPhTp0f6ifUtdBqGLdm4TMkDgAekWOHw+7qjOOO6sBp4c/lNmkycsls/p5W5JOch2lTbYIW6DQRGozTROFcOM0FUjxgQ30LnQn0NnPIWkwqOb+LSV3olDZoLbpG28xpF9gBFsxzRr8ZPC0mrZoUywYwaRvk1ajmdGNmOjg80KVLl3Xx4mWdP39RZ8+cBc7p8uU9bCaUH9KbTyaatDXyq7WDDna2ppo0kRPvoO15rdO7c3iqCMZMLfPZmXZaINtdTsaztlZko4voYwpPXVNrwvpqCV6ChIWMSvBWHCgVfNTQFrHRSdtgm5k5t9qZTUhrbebOWMytrYKm0NyetsUutpHNrm/ibOzbk6SdSdYuctqZNcim0s4M/snP28xGmLC9DL1Ku9SfXDQ6dQQnF06vxiaTFl0q/U5udToB7GJfTu8H4LiN3Ja2GGsTIFRawIsHVNtTb6tpZ2zyXt4Gr0BXqeDDT+GpyZo1Cag0JV9lKxtOx1xnjsvctrpMn1Rg3ibmUBV781dGYq2NbBYeUAyrQ4nNrcZP1SGC12nateoYq8Mm5l2tFruusbEcpIxfqHNSlTN6NwnNRPrVHuzhK3yDdh9ihu9hjBSkmo5Os6mSMjpssakG/IDPcQeVoeV+jS4yMzmNns259/7gLwla1r4Zs+H3BA9jrNSHrHN76wLt4qQWJ6/RIx77ZD3/V/+2/s7f/z/pV37976puJzp/4YJuufnr+u63b8G2pe1ZBz9RVYKXXCkDMWXmEsTgEhu+kEc/rJ21UiWm6f5+KHuC+08xa/ee7sNJ8ctreO3ZwMVjFiXAzGRmGrjJJkcf8QQN4PfUSaaI3F1+IQSZOZY0ML7ZcVsoMs/B5LLMrgcH/EBFRYV8Im0mKcQIvcRcwGV+I3RkUo/c7j97Xpf3l2omMz3uCU/Wc5/303r4Ix9FnwxfIEFjMzNThKbrQ/Dg6chel2K6fPc9d9334Xe/G4PRFfOEK4aTHzAyhBD3EOYaKLUjCl9xC+GQWDzmygZGBHuwOtAhEbMjrjyKBrfjRNPi/CJK9PrDw0MdHBwoWCjK8TozQz/m2ZJSVIAmBYlNwcsPhlLnqqbS6QRS/UfPMb9mR2KFlxEQ/RzVZCRg8SHDAtkYv6MUvKN6MyuYZqQOIBtITjVRrmJQhbEmT92ITao9DaY2R7VVxFk5ZHVNLgFHWyd1VaY9sYFkFnMgH0paQdidSx1NFTTC2KsiXydTXYVCo6uiJsC0TpwSM/lAX+FEk+Y401LPWDMc34zUcSfgzjuc76wtG9WMTWRCW9fWmjQV40dBvkT4XZ3Jj7zLZw6c+lufT1SZy4KNbtrU4Ac2Q3Ga7kt+e9oyvs/FcLw1PCXqY+nT4tRbZNGQNjnIoSbN0OWjiBwz8nO5+bwb7KqtEnI05BTVgNQx3445tE4DWTRJtAUgMkYgDQQXSRN4b30s6GVOgQ24Nf0b6rqK9iaXjWZSaEVoG6AylzYa+ggFmuhByaDE2S+5DboTxTEG7Ad2OeD02t/f1wWc8v0EEPfcd6/uve8+3X///brPgfy999yrexzuvhvHiZy4tZi0jVp4nABbBClb6MN1sdnsOs1aZEegscN7/A6cCdA1SUxBXO0hk6ga+dRVxhZqVRmnhwN2x9w0jaZtV+Tp9YmTq6dMiyBmqgnznzdV0Y+P06LwCvlMoL+Y1Fp0GUi0R8151zLj1cu8Jd8FLQguZiWfCCQiY0tdbfAbStnbt6dJuzNg0Wh30WlrUmkK7Xmb5MHCzrzTzoz6aUOfrLnbI4HbFuDB3KKpsd+KPln+Wq1FZ5MqalIDpDOn1VUElhV4eZO2mbz3SZqAM3Vc+vm4HTKqU0SHppb8FFku2lqzxuknOe4UO3C51Ag4SsjZkGkS5qOeVxUr91X4ggbd+cbv9QtuX9sqsZYjMkgFMGeN/VIDt0Mi+HP3lfAL0TtID2yEYz8Wf4ILkbcFEBM8+obrBzJTUAxRvuGtlmvsbNAKf+v4ZlZ+WyFGrBB/6/0EtT3s8GDV68z5y/renffpzvsuKrULPePHf1q/+nf+vn6WQOLn/ubf1bOf9/N6zJOepoqN0/EP9vd089e+osPLF7B/1nuSGiaSkUViDAtBduQ/U/FFayEUwZz8VbNMzGsEhgLuNzcwaIQ/HT+j43kdGeoCdElkBgHWls8jkDej7ChM1nES8gsxKIBvRptMHnB41szEp7R5X1CQm5Qw9kSD8xvJGwNBDtxjOmL9ZPXrlWBSFzgE3HnPOZ2/uK/9w5WMNTNfbBOQt1px8O09iFIAV9Aw5cR6oy6ayagWT0xhv8n54t3iGpHylfI5Yu9KYafwMTZdfdksLD0yHDCSEYfqNww9EV6uKrmyZSLSw/BR0hIlrIlG3dn6f4T01a98RXfcfruWh0uZBXziWn6LYVhAThWDmEw+dUNpo8xMXo4hiqzrXMdPMBVM9jgZlQEEPiXvZWzTYw1wDKcaqDcFxjQzuHbyA/RGlad0MNFUirSSjjK+/ePzdPC8mT1QDwFh1RJzFJu9Ya0RpByCskUlk6oYlILYnE11AGJUnRKQVWfSI2hKnbfyJppJAAAQAElEQVRFFnIsfTWs1daVIMFcesbyjShDDzopFryGTbXDeU7qrIYBKwRS83qixRlUnGK9btpmNoFGc5z1tKnUlDZTHaWWPo7bUuicBs7W+fXr1So6joG/GSv5pkzfmvqMgKdNLR/Xf5vAg52ITVTMsWVObRUVuDqdNRUOChoQrRmrJq28P2kGl0SZCSZkFpAsVcxPD0BFn6ZCLuC0VYLnDa0uR2QrVWW+ks+zBc9xHCZtzQmyLg6+bY5lHVUzoPPvNB2vhdcKfiLvXzPzq4OUyPu170hQPHIytX4lb4+0Z+a9Xh6gj0FuSG6/Fy5e0H333Y8juoTtjwoxAkHReURGddsohKi9vX3ddy9BBnDIu+uMw6pZN51v/gQUs64pG5PzNulq8lkV/E44CRcegyhHZGMSa843HZdXg84a7MQB85Q7yCpFTaC54pbQoeG062OtuUHpmkqus65OBJCZTbtGLhFZmroqlk121iQ22YB+AwGDqclue6NgC3wvD0LE3M4E2sZSP2kD9AyQZq1hb5GTbgW0moM8qSP0kjx4mHc1dDIBG7Si1FWhlGddBW6lGTqbMK+uSmqRY5sD40TBltxmu8JnJceftVmztmLcDCRoRSCopV8H3Ql0Jk0u8kTVaqE5QV7T9qiP8+U42H8HNMUmArJOqnMuqa/tgduAkYAtWlBGdw6T8mqrgnZCThU3UA0yydjHWm4naw5Vowef5iobdYjv66Ex4is89eDBsHuzKMmKS/H6JQHEkiDG00M2t/39Q+3vHRQbOoTGwEbmhzGDlx4/i9Up5Up7B0udu3BZt3znNn3/jvv10Ec+Tj/zS7+mRzzuKarnJ8WXqum2VrHR4RB0Fty9/QPs8l7d+q2bldkHF+iAOFYVgXSOQYG16fzCsvzBJBXwd2JdJAQaAjNgXYxex6JwGxTpQHnATr3PcWohyCxgviMwgDYWCN4JiDE4OnLwtkFmpljWU5TjGH1NEolGbkIKT1ZqZPQ16IvHqIp8GXyRlcMIsoNKKgVwW9Zez15FF124eJHbiUPdTzB22x136/Nf/JI+/NGP6es336JL3DAOzMV5gGH6mnKKGtCt24YxV+H/mro96JrJEnoDcMV8whXDyYMYmUxmhwiU+GGUK8YCC8AVRtq0OE0U7+gDgsVMMCnpAAe2T2T//dtu02c++xl9//vfw+GtlViQjuALKoZYosBAqqJ6ifUiM6MYdGwk8g6AUR34CqRyOBoMVihaAXopgGNSKZsZqXgMcP6h5v0oGS0FFxyKjMC3txmpf4oB/kd9vN3rMTJ3AG5YIwbuxpWgk4Ip0j/zFWEsRykFAaFACJ5GZeackZsbZ45BFYhViqWvIcca55ag5fSNE7JvCjEEOB65+h7kG1yVjMWvks/gtNBwR1wxdkNbQ1ofO+QqqYY+H0VwvX8NTulTJzVVUoKPxBhNjvAnHDP1OSiyoXbgtFUUXShLjlOBXzHGpKlL/8CGXINQwbfjVuSbKjJuUF1DPwl+A+OYMn0T848hoC8ViMjPge5KQfSLYvjNWPStnV6O1AfAqA9ABFKhm+lYp1jKPm5bZzm4LAuvEK3p7xuH4+LeFF0WZawADWN+oxJ1HkQl9FfBn8910ycoY789G8ze5X1sfCn/nw2Nefg6mEw7ddNWE9IpJ9jZbKb5fKbpdKaum8r7+E/Unz93QSOn1MY3pbpG90l1zmrI10BiDiPXsMltJCUlZNVUlSpORpk2//XDnoCnzgl+oqqc6V/h5Hr5usopEbSvdMj6y7R5OwsXnMjcxhKc1ciyzqHMOUchs8hmnNjog1x3bR3RP7QdL0mO31ahpA3BbIteK2+jrgG3rgwaUsuNxbSJm+BhUqtrs1wXDWN5WsYMkv9sQmQTcztsaeuqRN8EblJLvmNunra1lyO0A2CFx2lXEVDUBCJVCVQ6eGmYRO36dVlBz8sdfDVVVp2zAiunIe3qTPDRaEJ9h0y7plJXO9SlvnX5I3fi1dInodtE2fW1YqMf1gMBayffsFr6TQnePAicEBR6AFvlUNrcRtbcKqyxFc97gOAOZsR/rDmIrD0YIC/0PPD+fo09hJDoG7jhXbHBHWzsi/5Lbh562tfkDwkqxOO0VwSNwzAopqweGvedOa9bv3+3Vqp1/cMfpdnOVfrO7ffqw5/6nD7yqc/rk5/5or5x6+26677zWo9BB/T3P2N//913YhOjOnTp0FZJNRCRpWT8k1haSqyFwBr3V0IZ/SRsMdDAspVDRFZeHvFfG8B3ukOXFENQCNHNUM6zRilQ72COT8WIHx3YqB0px6AqJezEZI7Hl5lBI4A5qDwI08wUYlQofGzG8LyOnhEcNi76MGCpG5Wxg+l0qh4d0CA/AHvrIfq9j1cfX/jil/Xev3y/vvLVr6GDQ5kFiXH4ktOucqLvivW2Kmm/Xgo7WM63pyuxvQBXzAfOrxheHmAExziklNDNgFxNEWW7fANp17aqWFghYiwSbREI5YrOI+mLXAffd++95UYihFD69xiOR+EyqZt0iinKMAhR4Yr11I1KPGYmM4A8vRXAM9uUjbpjKG2yYqRuJBsYiajBcKIYlmiXpAeAJkGrgHcoON5qVJnXyPlg4iX1CqPZW0Y2nZGFMLBgRkCU3dQjm5BDhu6mbHL8QD0fFRq0mQUdy8PMVBwXMgxBZZNgmqQJ/EEpxIIbLchwIOLqPQYpBymywIM75ogs66wOB+w3EhMcZcbBJvjC36qlzZ3etK1xzBEnGzfOm3p3jA1phR4cGvSZyado8vrMYFXZPJISNEfGd4eavT0nTY5oRiZXgevlDF6VYzm1Oc0WB56CyesL0JZSVGDCBgTmGGOgbArQMYl5m4xgJjGO005BOJlwtAmSQqMGKm934XJaCMwXVpWQqY9fxqKj08jJyrwr+DDwAvpL5KsELcbuqsQmVWvasuE0tboqs6km+S1Spt2DOhTCaXFPfsUsY37dVHXTKsQog36qo3KdlaGVciKtS0Cxs70rDyrWy17nzpwrcMDNRQqRTbdVzpUi+YpNLhK0iCeEoLqukXlUC09d1xKA16h/TbCwr5F1lGKQOzgHYb8rTsaG/JzXkfLA5gUptfRN0AsmZCPsZhRdgbGUy/xcDgWiqpSRVaUUEvI+KqdKGd4q0jo39M2KFsHZgLc19PNNvGsq7KJSUyfV0MxR9HVgXOtZl70MfeUg2qPaKpa0ArdKUU1OcjobiKool/oqqasr8LOqghvgzzYQRCo2RwMCNGKhmZAr6lYmrXOWBxINaQ3NJiV52kJzyqvZaTeBbpZ8TQPe12XQE0jsXT7g9mG9aUe2mUm5Trq2Ug3/zk8Nfw36TymoR/YrNqk1G9eIrbmfGOk3QNc3LxKt+0He7iD0Y8jXr9n3uT1wnB4kPkopSzJw1+RT8a9Oq4CExo3T9L7OXTzEG1S6fDjo+3fdp9vvOUtQcbe+csu39dkv36SbvvVd3Uvg0c3m8p/z+cqXvyQPEGbMoeJmk2moRv5VSmWcGCNsBdak0LMUEaTfUmTml1KizWQGA3xKyteAj3K+qJJoMzOZGbjQYY7BgvyhSsIGhExEH0FbPhPWcoKHDARzTNFfCnRI9DcZaKP4kqgz6BUIphh8jFhwaZLLvMhWP3jqquJGaarhKHipqlqBsUSHAwK2u+5GbnfcKb+5MDPkEOVjmfMVgqoqQ3ctCMD+Cj0vNZtNh52d7b4g8nWlfMKVwsiD+ejqTkJpG0Mh+0B+UNM2xdm58t2IQoxq6qREKgzF0wan6ODGOWI469Waa7w9FsWa/q1iSpD3qY/eRZLJF9HIl5EPZsVAYggKlE3CGak8nvc6x4nwZbRjk/K+DoKHcnNC6h3McaAn85JIrICOH5O8Wf5wevBuPi+n41XSgxCKTfuX15oC/EU6BwnDNnneeQomejke82NOYhYCz8wUAMFwRF7eP5iKwQ44I1+wZsZm4wY8KMXwALTItMawA30DCzGzwFscWRVN7oSrKsnrMgTrlMomOeUU1flG2VTqmoxTTnJn6lCxoCK4kf6ZfJUjY5m6ti70TCrlBroMhQ9aogN4og+rinlITZ0ZM6phjES906wdH5o1vJIox6BNW1KKETFYgRgCMguFjsvDfF4mGfYSPO9AOR31zyng2CM0Nn0KDsoKEvQ2EJCdSTqGcDSG0x9wJiMbsvOTU4Jvg15gE0pqcDhNTqqpr1KkPioFh1Be2604KY5HtiGLMtoUJE8275XRtYl6oy4ohqBgQb5ZTTkZ1dDf39vT/bwuueD/V8sgxs+KMSuEpBhT6WsxUB8L/w0bXtc2yC+qQfcerO/t+a+tmaqcwRk1EuiJOflYbdspwtCKU/JAXYX8Dw8PFaNBewR/kMvMqcdgzM9KWwqhjOGbaA6VohL/spIBIStagsesnGr6J41jlLhCN068ibYcKzb1jOyyWnj2m4JMoJUZdwPQzwByTYybU2AzTqpzUkU+e12kPcdSX4FXpaTsdUAFjkOCXsDu0xF+RTkFKR2Vc8GFJnSDmfxJzK2KkXGiMrJJ1McCQYkxXL7z6YRACDmnoBxNMZjcvterJbo/kMvyYH8ffrNc1uXwkOMRrpBL3Mwbeds4aoXM3d+N/ag1a9o3t4H6pQcaBBP+q5NL/OHSX3VwE7EueKMO0dsBrzwOwdvcSjBb+kX4Nwsy+KqxAzJsaIOcLl0l6u8/e0bf+s53dO/9Zyknbs3mGi1tXoucv8CJfIXt3aO/+qtP6mDvUrntmTSJIMyERtGxyrwTY7nMAjTNtKk3ldSCtKk3SWOBkdR9JWwipwHbkMxYyVT4nMVzzP/AuqZY8H7oNgiZJyAW+iP9AehCpYwbQ5SPGKgTQRpLR14xMo6ZyeA1GKkC1QH66ID1Kh7Y4FvKVYVfa+WvpEbWRoe/cr27b6MDb3RW9B7l9S0yhhz9RkCK2EmdKwUT9MXUmecwaraYj6dPnVx7DXDFfMIVw8mDGLm0d/H8ql8fILexxxD4aM1i6FkgEaPzDSRX6UjhxoLNKKPRpGkw1g6Y4Kgziy4UQ3VDOP4PW2qUa2YyMx0bndN15btx6ugJIcjBzEqNt5fM0ZeJf95WQDI7LgulY+reodiE10vmBimeghclUhmoRKHiMQsSULqA67wEM/HRho/gteAYZa930FG7lbocA/N1iJSjTJKxCCI9WTMKkoyvQEPkKwBwUJzbkuvITVlyGXu9Q8pRTdsUSMje6wzKOQR5OUBjhfMzSU6zwrHV6KZmIVSM5Q6jStDIWS2y72ivkkFhVKBdZvQci648AGm8PaPbGKCPYwe3zoauxwJ+8zL4gmVhVjmi+/BAPcMoMtEqBegZ9aI9KsEj1SKR68EkxjZwA3XGlAbkNNImBb4jiIb+vB/Dl/45BjYu+CpMi8foHwsdCMjMxBcfH4Fs9LZQymuCCXfA1IIfoReUvN37oB8/iaAi/xzRjKqQldvlEgcf2fCTl+FpzTowC2wkWTlEuD8UJgAAEABJREFUGWti4HUEXgnnPJTXUZGNL3Aqj3jODue1xWuQOa9BRhaU/2zFXXfdww3emk2qLvMdxcOcQ0jwZfKfHQicO5scFKhvuBFxefifYe/ZeEIIkqmsn340XsOMMuoyOvaNsOdKNtDvEq9AQq4UzEAHR5I5z+Z0owJpNFMKQYk0SEVnjh+DiSpt1v+gEIN6ZBVjlIEvZBHAiSkokuZo8tN/i/04vWBBromEHeZUKaUMXgKiMjRi2PSL0agbFaO0oRNLe46BWw0pkUbog6YgyWmXvJmclxjAA2I8SsmbWcGlCnwpB8nzZiYBBgH/nzpzFIF3lP/a6qLNaimncY1Ol4rDIfNx9EF+6+rBxMg7+IEboczcss+HuUUYz6wXXzdNMhlB3gBeAMf95mo14DulJUHECltZYT8OhwQT+wQQfv3u4MGEv5I44MS8pP+a9TVAIGF7A/nKx+DWyfnHjAQZhRA1m2TtXz6jL3z20/rERz+kW77+VZ0/c0YjNrB/+YLuvft2fe0Ln9brX/ESfe5TH8U+B3XcTiBS+gu9RJU8Nuuv/BKFCPBRiEH+GOOYBVe5zBCS52XqsYEBZkhEItiV89WTWTNXB4E3srLc14/IfqSvnC55l1EkTZR9PLl9mRTgJdAn0GaSSOSPGSVwxIAlS8qHom1ApjVjlwNA6SCZGYFqVlUngr0D+Trt0NPV23OdXkx1at4BbYGT5Ge8vovcAkNQkinnmgN0JxuNkiTojRhP081WW/MTawlm+bpSPuFKYeTBfHz2C1/4zsHB3r0Ib+D2TseGs2YjGVFYnbMaHKwvopZ8xuCmOL0JzrOtclnEbl3oDQc1ShiBv99d4uAqHJxRZWbyTdtkLLhe8rKMbiMwyIwWQDyON0JjxHrMjBphbuMDYMFk0RRSkOfRfmkbBmMMB8cf5N9gQjsowLNE25E9mJlE3Ujqxt+7Y2FDIB6VhQ1dp2DghBgVGFPOE4t9k+3li188ISQoM4aZfAM2Gyj38jTAWQgiz3C0m4EHgSWOahgGFR5NMjPkspbzMoLTs2IP2UxWAE1E3cg5BiWc2holhRhLvq5rufNJcVRkYWTGznRI0KhT5Po3FgfrM085SybG6ekTtbvFyQaPQJVyymqaCv4HRTbHCQ63rrJiCAWXofGxK/AMcffgjcpUGvJ0u2BKAlU5R/qAQ32pMx/SaUrJZQkDAf5iCOSk5POwKJdtom5EvkLvCdxU6Fs5oQ3I3qhDLIV/QWNAfkYfz1fYYogJ2xXvRZeko0LKcGFoQPAWSEd5H8jLgtENCEEGD7LAa46D8lPfPobjpJiZe6UIXTDLhpcV5D93UdOvClJihCqNmk8qNXVAJoyLwfvrp52tbeaXdfb+87rnrnu1d/kyMuy19nVlpoQ+Gmx4a9oo9MgW+8voN8FPwzVtZox9bjp8w0l1JVF/mTV1/vwlLXm10rYNsllqvTpA7ll9SAVMpih/TGJe4+hzJ0+9eBJ0fa2KzTAFKcBvIjNwPb1iYzo44HUL0jp0unVSyhGVDDKTInKLMdDHmGtQV8P7KPjouZHs6WXgivKgAdsaexpl8kqj1YMuXxfGXAO2yjJWlZJyiPTpFeE3gO+QmG9kLFgunxCcwgiVUUa+d1uBtB2B0wvow4AQJK8XmQANY47BVgTZo7ZnWbvAtJKaOJRf6d6Z1Tq5zcEoRTFbLZFBwAg8jfStclYiUAoxQjJAJ2nKevGbrkyfpmkYL2tJ4HBIMHFAYLok9ekXwFZ75OHr2tv2Dw6xRZ+LVOFbXf5VlZFvkPvcmKNSgz6xe/cHxrhuu3UVOcglXT5/n77yuU/p/e96h973rrfrUwQXn/z4B/Xed75ZL3/xC/Th975DXVgz10buB2IIylXFHJJc5j5HDygYBhsV46q0Dcb4jBWw+WE0iXKMGZkb+hnlwZHPZ1SQpx5wr4dRawpr/NKAzDYbPHOzpNGixhDBHTUwl4H2gO6ch0A5BUFpFJNWsFEjNmga5XMNIcjAp1IRPqgma2K4AoUHCmsOEDKJYZiDadLWypH1fPmStD5Ua2tts1ivJai48fQJ3XjVCT301JZOTrO61KvCd4pngEjbTrWY76jYLWz1ChpC7A+Xq+8uk+2BdkV9wv8/bv462lHivdPZ/GyMsfwtihiSXKFrHF8Iton4UmLhVzjNRu7s/FrWN5IqByVwjEUsDIQsahnlV7b+p1xjisosRoeYoYuSzMAesCEwB/q4zYhnJDMAZGUhyMw8K683s1IOR/VmVup7+nuf45R1q4G6scAITiHBl/cn4TNguBoDDABY6QCMjMuHVvp4WUZeMiZkMaiAmcw24zq+y0hHj5mVnMn/MUnGF+DVZtQBjpBdBjDZE9E7Da9zOg/kYcJ/e+YSi+HQgw7K6OXI6UQWdc/GX2uEdkAWPRuRL8QauokxHCJE3Sn5T6KvDg9w7GsxDcUYSAPzHovOVji9ng0kWmDGUsoZ3WaBBv1eyXUHBBM6jPQJ6nHiVZ1LW8IbRcYM8GHw42P2nLbMTCFEJIEsvZ45jADVjDNQb9DLhQ8zoyxFHJjIuSzEE2KQmQGBkjHvERjIq9AOPibtkJX7vZQyTq2Xyw6/DX+54Hn7gNMZ4dsoBPhacsMzUFexGfZ0Nmjt7XkwMcpiVISW82NmQhAawbVRSiEql3WQVeVU1kXbZLVsLMdp17E+KEeElqA74b1907S6dPGS7rzrLl26dEkja8VJB75iYErosKuTXHf+g5xe72vKA4YBW/Gg0nXj68dvUIoDhcoS+0jwCxnV6GRkLv0IozAbTArmxCMDGPMgOfoY48sdN7qJIAb4HChHaCX0PRBoeIcRWiM4oruB53WgKkI2UM45K+fozXJf4bw6rNhIl9zArQmGR2jQXWYm70NCHh6dB+bgthuoNDPqNyAes02e74I5gAspvp0LEPwTTGPBkwyeBKZx0yNHlI8hjchi1AjtsfAdTapTIABsdGJnodMntnXVqR1df+3VWkw7TaetTp06oZMnTrAWKvntg89tFLQKXWPOSbkCckL3tVxnAzaydl1hfEteb6zYXB3WrHMH34jX4Hidtw8jvIv1BL6Crz9jXROckU/YmOs6+PwYc82G6f4iWlCFfqpk8t/m8d9UOnffXfrWTV/XV774WX3zppt0523f1/LSOS24ftldTDTBPoMNZf5Vgmfm7jLw0T3NfKVgiijVPGVOCkEDc3HdBerMwIaPHl7XzMvTYRgLzgCew4ideOp8rtk3PJhaw/eadroSaK0k0wOP03WAtDzYM3SHhB9oNzPqjfIAjCUfQlCwQH4Dotl9vY85MsgID15XE9z12PDycF8oUBHbbqI0Y11uoWP/FeYZciFeU7Revha8rymo6yZAJzsaxwNAhXDwuS9+8f0ffe9H7tcV9oQrjJ/Czvb24uDpT3/64dVXXzMknIqhnB6n4EGBG0mF43BFhhjKxrZxJFkVxudOE5uTMFo0g+w3U/RTzmVOV8EXQFPj4BNGm4oRurLcEEYWOkMJ29HI1ygoeIWMfxSOPmaUj+CoCp9Bb3D7YrCep+9xY+ltKom8rVCWP2bUewagBTqe8XbJzADn30HlMbMyp0Cqo8fMjnIC3woEjN3M/hNc8XjbCK9kkUPG+faMO5KuS19fgN5uZmUS7ojXbPZi0cYQkFukXyoQghUn5nqqYlKUKXkanOeRDX8N9Gy+pL6gAV9cA4tqdB5MkB115swZnT9/Hrxevlk5vRiCak4xHizGEBg3KKUoK/lIOarHoZhZ4d/M5PYRYyzzFo/PRUcy9/FA8VIBs0CTgSXoJo3Mz2VjZpSzQoiFniNE8tKGvo+xoWUyC/JnoK9khaeUsvzxd9EHB0sd4zqO5xm01DnOiNPxccciC6cVeJ+91j7yXrstDSZ3UL6JD5Qj8/fNOsYgd5C99zfpWCbJnTTrw1MHpzuCE0JQVVdsUBNOPFM2i1pL3rdfuHBBS8Zy9s1MVQXvbHqlrySX9xoZ+6nVKK8IfmIIyszRcWrWkucbUn+tWKMvH8t59fYATcRS5D0yxxFeBlJvHwmqxmIHKs/IdzzS3chm4Xkfd2DeTkMw6bIQ1EDdyNA7lcIgHytiez7+iuDhGHpojUWOQ+njLDEFhWBAkLxCIrEC3j9QvYFQ+jgPZsbIrFL4JwOuyjN62XRUHkkNEA/4tA2A44zUOO+eL1m+DHCf1RJMbs3n2tna1nw+Re7e4vwOyjmqqXy9xcLLiuCoZ5Psi/wGxjLFEMHLattWVV1jGwM3NGutwPMbpRJAuBxgwsU5IEvnY02AMcq4qh91aW+/pClVaqdzRW6lBvEwbzOThUBBGiDAzFTXSS16r3NSA49TTuKLyURzgqBZ12hrmnRiUWkxabSzmHGLklUh8yZG1Q7YapQ/g3wT99xG9oH5sx6RW0SfZpLLO2CXkf4OwStp9zk4P24Xa+a6xlZ75jkczc/bj2FN+wDv4ziwptaMaTqmFZhbhCffV3y4MqB+8JhZwfdbLrncAdfrAK1CEwY972M4L5ueQU5vNpvK9eWHi9HHp2+IQn65yK+ts9wGvI/TcHAaI/PrkG+FPnz/cx4H5hVj2ssp3HMxxqX3eRD8tWc3FvLXzsYPM5DSbHj4Q2/UYrG1MV6UKZMOuV51xeSUFS0QM4ykJhe0eMxMZqYYAtfBVmzCyEcMxZ3LPgvGZCiyVrBUYEDB3n9AeZ6XSWb0D1EjefSnUZvHFewQoec1nvc+Dwavc3oF4GVDy+mZ/J/TGqHoeAzpZP5ToF/pH+hB3hGOcc3MiwWcRsnwZWYyM8k/pOGor9MRZfE4/jEc8+xz8UVw7Li97LICnW7uNkY5DQdvizFQ760DuumRNTgwh4GXfFUcXyhBBN7PEUk2NFJKSmyIVLDA+tI/Qa+MDY0QgjxvZko5yReVOwczK3ScZzNDbwYPJufF5+N43uapgzH3iI6cntePKHFgEXteoi/gqXi8P4li2PDsfcwYn/5e7wGipw6QwUn3wIBtBcWIHeLwYL3w6rr1OcYQdchm7eD9fIwlm4AHZkhLgUpYlEUrcorIRTHogM2afU8XLu/Lf/5giXMcQ5AFbBWahXMfBEZ8nmts1+fk9Accm6cOpY2bmQzdlII2aZTACZJaNhz/obAqJYKJA2BVNiC/KTGTcs5yEQ1sNs5zVeHwWHNLbpfcmUJIx+twOpnIN7GWU5jbTUa/fgDwQEVsAMH5h6gZhDn1jfAwwncBF5zPh/UgHp+L45NFxivvriptNhaDoRF8H9f7DujT7bYn9foyf+gnxk85ytv8AOJQNgGIOp6ZSQ7aPGZG0ZjSWFIzk9uPGekReD+XqacOGK4Mns1MhUnGFQ8l6geZGaACA7ryPg7yZ9BRlxFRriG1ZuwBPyZMwJTRV5USaVRHcNByivWxj3UTob3038jAvry+x0Zc7p6P2GzKWYipBBIrD977sZQT+lOIcBoAbWAUeM5QUM61Uq6U62v6Om4AABAASURBVFaRlFpu1w41QMzM5P/I8hJzpM5bhW4ytytJUTzoNAZp0mZtTxvtzlptT1puJhqd3JppzjwSwWOLbjzYaCtsikXAh/5WZOJBRWQOZpSBAZokEOdzZDfkZGYKR3Y1guO6dnAZ01TaxeP9HTb1Js+bGZqjkY8BTschhlhoyiupH8HyfmRlZkeAwKjwNpeLj+003Ud42e1sxcHXy6CVj6/t2XQmf93ueoKQZHwKOL1BPXpaAz3rzem4nEe3G8p1Rp/cGB7s78nMhDoVUl62zWR5Y1U5AV1JT7iSmDnmJaU0XLx0iRuiffxFz4IYFS2wAHv5Aqo4aWUM0gyt0MnMCCBUHLVJcgMJkamZFLwthOJg9rihcMXVnAbccccYoY2BGekg6I8aadgolfwPqcugrKJU8bixuQEcg5fNrIwtHrIF11OKMv9HwVNsVY4vz9BY6kj9Y0YJ8Px/Av5aREFmVpqchoOZberKrcwA1V4Di3fEMv9z4J19IXibpz6Hyk8jGLGZycuOY2ZFJiGkQn9k8RoNxggjlu23FmYmd3ApRN6dr5TYYGkuP4CEb8ThRFU4kQwkKmI0WZAEr6hFKSc1bEaz2az8VkJmAfnC8zSA4DxGaOeUxf4kQTxAYxyHwhO2UviNMcrnAgIoo7yvw4gMEPamr0eIMlAcSI4+ZpQdaPc+ZiYznyWkZFKANrgYY7Ejt6EePkbHwXYGeXsQByNOeNKaK+bDvUMF+jZVxdimfslVpsvX+aEv5CQvQ6MCJ6VKawjsHy51yI0Bg2o0aIK/ZtP0k2aPgxnIO3j/EIMCm0+MUQ5GeTTIcr26JqBYr+AhmOq6UmCcHsdkbCVNnUvdZh1VTooNfK2z587o0uWL6KNCZ+g8GDytNZl0ojtiHFURjBwSWBwc7InhFDQKdcjXpeveeXT5+EZ++fLlQtttI0IgyPg3UjcK0oCnDlTxGbEv15fr0W1gYK4WkAHzNjPGYzRkdozjm0jPqXOkn9MOMORySAQV3uZB3PJwLafnZUQpb48BbOg5HQfxjC44UscdGXeAprf5JjeWtdTrOD/Q7rMwJmFm9JKs/FORkZnp+MGLlLrjsqdOx2kMbD4Ijp4DHbEo9CbAf0airpJmbMjTti3tKwKIEZ5iCBrgx+ftozh9txcPPmW0IZ8l9rNmffaAuUywkew2gFwEzz10Rqj2g2m5GnVw2CtXrbZ2TqpqJhosyf+a40UOYJLbWCaJznqBcSyJYggEPbWmk0odd/iTOsiv7ROvebJW2vyPrqaKcstrEQ8qtrClLebVVZHXJFIdY7E12GQkUyQTosmfwmdZ9ANray2333I7gz0gMDG8DNTByzAVoZWYq6elP/NfshZXq56+fdGD9xG+I4HrOIGKYEGQUST1nHnpaI6O42BmEvVO26HgeAN1os3piBms14MwSQ0yjfBU4c/8V6gvXbost6lAHW5QyX9mh/BMw1IDwcRwbFOKshBZVU58ZJ1mLZcHWqL/CM89xNerYVXXoZ886lH/EZfe568Xwl/v8P/50Tnd7H/ly1++65677764YtG5IhzT0xWnuAoH3LIJGcbgSjMWkbcZSjQQo5ncYAKpmYmPXBGX9y6jmCUnKneQ1MegMWwU73R6lO0wkDoYBuYggQOIsniGo/EGFqYDVQrw4hADxuD9j9oGcL39wTBiLgPtD677j/MD/RweXG9mjOOA2sg7z3rQ4+UBuj0LzB2op8fgbQ9ClRnzBxzP2yLGamYshvUDaGAUPK8Y4afvh1L2RRuiy8TLIzyJwCBy2vEbuIHN6RAgb7RFFSdRaLhcnAa0AmO5vEwm4URXB4dIpYdWKGDUO28rrq69b42+a045OSdOU35qHeRzs2CbFHrH83A+Pe/9yhi0hRDluMf1rPaywM0M/qLEhmLGqABZL2rA8Zht6nys4qiR7wDC+AAwxxBkFuFj5FTH7cKlS+R7uZ06hCMaZqZhwAc4QHtkY6i50rQYynii/dLlPY0yCX5HSb2fQHGKflPQ43gCdTVOMyH/AScE49RsPmamAC8RXXrq8vMf4lsRAMRgahmrQYYJj1blpEnXsBm0bCYJvgZdvHhR/me8e+wn4whzjsqMdUB/H68hmEjQ7tGJ62VAFi7PNXzt7V9SC70e/TpfNbiXoOe0zEz+OK7L3XyGVEXqSbyp8G3mJWZNsDkiHzN7oD5aUPRgVf6MLiGNzH+NfAb4ABVRDDQOChF5jqNwvGVeZoY9cuNB6rZrwccB9egzgus0HJxfhzWO28tmJjM4BucIHe4H6kYF6v02BkYkeIaBMp7rVQ96nD6oMupcfywLUIcCng80wLIKROG7rOAOrAtj48k0MCMJvRg0XCfRgkKIQIDOSFOvYivI4xDePfg1t4WQlVKlnGtoOhVTj+32ozRaFOoioFjJg4fzFy4RUO7pgICkJrCI9PO8ywFs+TwCE0kxKGNDdZXUYEcVLPgPX9fRNKEwq6PmXdbWpNFWV3NLkbmtqOVlmpSQVZOj6hyUHaAXoWvB5BDgWzwGeD7GWMYuekEGzo+ZyeuPQTzO34PB8Y7LNP/Qx+keV5j5SMwQHRtSIkcTApKDZGbaPCbvZ2a0jA/UlzEkrbDHQ+Tve4jXOW7xW6yFC7zODRZKv1DmOdKjZ1496QAtLzPy8VAUU8qadh16XWnEFqoUi24u7u1dOH9x7+Dy5csDna+oD6ZwRfFTmPnyl7+8d+ddd33vwoWLZw8PDpFlj8CtOAXKSiHKFRXDhn0zFIwxBFKRCrUFFOPqc4xA/YjT2d/f5yp6KT9xRYw0ojAIc6pEsShbLDTxjDj8ASArNwoz6FNwI3ENgg2q0dVKu9P6Ad4of5wNx3devPwDoJ3PD8oPytFp02dTZ2abjH8/0GdT53jHIOLhDTjiBsycZzhl0xow9E2tEM9YnJ6XzawEEM77gHx8Hgds7BHHbYb0kEeyJCELM8MxJcUQ5PI06nKI+NGRK/RGQaaeYM8YT4zX+ImIQYrDxYGAKNweMGyADUOMOfhJGgfo4zsfrlvf6FZE5IeckC7xjv/82XMEggca6TMiI8cz+HMH47MsTlmmgcUcqffNgKEleDbbyMv7+IIWT/A6wOViZvJ6p+U4I/2lzdyZhmiV+F5D2zfR9RGvZiYzgyfmjVd2/r3t4GCJnWKvQjZAQH45V0V24vGxfQi0oBBNCTv0OS3ZpA+5nfATVY/c96Cz5LQTq6zJdKIpNzh+k2PBx+u1ZhMvY+Jgl/B0iOyXvFYpPEKrJxCHPCIGd72UITt3SNF59omhp4SDyhW8wUNKQW3b6OBgX/fdd5/8j2C5PFpOyIe8ajSD15Q0oncz5u26Y2zn338o3ahP1Ac2QPHUOFHnz28FPUVtchn7tbDTwAjA4uMN2LaZSQ7aPGaMQdumL9KC58DcqQYBXL4H2l3mDo7nm6jjuJw8IHJZHB7ijJGnj+1tiTn4vOj+gw/j90WHo0AtMCCfgROk2dFYzNc7mG3Knh8Z3+fi4DZoZvJ/VHtzAccpGb7MjG+hEwbk47qUyCBHZsvasgJBUl0lZfRT50qTbkK5phaOeuaDLEZ4G0iNEVNKMjMtsQGfs2G/ISQlAoKQk1TkZpJ/wDMzmTEKqd8CuP2cJ5i4+557df99Z3WBfNtNVRNUHKD7NboVuGb0g1aKQVXK8JS5mah5zQE0WfM2a4fbh1OLqa7iNceJWaM5Nxend+YloJhxfVFZX24m2iqpgk40KfIVQ1CQAAMCMhoY0grEGEvqshyYv8OIviJzyPDhuo4hFtsc+lGOJxl0Y4EQgvzxdGQukXl4jZl5NTgmRxlZI64P19+oH3687oGaQRoY323O60eMxs1jia0tCcaMsX2slJL8tVUVM4HaZVU5io7y3yzymwrPizFd92YmcyYsiiloTX1KUV3TaMWa7Jm3j788WA6XLx9844477rrvda97Xe91VxK4XK8kfo55WV97+vT900l3aRj68ZDNReNYjGyF84wYWIPDypyiggW58jySN6M7eI7r61RUuI4C9fTmxLJUT/8KJTmNiMIdpxgGXQWiGcied/A8dW5cBcczGI83eT8f1+l4amaFvwFDMzN4MlA2oKNnhKnCHqmZlVqzTVoK5QsskLzazH5Aw0qjRiy38EI6grep3XybWcF3nhzMTOIjHjOTmcn7HIOZFZ7NTO6UfR4ua18IdCm4ZgGcUTFkFkQts8g6GLiNWMmM/jjDyGbUExj4QnfeqMYJdoohgCMxspwfp+uLxMcRMujp2xenKHVdK78KXvlvCqCX4hgh5Lz6hnb58iX55nTIaXmgT4wBwqNCiHK6IUY5PfG4jr2fkQ/wUNR2JCszk1FntA04F8lkFrSGF8fT0ePohQZtpqCezb1fj1oTWLiO49G44vE6DwRWR1eriYDMx3V+BvRU7DQE5DjIbS6GKDOT1w8lGBSvOZa6wBxFW48NVWz0NTZeV3W56UjMjxnLoOeyixaUwBWPy3BJEOHO34PmA96xe3qZVw4D9u48HBxy8iSg9sCiyYnTYaI/c8dxDWyezsvu7o5gTPfcc4/OnTsn32xqAhr/gcHB5QNuCKYRua0pO10zK7rN0HSdBXjyzdXbcqrkPIgnhABpI8eHPl4O4Aavp2pApwNBUs/cve8xuAw3MGhEKRsY6IEU6NPjaAd4GeFNQK6Spv7HvJCd68TlsGSjdR0JPYYY4MO7j3w5MB/W9MCcRuibGe3UYZ/HZRDl+cFlbyrtOnpGxiz14Es0yh+n++DU8z8A7+MjOPbIHPz1lNus68bgoec02hMc9ujUX3/kHLFxU4A3uN/wgpy8j4+UWC+GPbj9DcwjxqgQYtGLmWF34jGJfEDeAfyUq0Jnybo9wL8OzC2GLP+LrBcvXC4b4MDcMHu6GbRSSaEiMnJ/G4MIKqIm3HpNgRk3YJM6qqtMU9JFl7U1qdXlIN6GlNuLCYFHV6cSTBj0I3KLZk6y8DMyfzQLzxsdm3lboG0odW4La2y6R27Os3gi843MKYYIHaNGJQ0hyMFp9qzbINPIPF1eIZhioAb6juOg/58Pfb298AeHRykk5TAwjxV22GPDKIpxEzrL8uA2sTaW+K2MX3DcCL8hmoyDlrH2RHAIO/TZ8CsLzHWETMDnRq2xhRF9+zwO1+t+1a++d4n7CenIeZC5Uj7hSmHkP+JjuObqqy/jHLiewKwxAhdmj8L29i7LlZ8JJmqc7ooF4X3NDJUOtEkxBiUUltBSDK4k2jAAd7h+AqvoFzFAp0E1/QIRoQr4/5XgxjFKKNzk47LF64HHtKmjo7eZUUHjcd7MSj8zwygGOc/0gK9Q6kcW0ciip3tppyspgSb4kmGESY4/OgJlASXvDEky+wF98YzQC8yR7NFYnlPB8zl6t9JOv+P8AG0PzNbIc8VCS7mSO99DomtYk8OaMNlTv76LIZY5+wLO4FZscs6jlxlInt8nim7ahqIRTLRC/OQFmAIFhpdlQYSJAAAQAElEQVTjOb9kxCw04BQsUDJxql+yyWV50U+6kQ5bi7kIKgk2GsYf4HGpEVsQjHnq8wrRewzQG9D7hs8QN2kMAXomY74CI3iZAUfK7pB65u9zGJwedSFEmRmn9AP54/Wi7hAbczn4qcFlJhOyhh9OJIhfg8sKvjwACCEpc7284oYgMJ7T6dkghPMI0TTiQEYsLgb4ho7zcojD8HesgnAI8AD/KQWZmQboOvi4zq+ZMc8AnQGZreQyravMSaYm8MjKbtdVUlVnWfDWQT38Dzjh9fqQue1pWX62QgpmcpoDzmoYTHXdaGd7pzhBDyr8Dyr5PCroG/w6rnhSTnL5ezmU+nUJtFaMsWIuK17RTCYT1djJ8nDNreCKMVcKzE0WoMDHJJ/76AL0CERGk9EgBfJO+5CNrq4reFxryXvkGENpd3n4+CFEZBFL3YhM1x5cDIMyviEiwxGdrgjyDvaXyHFUxbpPaWMbTqMv8x7oOZb2EKMC81mxkfv4CVlG8C0GBU9DYCwrODIr/AfqyljYUM9m0mPThaIJmr1I5HIeaHd+VB6TmevQxx0UgilCGopyCMjEbdb5dZ81YqcJ3iL2M4xrCY5BlBl8hSAfv2LOLu9AXQ/+AHha5ESd4NfxAvge8Prc1+AMyMCgWOWKG6pWfvM7MP6F8xc0wjPdmMeAftcyM8UQVLtcoFkhk7bOqnNUjb12ddTWtNWCW4oZtxFbk4pyrXlbEWQkNeC04EbWAFn0tNGFz8f5Es+IzkbSnDPfUpBxoxF03B457ZsitSqPy9v75JyUoA3TGvBpI3bg9QOpmSnD88C4MajMJ1GmWomK0ccEXD4qlEfGlbze+w/IQf44Yw7kA53pgm2qAMMgo56DFjr3NnSUYtRiPue2bw+e1sBKNXwabVZo8IWsYYmMj0diLhPB46ga2885a49XqBlars/95Xq4/oYbLz3qEU9cg33FfY7ncqUxNu4dHFzYPzi8jC4HVyyBWXGg+1yDu2ArnIMbv5mh0F4jiCNaNZQlwMwUMZaIIhwCC2GNkz/gSt/zVZVl5jiuwFE+Rs/iGqAxytW9Ac+74YBRcMysGLe3isf7HQNF2jYt3sfLpc15g6eR1OkPGJG3OTj2Bgc3RL3nh4I3FqMaj+uOUu/zw2Ays1I1Hg3q6eDzALxh5MvrHAZwvM1hzQYwHI3lp9ElAUUI8WjcUWuco0f2Iyc4SBQ59/QZj3gZoB9jYM7ep0feUb4AfLH5ZrBkcxnHUZt59/RfQxtdsbAHaHh/0S7yNfp0fhILbs2JMkZjyEF+ZTidTNTQXldJjheDO+OBdqlgwYePpQc9Ttvb5PQLlhh7hIf+CAbKg2tlA+C5nHwzEfgDcmFiOIg1JNyqjH4+pilYlD8D4zr+xqmJ9o0z8fqUcimPzC3Ar+Nn5haCQW9QiLHQ8Q3Pb2C8TwwBtFGx4Ixwgezov/aNis3SaRkoUMARJjaAhhNMljvLCsfTcCqfTLpyQvdT+tbWlhaLBWXk19SMZ1qhkwNuKjywXiFnl1EMibZRQhLz+UynTp1ShL/7z5wpv85Lw2Yzpg4U+JfMrMjPdebzP+Bq3Nel3waU4IujbYQnrzsgMPD5DcjUYXRZM9yI/Nye1tid50W7sA3xOI73NYND8H0c548mjeDRHR4E0K7jZ9RA8BYsqEYWOVeUR/VsMJKVOQRkPDDuiFyNQKaQh554QogaGcvHXRFUFDzqS0o9JGgfqJFn5Y/z4amDo3j/wTNUjAjLzCTA886/mVE05L0BM8o6eugXKMcYqBjlyeh8QicEU2ITzMjU84XecVvpExWilX6B74iufB5rgoYe21ly8+drxNflCr2vCCrXzDGFqCphq6xrr6+w0UIFGbk9lTx89dhgkQOyYjixApUZr0qxpBlZtlXSgoBie9aR1pp1AJtid1Tv86mIJLxf+RVQScbcRmjq6CljMN54BAP8Wwgyc4gy/jkqzegCKRz1NaMFCOBG5n4MKWHb1JnRTl9vN2NUCIzM0SDmQCKqPdFx2QtMi+RYy9gSMu/ZJ3rGpXu5xfP8mkPFCpsfqLfCayhr1GV4sOcBxQr14x/oX+aGb0WlolLOU4EIr0CPvx0taDKZliBkb+8iug+6vL8n6sdn/thz1s981rPoe+V9wpXH0oaj22+//fvT6ez2qqmXSwxfaHlAg34SXmH8fpVUNw2CTsWwAtYwoiS/ihuPnJIrycxYmBHlRiLItfza3FBWy3vJUabMKWoQaqXOHSH2IIfR6xwwvAFwI6BYPsd0veD1PwReCZiZzIwctPk+xjmm5U1mGLa3AQNzc5yBwT3F7sq8GJoUGjBU6kklV1vQhg868zEzvv3DIqPTCIEBmmb2AB+llTYzo29U329wV8h3pN7xNw5rQ1uM5ZuFywUi3K+NWuFYeuiKZ2SMEIO8f2DRuk7MjBPpkrq15AsD4UKmzEFk4IaeNDFeyZSvUcGkAf3NZlMcf2ZDyHLptE2lBqc04xp7gs7MjEXMwqTVnaHzMB7RGuFnJD/CnzuCAVk6eYb1BPoDc+4BUhb/WNqtzGugj0OPsxC0exyZfCxS7w9Z+eOOymB2YKw1bUs2aKdjMvnJPIYI/Z75jgV6NjijozvqSD9ISv5lAXEErQhyHTKOr2Kz8PeriQ49Tt+dbqDPBnNUjAJCgYRjrqqMrJJyPobIeojlFNTQ1rE+PK1SUk255QbJIcUg30xcbzAh53/AFrhLZXNIalgTU+Tt/Jzn1YcHCy7XnKsylhCGlwsgN5Oh80P5xr3kdoKqUjZkMUg64CZHnkeQPfIdXO7QoEk94zofA3Y1ItOBzqO3Aa4Dz5uhI2TtfI60u+w9HY/ojPQby5ofyxoXGm3bFllkOU8u3xF6Lidj0N7HAieEQAlsaIo5eNnxBnB7+CSRGWPT7nyZeZ5JSKVePM7DOI6UpUB7KcOry9XEP+oMPAeVcpAZJcDMSt7HW9PHwfPiGX1OjBuj41MBwYx9NARKZkbc1WPPvUZwfFy3H4cNvokGZLFiQ1o/gDcyp55xBkCstQDZlrU1n800wTaaKsl/q6QiUDDkOSKnyFhCED7OSB8hN0ZXQnYJg8wEFCkYcx8JTAL9K824kZiwbid1UgdUGLT/WX0fk+nI+xk0na6ZyZ8iVQtedQSlRs6vyf8F0IJc5W5Tx8AqA59v6JmZovPjAG+JwQp/pMIhxGiCbTm/I+uSjvInhkAd9PFXOnogtxkVmiI3IP8BWTu4npwv15XjebrGn7idOX9mQQGari8PbC9f4rbnSJYexIrH+xipyzIgv0ggYYBCxMf6aKYJa9DbDggkVgSA3kcx7n3/+7d/9+J99+3TfSMkMlfKByleKaz8MB9fuOmme5/0xCfctbOzs7882vAc47D84NqhEovLFRZjlFC6K1BoKIaA7bicB1Etf8wMPUW5IeyhHGEcs+lMFmIJKEYZ+SB/3EBE2es8BbXYnRuKwwiCG9UoyYx+DwJvG0GiSgEjcZ4sBJmOHjJ8KJvMjEoAej6A06SCj1Mm8Y+3CRyHB1Ub5WDBMQADjj+bhTXijJyeb/xmm/ax0NrgOV8R43Ucr/E2BzOTt5kZLG1ouRGP0JOPyVycDa/rmeeaBWbU+6YakGXNlfnIOAfcAtGkGBLic4wgsw3EEOS4gTEYRZ6Kp2eBu5OKhnag4e+VhfMKwQQqekqKOIoBR+d8e73DyEARG0gpQWUEF76pG6HheJ6O8FpS6kbH4mugzqHUk++PnK1ZYJNfsah7DdARg/vp2PMpZUXkRne5DPx12xona+Y8bsDbGQIaS2GIxSEKKWTnDzmOgDHGOBhtOA7G8HLFZl1BPzPH6HOmT4Sug88zpVA28xJEsKk0bABtW8s3mJpNoW5qgouq4CSXB+C06qpS2zQFckaGcUOnAd/xVtwO9AToQc5/eEAfviEvZguJ+gsXL+nihYvFJjJjx5SoBj+ATz64TAZpBR2Xo8uKOEEDco0hy9evBWwBwfXUOXibGTSg7/kBOYjnODXPl41vlJmVtTuCg3blqeM5jK7TcUCWbJzFNtbyOrfFBF/OzxrdgqYEr2YGX0e6ZQz/DPDkqSnQV7QPWh/dagTm6PQcxDMyltOSrOCOFPhI9EUa8srBJ0+N0dfMBKpX0yYeynyPx0Bnn0/PhuM27zJcY1Mjtj8wn834g9zeAnbh+gzQDMZowEj/ATwn7vN1OwtB4PcaoTMAI3KjUEYMDJ9iUJWz/DcIZmxaW7Optnm9OJ9O5EFFlSOBJfPjZiPRIdKTkhhWga8QTA6RtOCmQNuoGATdTV9iCFFN2UqaoQlX4KnQiCFqhPeInYYYJZnMDL5dMipPCEGD8y6TDBzbtNONvlBDbwMgHqdFAl9BBl/eJZgphsD41EGW7GbsGOQEHC9Q6XJzAJ1VB6J3Fg/DeruZcYhxHYh0BAZubwf50A49+nYbd905b2bGOEE1a6Vh/e1dvqQA5YxAnCfn1fVpPo53kD/GV9Ca4f2PkMVUqe067HBdDsFuGyDo1OnT93/n1m/f+s5PferQy1cahCuNoQfxs5otZns55+WAURVl0eip/1e7ZqZjZXtgiR7kyvJNiSZURQ2LX4CXHbdH+5d5ZXKIE52wkNyYE45cIECNBHF4N0nGv2O6cqVT73UObhAO4jGjBiBbPiOG4+hmm3rnSeS9kRqVvKmQ9GrI0gNDxXk6zQeDeI7LZOnj2J4DoMH3Ax/HMzPI2wN1LjevP06dLwfJiuy83uXichCPO9wBGTl4tO3gMuuR/wCXBZcF6DTXOGnfUH1h+Jx91GBRBnj/Ne+uQWGiBt8Qf+ATFOTYVDgzgJnh7CMLsConZzrJ5dZwytmc0kX9UgMbli/8xKbrY/Y4YfGYmQZ4NDOZ2QPjuSN1Xh3EvGgqdD31Oge6F3zvf1x2G1ujj6FMQNq0STElGfPf9BnZxPymREdjjkWmTsNlEoLhDFbyJ8agATt0nr0cQkCaRtDRUwzyTSDhVCN9KuYWwqCm5tYhiphkrcDm4g65qrJSpr5KBA9Z3sfnuOY2Y8WV9oA8RgIzD87WbAar9ZJxBiVoJniPIRZezYw6Dy4itIOqBK0wauXBOrcJmbLfBqWY1eHUePVYfvJ/b/+gONOYE/0ztEKBEKNyVTGftRgQuQyKbOaHHAQS9UvWG+phFoYcpAFdOKB6GXN2ubjczEz+mJlCCBp9MwTJKA9OQIJfQyajaARGGXXe19tBkwUq+FSMm5gH3TUc6dFpeoeR9t71i07I8nEOpAHkgc2hhz9vp4EPPFP24Xvo9LQbRBxolM/XweCs0JdXDWBIZmABXuMAeTmvtEgy8l4LFKZNkFbPQD5G4YX5i2cgHeCXLkXOmWDAjuTWo3N/Zba/d7n8JtQAjxzGFXBeOSXFgByZp+P10BihT1fsJxUbq6uoKgd1TeY2oRJ7nmrsJYPkQUGmIpJ3sRYwKTAnr4sh0DerSkmJuhyDamwjmGB1NXLGvAAAEABJREFUBE/YdlSk3k/mnpb50x5SBMlk2E6ISWZBksuEOvIxQBOghJxGGWPJTAO62MhR2Flf2nT0+NxGb3coc+1ltDllpKBoQcEBWgFIDpG6ABZCG5GTg3eixhMFcCChEbn5uK6bNbv+GmWte8nTFWMdcFN5yO3c6Mh09n4e5Mdo2ucQm2JQJu98CEIjIOYjUUMnL5IUektuOwIy8YDk8PCAOa+Z66B9Xh3OtrYv1G1zgVeZg67Ax2V9BbJVWBpvuvkbZ+4/e+bCmkWzxGmWxcbicgUFFOROIxwpvKcemygdgysKDbkR+NWal2OIRX/+7th/AM5PYN4/sRgCbSNGKBZhcS2u2UJp8/VA0Sg7kLhRDBiZgxuHg1d7s+cdvOzpWAzVKR9RKskIPwaZUXxhSL02TmTQwFyG4z7M4wd0RtoG0EfAax3o78mDwMy5oIK+D+ZvpMyHcQOwwQkhsOAjyCrpgBwc/ITmqfdxy/V+ATkF8Df1Xiv565DCgQU2DPgq/alnwfU4N+83IKdNfjziX5vxTeWJMSADbeo0KucoP30HxvLI3KgTj5cTC82MGgg7Xa+jiQXXy/NmTnQstJz30hWeXGAm/gXAcejv7WYmARRBGctpmoqSH+jncjALMng5xjHbjF/6l/pRa4IdL7ud0lnOi+N7GhhzRJ+eevmY1oqgC07BjYKi2PlwOkH4HbV1VvG5SDVR4bcM7qAMWmsc2CHOZe/yZflG4unlS5d06eJ54IIucyI6xBE5uL3vH+zB30reN+esEKN8Lbls/DWV0/bxL3MTceH8RQX+1bmWz6NteHUA/gjy/v6+LjGOz6vi9GUhynkp5aqS24KMQAlP6+tqSSARWV9r7GCFfAZHpJ2Pk5a0kb2OHrNQci6n6GMiM0c0A4++LrsYgswoF0yRPy4PiiGo9ENmvpk6D3Tb8OjmyvoWj/ceaRiwS09H6vzjeefxuN7MsNcR2/LOKqmzJBnSUJGPmVFykMxM/hwllCkdF0QfBvIxVOocF2DOIUaFiF5ClCzI2XS8EkRohIeBb5XH5+U68/Y1r8tGbHRkHp5fEVT26xUiGxVDUMstVF1lJacPXSiXYMx9ojGR3gPOfikRhBqQg8pvX2RsbERfmJ0a709Q4QEBhOFhFDMRKIogpBhIIxBKYFERUEQaHQLYway0jYyXUoQE80H2on4QQ498CYqkg8+FNj7QDwrIIxBUeL05Gnhut64jIZGBeTuM3gEYvb/XsT5cdiN2J8oMSk8VOaQYoRvgKQJBoRAe0O26wIDvLcheD49mnpE2Y5IyRn8EXreGvq+BJbbuqehsQGSctmnk/K3QS0RWLvPR6cNrwTPGR09C4SN9ZJE1xBi0J9ZpzhW3E5dhf9AaXa0IWi7t718Ygu3deOONLj5daU+40hh6ED/r27733Vv39/bvRNijv2d1w/EI/DKOzR1jO+kUcVghxqI4V/CIgqMryoQiRsmMD4qLQRG8QxzxhQsX1OAo/UopFcVlDRj8gCIHjMXHGUVfQeMIJONzBDqqL/iDBsYsfSjTVMqD06Hg9QPtDqPXgeN1DjTz8XFYUOBAvfAMihzX+QFBjvufg00bvHgHLzwIHN+CU9xUmpnM/lPwVsf11GzTfpwPGHuwwKILD/R1bnsWqrdlDJ7ROZmyWSFbgbtkYa2W/QM8My0WKr38A7gcnL7rotBmjJwTVWORW8R5Bfh2npboquekHaOp5Yq/YRMbWJC+efv4DmbIDt2RQEOFTxeHGfXyx/wL2KTlGwSnTyX4wZMyNtXMZV3qTKHMocc5mVEKgXn0R3hMRALPFJiz0/J5bXhbCdSC5/w67z08exqYlxkc0H2NDN0x+ZjeX/6A5zcyOZoiDQkHnKvIaTKrqtkYKA/M1YMWDxSWBA0j5RSDIrR7Au8VgfeI0GMIqtjkXc7O24qNpmeTGKEbaPPN1tuCTCYeeIKUDriFcFhxu0CVAgGcr5WGmwov+39adoBexDwi/PTIx/Xh6zCzlkbqfb6OKzllkzGe4wzYv8qDzM0kwIy8yEuiWGR+zJ95G5Vm6NL5JjXb4B4tT5mZAnN3OywJDWtsJsRIYJo1MuaSmxfxjIIOZZfB6JOFJh/vChgYAoMslaDJ+R6QpYPz5HOlVWbHdMC3sCkzro4eM6POC6N/yR74xsbJG30CIMDHCCEqxABEqoJjFPtZYw8DjIzwY8aYpD5X36gievH51lUuP7w3n01ZI22ZswcdFfVuf01dyQOLjtdjntY5KcLQiP0J+hG6yQmRH7GfSFsgINPIOiD1ACFRGUNQAPcBCKZwVOfBBt0om1KKiuAngI+YiPwxM5kF+VwGZOqyLCnB5/pBMHAQGeDN2xw3BvqUrdP7b2Tg9CSDNPI8kg+ikT8jtBmEVgHjEUjOa0TOZtAD2cvi8THWrAu3d099XKPedPQPvkd0OzCOmZFjSuMGIFN4WMOvB8w9Yxv0BVSsPb/d630dsUYi8hqRr7A7H9MUFIzvAD/iIS/4k1FP6ntTQ0DoAfyAbhz3/0vdnzzLkmTpndj3HTX3e98UERmZWVlZI+a50GiiBxDC3nDToAibC4J/EP8BNhakUCjCXnJXkCZXFAiabIJCIQZpoIuoKhQKNVflGPPw3ruDu5kqf5+a+4uIalC4jbBrx1X16Jn16GDm9913Op3GJx99/Meff/zq81/91V+dUYHza3XX18qarxozfu4Xvv+TX/rlX3r/rXfe2lYGJQOxMij5PYgsYBmwlFUMNIM8B55Rbm0flKREMUB2alarmhvGq1evdeT7/ufPnisTL4Of0emkSxbsAOK0X9TmzceOECr2GnKDjd7YFugk1UjSIEvA7OdjkJAjfQEE9LTBa3gmliwZPwobA2mDke0Jst5cA/7IfoN407kT7f1S5Fzrtr8gv9TSb5tJEe+LU3CXfW1DhJ74Vq1k7GKuK6/3MgbLclA2eSv0m2zDIGVyrYxVJtiJJ6i5uSDHRgZAVYK0VdpOVcfDgQPeLeWiAp8AZ7NsJd2wMBZxCS7/U2PkiSv6bQiod2JaVbINlGTt10WZbXGDw5vEPDXKIVPjhm5jUUCMGgt1YhZ5G36kHBlPaGzLNqaMGbOFw6zMSNCXnBtC4qVtW4fjUcZGkjc9LLa7fycOXY98tSBo6JjyWmuKLiPrQL2T50fKW2JjFvbEI4eILHxYjOwDMbuZT5DZNJ5y4Hr27BmbC/D0idJ+/pw6uCe026Hx9NOVg0X8yeafjWdDTxbS2JIFbKA/vwNzd3ePY9z4njmSTezp0+dKHtzd3enE09LxcNQBOCMjvt/yRGYZ8wo9G3OLtxYENbo2YrlCtxLnjdzP24yOLtvinjFILMSHbSUedvp2yBiHPvYFUg/ociFq1nr0kHfZ2G44gIY2/lURX+SlPYgnVZm8ssVYjslr0wAG9kXeYG4m3tFtex4owx/ilAHQaWryUAuPhBxxDeQGrkTBg5q9b3AS6gArcek0Ijf1QOpIUsg3fOuMR/Iuh4O8JUpsnz55orfeeltvvXihW3w+LI15s8z5FNoDeZSxPi6LDkvT0ko5RNyyBj6B/snl0LE0c9gY0BRvyI4aHEIhVehblQ6HppvDLrfRURjFzVsP4T+rJ77aVllqfFBV7LfBwW97tsWV9WEQ35XX+1knThwqzsBGfpwZvxVfVzZ6OzwdDk+IPCrznjEfBJQbCyZOkKFasW9ZmmAHBjaZMiRjjuOswdvJz+hZyc3ENzLTN4lNLQKm/L2+QZ81aMPOlfpp2t+ZD9tc+zpk4T0eDnrGvNuIIR7wlVBhYie+KfXmKuQPxrRjy6C+DcvtoDlnsT/zfmlN1ZoeHh/Xp0+f/M53Xry4Q8AAvnZ3fe0s+pJB3/vuz3/+Z/7Mn/3k3XfePfdMNCALRv6C4plFOZMkE6abIStnmWBiSoO23UiiElUSfsgatPkkCbIwg9SLt16wyB90OB6nVvPZAcZ2Jv6g0qEfDDhoZEAxatcDYur13h60Ax3agS6sgC6fO8xP5KVvQoiHVZIwXV4sTFa1psam5jkBS/YONUtoLBnQm8u0sSF2TpwFQlvsQMduPxXhe/RfYOPUO7EIS9nQG1rbc8IN5GXyBDcuv/SV+prX9DAsjbgtBwWXTcXuHNYelU2/891Tvu+7Z9NkvkEj4ikubONT8HNTy+dQoXNpVha76wQMZca2iMPDw8N89beyiS2tGLNlCsyk7uREVUN+OHZAXFRIVLglWS5LjIgBqaAv2o3WUDbETOTYurAQdGJkQ0kM2uTb7bQtAYkLJCpsK9pVVluainqryB66bmaWJZVWvnft5M4AVhRtLGCQq7WdvspqyQGQhscl7f57jkd+byhvDjYW3Ubn8XDDhn2jqoYvsU/K5nJDLh8O+8FlMG6WlM1jYXyPxwWeBZ3S4Cne2mg3ZEisj6pWyrzoRGXbhlyLjAATzYz3k5snbFi3Wlnw7/InwsnfIxtSeJJPt0fswT+NJt6gs6EdlTFza8R404nFdSUOZ2SvKNzGkJAdSEw7bW507jGxUQ6Fbc0+6lsfYliwFyt7ONMHdADdiKV/5zseDypcGsQhdYGeGqOERnnXk364waCAvsx32OToQuBGzJNnY/ahE7/7rEeapwedz45hoRH9dCs0MjQ0+HwzTruiDWVw0dfRsxEX2NUzL4ODwW6MPU6SP5guQdexx4zPkbnXqmb/xuY7Mt/RNf+VW0Vu+LpCOxjn9HcUIFatLeTnEThoIedujo3N71ZPbo+M2aKM483xiOxVKBXh11xr4TtygGzliXP00UlLQvDA7thouKz8FGirMf40Zades7zaLEvxeWM+bPjRGauNtyMrCXQGBhL6xX7UzhiO6AljILGWoPoCBKGb5ZSAiJMLIqgG0NEV6oxPJ2470GNoJlhVTXapT11S0CjXyrw5r6vYkPTIWDyQG3enVXfnTluMDJS2FubggTVhPT+qYgM9VbXL4RMSCVtGfKMUCFzRyhg14vWUtxPnvIEkJkfi/vh4Hk+fv3j4T/7u/+TD/+l/9p8leeD/+t319TPpC4v+P//23z6+unt4zQn2cWURzoQgh/XIa9n8SeZyKU9lg3JUY8gyfawzk3MwOo2BsfKjeUJsGTQm7N3dK93zvfK3vv2u3EpHBm9qtSlIIj6TSNGXJN/gASWbfmBo14NJWseYSYc62SaXQ7PjVpI1U3Kks5M+TBY+ZRIMSpE7rDeDPN1UB3q8SrDvHwUd4IbMUmFnA+YkJgERAZ9l01eNzbxPeUOCzywGG/0dmBgZupGqBPdgYtBPrQNBZwOsKtmGQipkNiAHhBPf32ElsiSrWHie6sDCMrp1enjkqeXAplWc0h+1smmE/oRzxaLUsX8d1srk6z2arFwjMcWghiMNVEPvDZOwM4HiyA3yTw9nxvqE7EU3x4Nak5YGMbLzi2idkhv8QSsTW1g3Fxtkxt6iFJdtcWuwQCV+5SI+TcON8dv0sD5KCIfMk+0AABAASURBVO/TziHjt5SST8bsiF22dhmjK7khZIirwbfMfmupUoFLLG2jL/zg2pGclD77/J6D0aOqmrLYLBAf2eRjU8e2KEg+nli0kpO1NPg2TIv/N8TgVoda1Em8Uw5rxNToPxwOyCxisOYpRicWsc6iHAMwSUszdm3Kf0h0cygdmtTYdI5H68mTpoVNRVwF3eEWWUtjmbM24rEs6GOsTDwGwT4ui8qlVy9fK18dytItr9O3ftaCLfaCWhTooEYMHh/uifWmE+O6xd4akUQMRSnm7DYhcyyASrmVztAP9CgKLjAoz8joQ8IUbVS6SrEz0LuVvcLw5atNCjWCnPLJ01slzsbeAZ1R5CFhLHgmp7EDH4TnhWULNiR2rUrJyU5+LcUBeguThBjNKxWEIkErccIkYTpy8XN04lwa5PkGcmUjKuTVjMGqzhjBCm1uQ9vQLNmWe+l24fCG3kZcEaLwhrL3TjMwoA1m6HHOu1Ui501erfhyTl7HhlZqQPpEZ2HDgsz8Fc6FPBB2rI+MU+jVVcgQ1+3tEz7HhOQBoqacTq4OeBp6WpWswgggQZBkWxu+2vgOrrWF9fZBb+KPoMR0Y7AmDlZlMIgLo4AFY8KGns54bMzBbOSxueN74jgYv4EexBMzTyAi5EKHt9PuWuHtPOi4WY5PpgQ6+gWFLOjHhEGjJSbYKvwp8lzQrsRfw2Ck6O6M8Xk7aR1DJ5Q/kkuvqbzmQLFCNVwqAnM4NBn9D3evtaB75QG4edEKnSXcRSN+ddZW439jDelUHviKJPY9OR50hvd0f4ccAzXeffdnXiH/gx9nIunreeHK19OwWPWDH/xgffrixeubp08fzaB0BjH4PCE9spE95XvdZy/ylmGZg53uTOgRIvE5PH/budlq8BfJ30mm/HLZ3f29bnhVmMX4eDzKrZGIQx0hkTGBj0Gb2SshL/UOf56sWNdIRMFD10wkQTYmQMpNnTQgASRbuVJggioVEXrsyzyCCTkdgAdSLBdq1C/6wcJOR/gCtCZNbKMuWVUksJFJfVzABk9dXLGd4s3dmZiB4AfKNha8gbwrhLDKsi1VaaU/NInV0yfPVG46s6lZLBrwiyvyznyHX610S2xvWJCcCerdrvRHPqSSE6+uAW9UHA9HZVxgVfTklfqBSXZkbI5MrsFEPnFij/zwFDILGwg0Cz4RusYKH2yLbtmme9eRBWzg84SBeghoKk8bHd5K/GpBd+iRN+UMZIiLlYPRwWJNfugRTZ/FBzelcg0VsQp0hAdsC3I2+pNe8lXb569f6zExutBF5g2vnOOnm7WyEB+OxynHNgfFs97IQWa1phveCrRWkzZxyuYZSP3MgpQysUy9Z1Fm4crCjUo1dIR3WUoL9SJCS5OON0OvXr9E30lMGlVrczxWNipxnR9PKgQcFg4KlCubwR1fi8TearstWyYF+bC0G+IobbzNiq7MF5hVrc1Y2VYhQ+geM87WvCjSDti+0EqtijHub+IwIN6IxXrJyagd8psfIRMSIUINP5M/NzcHdFrlwu82ITZYUmDyJBdpGZh9CEgZHzeU2MZirEY+92QcykW+0MN0JksGdmpC/BD4UESm0W3mlJATXPoGOmcd5imLj4HwqqbkTfoyH0ApY6krfRYOkNwRAwwN+jpjTU2DzTn0g3byZ0A4bUBg2vmXQScOESv5YqxODhyIVYBwYyJYS40xa62EaMZ0m3oKH7hlZHl+Cts6+bjtNNPwIVQCY+JsKIH40ulvU26jr0Ojqcc29fAFwCO/A7FdxBEsLaErQKtDD8E2D3lWVZtyGrJdJWEbqqCHdhojoYAPTVwnh2JPoNM/BI9r1wTjrhcd6WNcQr+S9yt8OfCu5N8Z3XlLsVKO8OLDgv4b5nRMODPXDX+UnjhULEEiO3YEb1utotN6PJ2UfQlrdWBAPv/sE736/JXyNv7xdB7f+973P/2v/8//9R//g3/wDzg56mt5EcGvpV1Xo05M5pcPj6f7DMbGYmubxF3n09HhcOANxVMdjkfZGfgukflm80kpJspcSOkroNXu7qtXr/TpZ5/plu98GzKWw40WykFCbaTTBn9nAenI6iTDTCwSKiVN7SUISdZ+BZeECyQhEAOdhAiFh9q8bcv2znQp9gbdU+T8gB0pME/9ELDeaMKlTvHmtj1lVu3lmw4qQ0awNO3CEJs2uNgbgGT2EedU30DIMkGrSoFsvI+Pj3MDDu0jG8yJxehwPDIeGzLG5EWF7FIW8dYssaCZcej4kgmY2IbSsnILRZFflPkqyrYGJ3tEaE7KVppjz3i4DHkpC0bGK2Vhn21w10Nl4hYNgjb0lpB49Z/GxLdqjAuayKnEwbZM55UOKbSsyBdX+kKXfuELpsj27A8NVeVqrbFIJh5doQ/E95R2pGANQbKpcyce4YmMAhf5NxwYEuO7u7uIxLdGPI+8TXiCPmvjkBB54cG1qce2loJuWSa9bcakf9UWFsLI7yxogcR1/xch92pVev78ucRYZZ7dMUcWZNzxlDTw98xYD+yuVjqyWOaJNTbmcF8u+KRChqlRoHsFNrVW5McqF/YdFhWdtmfsEAe1RGv6IK7oGNg5SwhSCvocIDptSOY94gM50S+0iUPqgQ18bNtY8G1jQ0Nvw55B7LIpisuAdr17ulDvE5cP26jdIbKuBys40g0M6GHEJm7a9FCJvbGNHvovOHrN2mLzCXAr16QltnsJBzcc8I1pc/D2Po4mfj0+A7ZDpj55+6Tv6O6JxaW/uaaMxDtgWwXbDrG9T/8WxiRz9YY3U/n9i8CRr64OrIfZGGNDa23qOLHhRU/kBcxYzhLZHb0r8d7YcJGuXOGdLtFo054DcjCCdviqmLNsxB2wmqwCDI24QrfDyMIH5nqP6feQvdPOeI+0pci1kWPkUYIWYdHohj30KUvBDz46nXDK0IZXZVafoW30SQMTM0IipWiPWcKijbeE5wAdD6yF8T38gcPhqGdPeejC7nkQx05Dlzlkm1QdETvlzQq6B/gTXyUmxq2VFuA1Dx9FjE+8JblHx8//wi/4z/zcz+lv/+2/ra/rVV9Xwy52Pbz34/d+9PrVyw8a7+dWFv/gNxL3008/1UryJvEPx4MaC2kxKDYJA/CpgBi+CeBamXypeQr85ONPJCgODH5rBy1MIF2uDHcnobKIDbKHvFPnY58oQ7a/gFpmHXIlCTsVeqfWmaxXPnhkqTPxksi2aZJc3pUGlxrkM9EGjQkgrn2gvnLbO/NX+3ecjexMIoQgYpdJJbSBCCqS9VpPbO2dd+9raq0EI/dQ/No4aD1yqHj5Ml8Z3RP/bdKEd2PC2E22Vcg1uvL0kzcDCUb4V8Yr/tuedDa0gVba2CQbT0hF3ZJalTqxj+ws5rHlyFjN/vAAV9shnzpDf4X04frUIxELjChkVjVom1rbbQ0dovBR2LAfBMQVfCVfAJqzPx/jMn7B2Za9w7UduVk40k499mwsCNmAn/FGLW/VDizi+a6b4MI/sKyju1NKh8Nh2ha+HCiOHNgiS/I8AIsrv1MyGIvWCtpAU+SHd+ENwsJc2OvLxKe9A3l+6Yvc1qwzT1BnvgPmkVbvvPVCz58+wU1sYfwWxgP35t+iyBunqlK+AvMlJnkL8urVS+iHIu+A7MS8M26Jn23Z1sZXOOFtVVivibOt62V7jnV4wjvnHfpTD1zphPDQBCYOEXYxp6mA6IxNR/dGbFZinjroeQ/m5ZlDUZ72VtaRrCEpA8nNcdGXMjCZ+LCt0AQiL307CL8huN7Ttr1h7/akhVgIDe2YPk4Z2Jm+wJQ1t6yBewjRTluMDUyMb5NttSpKzctGPnf6B371wXjhd9qTAEl7KXg8QVy21VpTxmkeIm6OujkedDg0FWOanISEOnZ4KHHJnJVKsTsxGOixjUxB51nae6nYQn9sGjg+8NNSXnjxKWh339IXeZ11fJaTZwiWC6Bfll2Sdh5hA+JlcB25HR5x2fTjb9odfHSmq/NhGwrCj+AshRtrVCc3BoLSD3r2FzITl2p7rBGHHbs9RHbSxKKVD84Q2oaFKG2086bikfmTenLcNnPhoHwVf+bt3olDmIltctoOXw5ykm1hrjCFekmijW2tSk9vbunryvw/MEbF24ozi8inr1798OX961f/6l/9q66v6RVPvqamTbMeX969/Ol33n33w+9973sji0ASIfDy5UvlCfnIgptFOqlDCmgkSwKTnRGnTN8EF8MmnR4f9MknHysL8xMWebdScajY6B1qcBQDag2ycJA8kdLBbmOQREN2pIHgtv2Vtkj8agu4gn8otlr8QCdKcQ0ydpBkadIDhnuUZoKhY6DTLg14uiZ1CBTfriCD4r62v1yCVpGYwaWOmDe8kZeFYu8zr5KhQHcSXiGkGd6AnQkwtDGLjF+Hw1GZfJkonRmVCfrIa+34uzIZsmBHbnhjdWcjEYvlGB09RHAIfqsxQbLB7XRQMPkz0TMJs8jkbUh4Hh7uhIXK99/hyUbBvNLGQrRyOFnZGK6QOCM82pR6aAZyx8CSC4gLl/jc74FdKJDtKfPME8Leg53YurgUG21P9LjISSnGJUMYSJuuSftl+jDZ8BIbA41qnvrzJqGxeLVWWpbD1M8AzfIJXxWdeRopxu9Ibt8ebzTYHB95U3B+uBeBRI+h1awrPlAdlBuHspXvd+N7IOPxZUisgk98YGEjOSp/6vzZs1s1bxwuHvX2O++wIC769ne+xSvYx/kntHlBqM538isLZOHPwsHhBrtu8rtHrehjfIn1iQ1bXLY1EhA2pZQ9iQ1eCl70pQTAD+JoW/u1lx1Z4Qts5FlKmLj7HKdOLIMrYlSNOQ1/2jOvkbfLEnHax6+g09Q9pq2hDbyJBWMtrpgc2vTZlr0DXfMOflb+fR8W9OKiwmfM2OkHdn8J6NjxO110hpyocI+LjGAGT8obPgjcjrfDM5SrtTYPB5Z3PuTyxbzEOA5yoZML+V2z5FJ+/0PEGkotxOLA/Ls5LvMXMOehsSzbTB+Tj1b6ES+5k279jf3iwhM+tdOXENuV8bINUvMaOJVcyzqReuJ8Zp0I3YRNrMEr+ZYDPDK6OLSl3pGFhqy74MJ7hcjb8EsyNCIPoBtmvps1mZL67Itu1gfSRlLJbviQmBV8G3pW2tHTNYjJiK50Qy14U8SVlFfdAzkRDzkyhnKwOEGbrzseOUw8oi99cvRZecP4jIN5fokaBhX4QU4Hz8FAgtgoGJRD1mBMxujK2nY4LHrx1nPNtbaabp88VYd/HV5/89/8m3/50av33oO1A1/Lu76WVn1h1PjF733vp//53/vPf/of/Uf/8TYYxPnUy+CcOPkFnrAA51XtYITWDAqwQjcuMgzeTBjGTGaCkFYa8H/26WccKj7RW2+9JRVPciyQQwzuEAnKmDNBs0BtyJujF5lAJkQmSGy5qIDfs2oTTnQpSsEMSlepSAy7SBxr7KRKYfN5padEtTAN6EpdIZ4V6CbHtWqAAAAQAElEQVQHdl1sGElG6rEjNqX8HwBs9vxQ+jr0oY39KScOhbanTkyedLZVsQfdczJQhj4mbBrK4aFTBjIGx+OtNo7o82sQJphtNXyO/NYM5aZOHKtKC0/gR2BZcuiiD/1ZLCBSdOSgmLcgCxMr9AdoU8bmlUVpY6XADUwh1pJsZIDYdTXsJs5pM2idGHXkT4AvMiY/uI1NKXUkcHv3CXzk2LtM2yqX9msQG8nExf6i3/a0WzgQO8XVWiMeG/RD8TMQG6JfHsqT4JW+NfLDhrvPJ7nU8uQf+md8BZGnSdtTXl6BBn885hCii16piGurRmk1dF/hyIEkuv99kLhGzu3tka9Sbibv4dh0c7uwIB5Z0BqxHSxuvLqtkgMWOE+996dH3fO2auUQRmR0Zj6+/Pxz+qVqNe2NrRY/1oxFJ+aJL8Ozt6lwz7q4ithSzNuGiVrobXRCmPGKTIaJeEk2dgGhWVnUsyB3xjxt26qqGX87ssZsx7b4kj7bsg1+L+OHuDoKrjG0rchLO3Vpp03d1lcuGwT3nB9j9xmzJ01kXCFzgd6JD4uQmT5xzTY50i9+gJp38tUFF/Ooc1hoEC6tVMSsqNuWbQi4L7yRafsrORF6I0fq0HflF0QX2FpZkXc4NC2HAj+JJGuOZWSJK3Z14kN1jkFyOpC2bdlOdeZIZ86FduWBJHM89V3OmDLTrqo5/h2bd7F+0x7Z7IHOOpiHjKmH+sYB+0zedRgCwUeubfTvdo9/Tx9OCXbJYr53dQYnfNJQrox/ajYEIDKOK3KoznuDLv+64xx/8O0EvM4cIPd4JlNkZ869YN4el0X3PAQQ1jmvI6Ba++IwgyJGQK6Fw/zCnmO+Tt50XA7KQ8Q9X3dkHcwvhz48nPg68q3te9///vt/8S/+p4/IgpvPr+G9R/9raNjVpD/44Q9//E//3//s937zN37jdQY/iVkkYRIsm49tgv2cp6rjZAmNtMfbYEz2MD9Zxwc1zckFWp999pnee/99PX3+Qm7FQsr307ylCFUSbWODJF9IOqRdEi+yr5AkDlwTN/gkd1T3PtTfJKIvEwQ54AfKB1lmG3sCTTIghoKMnHLe6INHXJZsA9DoKq9PuSMymXS6XJMf3SknCl2pX8E26MgAuuaJHcQuC73x3bZsq48uE+syejE8sQ/E7zz5rkxswsTklNjrdaYd6LEpsthA+rRFU14R50KevcufdUTbVuOpKYeTRzYmUPNfjhwXJhv2r+DylNWwY741kGTtl73Xome3k/YljlefiRRPe0Mr/sQnXFHiFh6okYWv2GnvZfj69EEq65I7Ft1qVYAVGl2uxCPjHn+Ct7/af8Wlf+HtVdHfKnJK8cvIKYxK/8pbl9ATfDVwYuFvrPiH46JqmjYkn8VlW1XGHqm10kK8lta0VKlVaeBT/xJsjEfkn9GR72vT15AReX2zjm1R4ntzKPLixNuLF4rc0+lBK1+NDOInS8uhMd+gXZpsEBJ0bb4xpArvOjcM27Pf9myv5McgL2gqJVVFZOZabEk7/KJim2JMCC4x7oyJGFukMi4FpCZCNZQ3W/Gv429kSzN4b/T38L7B6Q2+iFO1Ntsd3l1Pn/6kbyVWwdmlXDY6gdSvkKYdfMn2tCfzYmDrlWYvsRM7OpC2HZ4A1o4xfS30OJ207VnbZbIYZSwuKIku23sMLmVRGn8W/DmyMeXQOHOiTE4ISFlqKhRKGKrkyGAQxtg0xqqNw0r83eYbwDNqrH2unwWZOjEKDOwLdOjSRppie0N3ILFLf2Bjw500I3pLdpMnVNgAnBmSsXOY+EnakL+hkKjQwlT0RpZNXtO3b/YDe4aC3+hf+zZHuBPflVw7nc7K13krBwANa2F9N3oH6+VGPGERpBqKHcgFP0AM7OzQx+41tsc8ABbWuK6VubL2Yj2RHtAxtWJ3DM0D7ttvvy2M0vnhAZ2WmcMMCzm6igYAzilKrqZB50bCRF9+Pym/2/fIgd3Mr6fPnuv22fPxc7/8S+fv/8Ivfc7DM5HS1/aqr61lF8P+4A/+4NUH7/3kjz/59NOfdjJgA9yKwdnmL2auTPibmxueqm5kZ5Qk86PrNbpGEg2+OLvAa1Lo1etX+ujjj1gYjxIDepi/oHlk6K3oCHR4kqwiga/iUgZ3hU5f6LY+1IENXbEp9UGCClsgQebGoooto+vNxQTaTfYFhWUkMnN7yhrQzuwxlpN4SgliIPDLMJmZBBJ0NOjGZAip5w5tknUgz7ZsQE4XNm2zHGGidi0FzRb/gZJVxCjQGi2XTuvGxIIXe+8eHrUxaUcmK2q3dWilf1+ImESSstgYOZG/bV39YsvCJpan8Cx+Ylye8cYpEyr2nnKQIJ6wy7YKG2xiRAhXxv0qP/XAjDl+RIeuF/btVe8FMa9WQuC0QVwDveEpZHf8nYB9sUe68EEjLtuyTReO0s4d3siwse2iv7U27Y1d8SM0WdwrumU1StwhTmdxYoHW4JqiO/mcJ53wZQyCC33wu40bEgY8NeMqroG9oVtZAMP3yGIW3nGxx/ZOj1J7r9/cHHmleiuc0cbG8OrVy3lYyFgEbp8ctSzoKGNbyTb2bbO+sGFFX3RFRxbSZVmUK2+qNuxorckVjOZ87Yxl4rRjNHO09zFlRlbkpOwXm0MXXEIPCgZhQ6mqTTC+gJlyQmcZPOCSqNtgAAHp38i72JUn57R1uWzPWvDpD9g7LvWMoe2phwJxniCZG6B0gE6Laxor0ZQ0MXFh8o9LfonL3vuovrlty7b2nGh7XVJnfJf4jW+VfnRMH0KadkroGvVG3DMWKUGpE/fENfRVnmN6aKXjoenmeGANXHRgnBG924guRmXqDk/G8/FxJVdX8mSbNNIejx47smoaTBW50XQ4LLO0DZXR3y88+DH93+dOZCe+sc0o38HQhg4LWE93SksKSIX9tpWAhv8KGdscHJLzkbeSf2c2+0B02PBIWDrm35DIm7XQhD4y6EJvx1Y0Qssna7YAcChLO3RbNweJwQOKhXnzgCEVdjXZVtau58+eaqC/8xXhocAjvKp0Pj9Cp/2QAa1MhwvphZ7d3xvelLel6TVvNwTBA298P/ns8/X+4fQnv/d7/+7//td/9VdXfY2v+hrbdjVt++iTj37Ca+AfikHIoGayrEyS9/g6qc3J03ht+0RVizoDLmWkpGolk4DKlcTvffYcD0fouj788EOIijccL1QMeJLBNtSlJMvKx5gcSZ4MeCfp9hIiJXFjTza2TKwzi/LGRrryuN7htQ235yTsG7oN19jB6KPG7Skzi1YSP6fy+HZNdgjQMyaN4wvQQQ5kU0hp41fsCH/KQTLDgG7Bu9sc/2z8mifhPifWsFQkb/QlprZZxwqRxBG60Fd48IWsl2BwNS0sQoK2y3zPvuqBV3JnDhGnCZIZhwcmcyPOW+IuKfE58ZTbsVUaPPEyL4jFRlzoRpL3MbRZ4I5BTVjYuGaFj/CGPn6mfmi8Kjx3FTYVOoOL/7Zle/oY/Rv2B48pSEE7ldDaFoQgpBYZrdH0hFZMcuIYXbYnDU7w+nKo0TzQvxD7JqmfzzI6ChxNQg8NstJulINcNT5DDvGGvdJC3Au5rRW6ay7CMCob9CE8xCW/cb9xcBqRLZQOwWul/0BcDkujLdlIJ64Z90a9wX84HGT8DC5y439HpriqGp9DaRuZ6V8WzTxV7CxPHxtyOptLvhZpzfSvsoTtCyxd2WiStys5v6G/8P/u7h6Krs6Tbn7norXCt4OEXXyoKLnhlxDNhykj1ZOkkJFXvRnnjH2P3Fb0WbnSHrERXFXT9AuajFPAhraMfg68xC5xaFVhhbbPTTE+hS8w5cFvm/4EQ7L3um0VvK01yh2XmIVPXAM7YIJeisxOvlQ12pbpZ9iUNWFKZSzSJ2TaJpabBnoXAm9Z1zdVkdnQBwkyV+XQl3qgsMX4FnrEq5NX8RlBjJdVklorHY6LTKMY3MCJ1/LCmBvm7YLsVqWyJzTKQZw6a1erpipsYWA22snFxEdcK5tj/A7YnnEc2F8uCd86tgza6W/MywW/NuKx93UNciTjiihQPQUlBWtKw6bwrfNrjCEjM/yIFSJl2rMfO23v+Qfr1Tbbsj3lJW9CO/B3Yw0b0Lma8kYu/1JiBbcxD/JWoKOg1RIKdfDR1cMHnFi/VmLQoe30FT51bM2e0Hl4S/3+kTcg+LiGEf3H41HvvP2Wnj251WeffjzjQjiJ1VmV1WgMNXw9HBbFvy7sRm5sekSfXayBt9BK96/vyS7r7u5Bn33+al1ubn7vH/2Tf/7D/7UQhMVf15ts+Lqa9oVdrx7uPmpVPz4cDls275XEyoDkO+WUVY2Jd6NqTUmSri+izjjLTCybwQPook0/ifA53/m+5Kns6dOn2phEh5ujGguxzPAz+EnGCTaDOznzQeIGO6vqJNNMYOhNKgxoo1+66LPeXLZlZEspdbkG8vqUE1lJ3izOeznAB/pcgNJ/1RXmWIEk+FPTLPf+YB2SN2A7WqEJHZCe4KoUfbaDeQO9Dw0m0o6gjgpcZOL1actK/NK9QrdyiHtgY8+hYuBfoKNNbtonorQyMQc4oy9yNvg7MY+cExvyQP0+ljUnWwJek3YQg66M+coEF1fwRlZo4oldkjWvznhM2ZTR0/kIrmNnCMqebPF5pEbbtlyAHRLZKaGDN/GcSD6Cje65KLdS2pM0ciZAdLkL21Pt045OdVxAqp1Jsc0l2VYjd8XVqFvGXw4p1DtxC70drOgRY9iBTbqsLTa2pjV1RQ8N7thgw4ctqYfZtqqsXFSnLVl814wf4xCa1mrShCz2HJkTC4cX4eNgzMrFU9YSUp66zjrxevYa85WNJ3KZq0o5iOFexuZA7MNpxQbspj9xoMAncCTCVZa4Ej+BSz/Nr94g07+xWe08jCi4QRw24hZcI67RmPyJLQGBSJn+ACyyDWjmtp26sQdCNEZGVaPfErcu16xCqwC4TmwSI9sThTVzjKMrdsr0ooxuTEA27arSXJ/A2Nb8oQwP1LKNZJEfRdlpB7uXkxd5wWAt/cikHcpi8G7Y4AI5fDbGz1CI2Ji8aelnXG84ZBwOizL3DtA0NriqSJjUarQbMTRjXkUMkNFoF/w2NNyxtaM3duAGFNRor8zX+J3+IDMutmdcg09uzz7MTjtjEVxnbZj4MH0JQsMpWVUlxHypZ6+GZzDPZ3kxpGpRtTZbj7zxnLlCDKTYof1C/6wgdEz80Ib9iOJNhLRCH3xwK4veUNGv+XXHSp4NmElRDnIHHk6f6dBKD69fKw8cheaxcaCY8YKTeLkk29rlU4JArA43N/MNR/a4HAKbm+7uH3Vet/Xnfv6XfyppBb7WN659re2bxm1be3n75MmHN8fb08PDWTlIJLmS2HnLcMNAPH3OQDKBspnNAYYzg6wMIINnWwW0ogxSnALv7vTRRx/pnXfeYQaYJ6kbLYcbUqBmwgzozGBLli9lktW2ctlW7BB94E3nNQAAEABJREFUA0S1ho5Gs2hZBi+l3EFctplQmhtzJ6MCG0nZSdoJSWTwG4tTB7LxfaWfPkimDCE7emOT/geXJ2bSTrq0LXuHdNpOMaFf5HYYrjIjl6askr3Txp4TE/58AUzXmdnwwKu5HCh4OaPXTIKVtxUPvJEIXXj69G8o9Y2nGRObVsuMw+tXr1nIu06PJ8qNmIZuU8Z3wGcbXOeA02VjDQsKg8Smm03VxGJMsD37Y3f0iQSwd5y4inpVoza08b1Sj88ak8c2+P0Ov8DPFgFIO722J22hP2DvuicdHx0Y4Gwr/R3bN+IE02xjpOBQ7EhdjG+JCx2tqA2pYV/0BcIfO7LYt1YKIDoMoPEZ+w2vwQSuPOFL/QqCBhLZ/lOAzsqSJ62MYTbdHBYKnF1aWqmo79Cm3YMBj/1Pbm51c+BNH/6dWKijq1Pvc2w9/6lp7N7ADfyMTYGLKbKtXGkHbNr43/EJckymAUH6AvTS0uSzadHdL/GN3dEjrgFxcpgATdrYDpq8WpGZmtRREPorH5G8+NkmQXhiexqRZxtZaYnSmtcsrPlDf3Ch7ei3SxcU6MH2PdD9BeypNaCB25pxrQYPHWXJ/OQuYh8fUx7Y/MVVEHRyV5PWYLjRyadsT1mtik1tUXoDBX4kVrwByIFv44FMtAdxCD6AgQpDrGjY31pTDiJVDXSRe4sKubFHXG1pfOLTlBNfRL8FMaLAY1NiHPpBPSAiYeyOvoEPHRjgOnZMYOzDc8a+jE14e3gl4YJyDT4GagRMHCWoN/eI/PAAgmA5NGyPreLwu5LnHfukga4OZD2Kjjl3FesAFEw9tDdo0s/04GAh1o2AqQ/lrUd+SdPEisBzGLjRi2fP1LE/vz9x04o3muhjDrTmkExAbKwEIktEwEKN2OP05PYJ6+CDRG9rTa/u7sZyPL56fffwmyC/9nd97S3EwKqH+2VpH7nVq2xGfP2hTiIn+fKLlTe3LG43T3RkMMyJuhu3SCYxclbJzudQWWrUl6UoSTAWwvfff1/f+e53tHBSr7bowCI5oOmM8DWplAucnMoXUEywQeK6GsNvVUMXOLtmW7LSP1LCC+lsZ+HNhIn9OTgEH30aEElQa16ZHEnmzoTb4i8wqIdekyry9aeuXcaOTB0YpCeg+DA70ghugIoMNI206YTcBKriB6XAg5X5CS4+pj1ob8yyM3F6ZKF6PG165BBxz3etn3z2itP7KiYBcD8nH2Qs6l3ndWNSw23GgHgHn/+nIv7n9d4ZWfnnvB1f56KOzQXtYVneLAyDACQmOckP6EIb+2w+vwSxM2Bbsb21Rhl/pfkkBK+47J2PqmyneAPjUruWl+Ysxkjc9p58xpdA7LOjZ8w8bdWm7YOxm7aigl6JNlVBJPOTvghOWfCI4A98taGmLMajtZo+pF7g7XAKbr25Ykv4ImcCvGmHIOUOUgcfsHcZHeNT6zMuzJcir0OTNmUVeT1ppJvjcUJsmFBW+CLbto702+A4gHR4BH/0B6LDLnkCLehsSwFxxQEK26BCZ4lbXLHB3hvRlXlxnUudeAYXXSlD2zLm0E8b4M89sGfOPRb68Hb8sy3jg+05Vsm9yLj2CQPCI67IhVqgZFsF2EbtUGRXWbnicmTEnSsoY0pn8BQKjW10lgRbWPc3FlJVmzG1rbmBQ1xtH4PJKKSBi99UZRsotSoOFI1Obnzjk7vTN+iDJjZw8BPxEvziskvpsfmc9VJjfkqVXrXWZJu527FpqKjjbSSBF2BVg6Y86zbxIM5S2nzOdqcVrq5ctlXY6jcAD/Zc18fEPnCNu6KN/khQLufjTwH94enoNrZUwyb0dOLQ0wdkLDr9A/8jK3jQ06+MX4d2trE2fbE2S/MGcqOyUp5Yx7LupT/2Jz75z/ie8nVH/tx2503dIX6ho2F3otj4qNjkYk3cNLArD8Bn5kjk5feQjseD7nnQbVXsRQcdD4f+F/7SX/7st3/7t35b34ALF7/+VhLf1+u2/uR8Pn28MtiPPA1nIMHp408/UQb0CSfDQLWmJMwgGQRkMyrKOXFIBFNfoLHF5DgrB4onT5/o6bOn6nw10g6c7BnMyO8kXUffgC/8KQPiKmgCtmUHSlSUixY2GJYxkzSydhFj4jYm8/nyOrCjI30wKAlmww3ssmuKHAjdZQxdy6Fg6aCITQFayJfeyFT4rQixsUfSoAkLdEiYikGIvllYu17LBgQ+NDBALdtq1SZNteK0PuYvOOW7xMAjrydOwN38brHrnjcOGasVXGyyrYyHXTKA2Isd2KUxf69iYRHLoQJKaFkMMLjgOy4H5VDRGY8zr+ZTTsC+lLbxu+/yHHlSZzKnL7GxLWOzbDThDXzBK5fzsUNVbPsSItShRW8owjOQqyuevuDDMahfIbir7iqjFr04nP70DXV18uAqJ7i9LW0sVrFjoGeQH5pl3sYM5GhCZAbEFT2B0E3A1izKpu/L98C+0G0sYFmkJ6yxY1qh5GX6Et8VG/SGftPA1krssGUjd4Xw1krZeG9ub9RaU+ItLtceww5PXlEPeEbw8HMrICEAMHkQubZlXa7UgUJOazVlGzqBs03hRH8nxsYcKmL3ymF06kJZTwyAENlO8Qbo1oAvNCkR9qbvWrHRAU3646N9lXEtpdSCdmwTMUTwiLCJBEE9/KlN2lR0lTsbtCTb08drHKpCPcAPbbwuH+QKXNPmzB9xTbkX+wZ+DmKMGIzoil+QqIidkdVaU9Uex8yhthMqWlIt01ehabKt0FJRNdqy7MK+Bagpe6D3OsahnXDhK/TtUAq+IXfhbUaBH9goLiQqv2Da6kLTaspulAWdLHKxT383Dn2BAV9Hb0fGVQ6o/UZ3KoP+SZe4AwRDtickJlUVVEiRT05DDAttT12hSS6lnLLo78w/VE5p0S0Tg23wtmPTGdsgkSzsb/Prjpj/8rNP8c+qcPVVS7PU+dqDokFgW2feYgh7TIwfydsNPU+ePJVt5YHZ9J144F0Ox/Wv/JW//uFnj/cf6htwEeFvgJXS/c3x9sd2/RRgDK2NAelkwx3fVW0scPna4tmLF6plYRgtxmfCV70bYry0D6oUvg8/+ED556f5pz6zD/4sIFJxihwkXkfOmAm3J9n4qsgvt7AnNDtqqDPRd0h9TBlfbmMopJa48zFSYQONDNvkW8kOaF5ImDLSH96UV1wIZnva0NMUIgDLs7V/DIoJk44GvUaHIEb1G/mJbWyd8iFLfYs/zK70DVkpNwJ9d/eo+4eTHng70QeLw+EoBoLYSa4GnZALyk1FuzGJGgcEeiXkGMghQvb8C3OhWdpBHdkDSL+rIEUnk3gDgosccXXsomA8N6U+hliCx6yHNriegIXoy+AvN/a6bczw3uBzykJ+YktT6SloAsEF7GDRCV0ctfd2+qI7MsIbsOnj4NrZbAOhEbaNALENjSir8DXywKd/whQUT3BwEmr6vDIXVg5ZG09FI3KJz3V+RH6n3ZGVeiB6Z5s0GQx6xnAlzhmDFdqVw8SkG1/oyVjHptjxha6hjEF+ebTM+EBeVW8Ofol92sqFrOk67qcp2pE163REX2C2p8+SbaAAqxWlvnrZnoiB7fEni3Snnlh2/I3+6LE9ZdjXUrMd2wIm1vr3XJERmyYNvCG5FKnuEIQl58eaF2G4eDCb+0d0XGiDSDVl7EvsqpoqPtJRrWZX4rMxnqBmLhsZgWt//Exf6AJ0wweW/OnwDUrbHPqa0jcuOChU6BrE6Hw6a2O8Y0eMti0bkIn5olx2qbUmU6YdCH+rNvGpGwW20WNwBTTZ1Jemw+Ggoj9DblslqVXNfqrzNv3VSoHW2uxLHDs2DhhJ0zmnBz6FATHQCLAMr0wE6Ov4mFyVrQJPgWvMGWTYEHHH/y1ylcuQGhqw0ERf+iIjuq7tQd/K4VuuuS888lC7cbCAWbJ0c3Pg64qb+XXF3etXfB24YNDGebprwY7OHBX2OV7wVU/srGrwlh4Zg+JBKgeK5OyZg0SzlTe1d5wuXr66+613lqcf6Btw1TfAxpi4Pn/64r1f+sVf+MFf/kt/nmQcOhH0DHIG/PPPX86N6K2339bxeCMxGKwrGT9Jlh2Q6lqWSXIGXFL+GM8f/uEf6tvffnfiFja6yGgk9SDpNp7mUibBois6A7AyyZPyUpLAtsg5YE/M0AQfnrxen30wBU+mUdO0K0mPYZKsXNETnaJt1fw0n+IazKpojIzInWXsG8FCwB3cl5q7PeDnbcnmQ/u10+722js+uMjebd80EkhWmpSdCZHJtrEAhWZF98akymHidO7KgeJMe1mOMhMkwPd/cjVZJSrEqhM3EesjcJBtcJvuXt8p1/HmRq1BzxgJR3bPoGEyb0DsC9hmoVzCgrw+y+sHXbO68wrraSKrA8GZRSE6qkr27jcU87at/KQBOcxwUIlOGqIbgIJKcIlDSqjCMnXZ3usXvkHc4kvQlQ96w7cRvwENAvFhk4g1Zw2xCmkhfuFpzXRfQYqC8Oz824zdxiEgENwOO35lEcvbhmy0qYcmEH4kScSBD3X0Rm7iM8cXmxIf20qMmmvqtSjo68yLyAhAIhNHskiCIPQHXtvuNF2tSga/fwwEaF7UZpmPyPkqCPIwiWunrBY53vFBBSI4gPHR39lMrnKiPwAD985nG3n7bVuFbfEzpbjSm7bt2XeVlTKyUgb05gqHND/5sC3bkgLiSmnZFh/AvJXLrj0W+EGvQpKPyC/6bNMsUmBQmjHa1Bo8MKc/dHTSB4LbQMHTWgOXlvhab9NgrFrRZoxzsBzkom0dWecsK3N5MKZUZRspVpod+pQgaA9kDcq0DJ2oD8lSwWMbhPaLehHXQBC2VWXZVohmkWrGjI1142Gwf2ncbM95HX7b+H2d29EPwAdajswL7PIjnbUF/1Ck4CIj2HHBTW7MlhJXemY95V7pxCoHuJX5NPC/Axv1Df6NYKSeObKyxj2eT9O2stHV2H+e63g4Kl9XbBzsl1Ya+FWSGjSmxBs+h/J7LAREKiu68i/ibng7cTge9Zh/7s28xc25Btwcb+5//Td+/bf+6a//+kcwf+3v+Pu1NxIDx4fvvffBn/8Lf/H3/8bf+BW+qdcczIXJMxjon/7kxxwkjnr7rXd0y9cXeUshS/P/HaA0A2db3DLCzOftza1aNeU0+Du//e/0zltvi8HTclimrLbkTcdQJ5nIK3WS7QrR2dG7siGAVhZr2yhMYlrpC81KQn2Zxy7Z0AUEbary/MEshSfQUYj4oCZAOct8BB+aQEd5JsBGueu8mBBCILQUExn61G30AVJaUmTsNcl2rJq4gd/hn4ch7BGXbT7Fm4dN8f3MweJMDM70LxzkmGd6dXfP67yOrNLheFRjYwxb40mlqnTm9V4Og7bV2kHBwc7J/iTJ2pjAwoqBT+kzuIEhpzyBs/g0xqzMZAUnro6d0wdLkx65AmwzX03VyhXyEUU0inxordSqJo2007jENWgNytyXkhGoUGoAABAASURBVMJgbYMMxELNOMXe2Mfg0ScVslOZNlGpilDTTUxoCzm4RxuhVGzLNgt2n7iOoek5kIehNfyRH4jMlMKPjEvaMCkaLmpphntgh2Y9NKEN36wT15TX9pnFqxPDZSk1xqOjP/nUmFsBTEPWHu+O3sTQ2JS+1qJZ0/aO3IK4yjqwWQ1kIgoPNfmLviHPtrjStk3tS/dXmntjyuCjqsnecTjGPSajdZFJE5WKffE3G2VsEryTkHJ8GUDanrbZVi5EpJhgX3AXnilr9lw+9u7ZCJ9t2aWqEtUJEnU1eZbi2m0dRMG0Yk/H6AmsFYMYznyiz7a4qYnSzKl1ujLfDjEPeuiRI64BX3yOHTShQwM4JCgQK2xjm7WwrmXdbJfxvZYLY5a6XcoVO6bP8BECrcz1gNMpPlEW+23q4OKDYg94mgpJ+APZNAd+BjQv7ONJPTq26UtX6AaKbCt2JI5CCKhIxacO7MJNjFsrFSW3bH8FqqxqNXGRGRBXR1gkVBUtxoL2xnqzsYa9AR5a1gCL2YbNKznfAzBu0K+hJ/brZd64NR0OB/aetzhQHPT4+CAjHYfEQqmKbXhwZP3Lw4Jtregz6+KA8v7xkTcUJ90+eSJj1x3f78fePsdP/bs/8zN3N4eb/AsPnjgi+OsN9fU27wvrfvjRRx99+vGHv/OjH/3ok+PxVrb1+PCoVqWPPnhfC+3nT5/p+bMXWtoRxgwriRsPGcn8olOBMolcGeBqumFQ043MKS+HES9WHRfVYYFS5MQQuUUyS7DNspNoW4Dk6iCzAO9JgIK8RQB6kpCkGLAJxQP7pAZ/A4MFJKfhbbIK0OUayNXUDCc0WSx2gKArD6+y4aSvI19cUCKJzwHeIK5ANTc9KWR+ZoXSVbO698GXSmBioXTJxl7atlWtqcJDPWSBLiunOxNHz83Iun/c/6WGuG6IYbOweajBt4QfuzcWpxmzabWVw0jsqbYop3U4mI/RQA3+ngnMwsPzltxKthmTTpQYX2m2B3KNvcqVukqIlykZfkEMRJjEcGhp9FjYxgdxQ6QUBggHsNfNAQc9kETvQFqHKvmwMb47dG2MwwAfGwrhKa9jU5iBEnoTY6tj295n4tlkCGwUSOSG0Dywwmos/I4sgQsPeTF10J43LOlvrWmHhfKrsFz7ogPbEa6B3SP2AhuL4sqT1kB2EY+2NOxDH33CisKu/AVP27LJWWE/INoL43BgrjTqY8rEOogNVIObuVGmwjJYdZBrER+wWpFrW9cLzom3+AFvpyy6Dez3mxq2injsYKxEF+PXgYzLOjcDxgzf8kS+cYCdvPiUdu9jH1PK6NXUZQriHpoJswfFBvbbthrxlNCJ/i96QguAwxLZBmhLsriIG58yY9Cx/Yuei38TkQ/088Te0T/jCVNE2taO67NcmQeBAV3WNLqJwSAHNw4dZzarVdnsVuI/7cWIvguSpy2eoUv/epmHqJIdPMRIm+2ynEq1Sd+Zg6kYGTXH0jOt86+Mgh/EswfiI4A0Re+KnRtjss0+BMI/+FoU88IGQNmHwj+BUNhWZMXsQFfa6DP5xDgX7YKmldWQl8zM39uoCk2gVAUVNJGzoWwgKCB4J9CHKmGaVhIncKY8Y29sXrFpo809abqk1E8cBk7QnOnPL1QW8bnhzUT+dUdBc+INQ6vikL3iwybbGsQjdAXe0G/44OWolTg8PJ7JxzEfZvt50wNvapvhh2eTtp/9uZ/74Dd/+7d/DdHfiDsx+EYYipEPP/rxh3/y0/c++J1qyzjN77A2HWrRxqB88uGHOiwHfevtb6sx8QcJlIQeDMw+0YcOzTowWEegkSHPeKpuDO7rly/13ofv6Xvf/1khRM6BgqfrDl0SjfwhKSxVk1yayQZy08Ya3WffTD6SLQta712DxSF6W578sjkYOzdr6zXpB/xlxLHbLcgdsZckXbdzVCh9oj2AjYk/MingETwt/l0nvq1qTYNkHfRhDTZp9g5x0R/Z1JSEltBPwwWPS3ZT6n0bivj0S5644HcotQbftHET8VcjPnU4qLtEQ598/kqfvbpT1UHPnj5Vw4Hb1nTbSjfEwMSjxzcsa2xcOdWjRI8s+EV8NnRKNb/KOhxuFJtXNgWLC724R0Vi2PCVmZZxtWVbC5PzTIxCkHFQB1dNPTjiZwJRshoTWJyACnnHQ3gHeiwN+pqpbwKjDVsRiy+eb1QGfEVubfBl7Pto0JQUHcjtwHCxMJxVGGp8z/j3sU55vUdq1EBDfV0ZpdjEAUoOrivyu0MDVGSXFmIczkYcI3chTsthUTs0pTwcj5PG9Df6bm+f6EhOBxbsnX7jmxE8GF/cUmLjLiJtYEhBjoE/kttCRtPH+BANiU2k4YtJjKqDarmFzizACEA4w8rYNmUOrsR6hX4JEimDje/J4ahyU4PP4a9FtsEJtWflMLNBN5A/sGEQG6qMgyYdKHKyQ28J2eqrCLKUsdd+jV4ajI/MAwDlI4ty+PY8GDrzxLgU/PBszKHe+5TZQ0TsXaWAZG30xY7UB3GrajI04ipk2BY3LaEzMGY9uKHIXWXKZlHu/W7Iv8BGH2LVWlNjvI6M1cIcWqgfjotUAuKPVd51394Sc+wObSHnyJhn7iyHRQt8wbXWFIUn3uLlDeAKvWJUbEZmdBZjOvDlzJzCzd1+aKqaluNB1Rr+bzrDuxLrxOcErelPvgpcM8IExDaEmpjuMKa8FcGRP8gpk/my8JhakeOEqjM+Q23iWCqhMCT0dwlRFxgM8WDekR/Mk64FPLatoT3QJ4jFYWYo47o0z7LwxbYKXdUaZVOugeAxYl8AXdhxRjk3+kuddoDpoczv1AdWrRCELvXEpNNxAvdIeU+un7C5WHca8Xn25Kme3TzRI28X7l++Ug1MnDq7CvvkmrIbdm3dWonfaDc6k7uPp6HjcqNb1rz71691d38v2brjTe/N0yen/8Xf/1/9+MOXL39X35CrviF2TjN/+7d+6/3H8/qbv/jLv7zdP9xrkNQbE+D0eK9PPv5ITxnUF89f6PbmVkmsTmKvLFiydFgaSYgYkr5AHKvNhVCk1QOy/viP/1i8XtKR7/AL2mpNchJBSjINJlL0kU+agBzZyhVdG+1JNwZ2DbqKCd9UlSTOJOmTb2CzkOUA/NzKU52ZbLbhoweeoi4LWVcYymWQY1Dnjl4b+eCMPHJ10se+TBDQsuH4EogLzI6nPrDbKZHZL3WarB8dWfgi5EOQybYxOTt0qA7JxR8i00pxK19lnHniLdo3x0UFH4JwILI2nfluEXHKgpgYuzVtLBqn01mDjvPphEyzYW0TogTTZQQ1xgvV9A9o6YlCim3rSuytUq6qkh3FUrXCh05blAOQPH+C64x/wQW4hGAVeqgoOQUZ9EO1LGGirqk3do7IB4aCM3ylxC7jEijEoQ0ePjE6OsewchWdhS9GQfScOFBtDNjCAWBhc6m2yNhxJm8zhuFL3Af0JzaMR16Rhi+wsuBf9cpIvED0xA4bQ2ikPojTbi2I3GMIozWYP4N5IlnCtvwPiaG3TRw4IAVvcUUWFRZD0Tf1YjdOakLqUB1vb+geOhybOmPLPgS2FPc7OkkhJecGOjsQ37IR5fAXnwY0ltG9qaeOruBSHxcdHV86wRkR6siuuUl1+PAK3nxKsdGONEywZJPLYx+TKZN8j87EcSPekR+e9NlWEY9iLGyYtfOa0rauV2jDE0g9UIRqglqoL6Rf6DWdh+WoIweK4zHlgTmx6ECutdZUrZQ5stBO/w1rUtqB/ALszc3xsraUltaoL2rQht7YW4UMdNQFbCvXIPgb473i60oZmwM5hAR6Bov4hLqQg/Ezliv4Tsw38m0jZh1hhUzOlNQS60H8B/OQMv0AYjR7qIwLCIFUGX8pJWSMEXzI7tgzQMS+6ELl1L3NvsF6gGwE5jAsxr1cahOkwpaAhVwgPgW+0AuSO+3gVw4EUy7yYgeFklqBwSKKGRyJBS4SjW/Shs7zhg3ofMicRZ6rZNrf/ta7esIYnXljLmI7+llMLNEFlQQZ/nbZnu3BA0kHmB56gOcG3sY4nlj/EuPM/YfzafzwRz/8+H/zX/6X/z1MMZHi63/X19/ELyx867vf/fx/9vf+3h/+F//F//y+sfCeWWA7mWdbv/u7v0cCDOVfazx79nROsiTQNvtLBT0jStkoPCGT8cDhYUPOH8Cf11Zvv3ihw3LQDYeSIxPeqM+pO7CRaZFpmwSxZhJTz0S/4m36+j7+mdDBZ5K8AWSkvlNIYgRsT3toKTytHSibQGrkZ+zUtpUrMq+QtulHTKoAHLSv/SlBImrn1ZweYx6ughks6nl1GrpMNjtYqLCz44e9t8dsdwWXenzoLDD7GPSomDraYmw38S+1BWh7m3VBG/KqNWXhW+FdOWB05EZ3q8aisSlXZAdSxxtijb0VD43+6PLUVfB0ZF5pO7IKushLvdGfugQffnbeGBgx9s6/HBa5qAOhD2/DvjxhEPapq6qh38rVqlTQDuKbtm1xgytoN+iwlr6GjPRfwYVSGjufIxpaeNXUqs14JIfsmk9miekDr05h4RC2amUBXIlXFpwcKPInrwP3PM2ELriUdzyNP7AohT+0iUv8OvNkv46OTuKIwdFjFW0pC/nKU33naek4N7ej9n8Pf5xvi2RxzQ+tLPp9EP8heIcQpYavtql71m+f3M56xnhj0Pf5t/fzqXk5n3yMXU5agdiaMpvjxlgmXjZ0QRLXFIHQbSzcKdO2PXVWZXxq1mNX+BtzyeADshinro6s9AU2fEq8zmwSA9/Gpc+2bEf8hFTTJ1C2xT0hnePCZ+/4Yhzt1AOCzppXZOPXTAD6Y2+rplmmrWtuDFVrkyV9iSVdyrxrrFdZnwo+20oOHzlgZOySQ9Ed+lalAmzPcq9LkWN74lqVbCtxTBwi37r8gBfXRpwHdidPEqfQgJ78oDVjaU2XOnHYiGfkhWcDex3HtMOXcu+HpwNs1MExc3ZZCI2ctIPf5Q0l/6M/+RR8IHI68z/1yDa2C/60g0+od+igkchhgamErE17P7iZg9LUeZGVvpm7+IOJiM5csVZi8cgDU+ZYsQ4IfQfG6VvvvEWt6/Wrl+rsN4O1JmtqK+LLelvEcsArro5B1Zoae8wGLvP0nXfe0Q0H8chWGSrreHO7fu9nfvYHo9d/C+Ibc9c3xlIM/eCDDx5/+t57H/zhH/7RZwsn/AzImafb/Onsz/na4tWrV3r+/LneeustBmyBI4NDQWKTZzIDnElnW4PkEeWzZ8/UGOCf/vSn+viTT/Tuu+/qcDgqrxqfPnmixqaTxXidE4UElGUnwYbsJkQrkzWJQr7KLhRCRzIOIPgN3jyJBVYSLoeT4AdGcavzwbySvcs29riVPJMr4obo5KYfnG14uiIjslMGdnnRDb0wDR+/jKMHLPjou0AQRVxCFxkoCQrZUGM/1MRKQhSbDzgqoY3eTPITT8wP9685oGwc5l6pmbuAAAAQAElEQVToO9/5DvE7CEuVA5sXNmQkhicLXeKfReE1r/fyz3WFL0c2suAhU2hix+j4h41bNiXiF7qAiXlkR55NjOC3DetQbLKt9KVexGrgA2QyP/tYWRgrPFJrFuSAaQ+1qvk/brbGuIKxd1mxJ7CwCBTCxlwwrNAldsuyoFPzurZTXvvrImfgT6DjU+TZhseymk58bRdfczjYeHQ58ZVeZChJBcXGVzWDeiB08S/lykHjzIE4C9Pp8TQPJMFFfh8duxizq17Kib+MYWz5ChCgA/ke2aFLn7hsbLSwEfnMt4FcmtP/A29V4iesc+wy5uOi51oqneCwRLgym5GfPEhXlVWtKf5GViC8+vI1bbBsT586PnRyJHSIFtWd2jX7JU9cZKYOG3rBzdgP2bsscQ38CRjeqiZ77xsITixTSlauvY6okdYVrKqa/jf4xTUPpZSIuNgTnp0pdmeDztPoyqaSeEdu4hP8rrPPfN7rY47rnhsbIRvTGtv7GJB/hwmHaUeBz1pne29XzdK27MCgTQneRWmB15Q1HwhaTV+K/g37pm04knyStV/wkV27b5EJNnRZ3zpjEzrnA7ztnY52Z6A6/YibuPBAwg11ZKYDOps5Fb6+x63DF9oBL8Qgxfj2C2zK2hqYNMhIuV3KvY4gGONDYrqypmzkQvoiu/P2gSbfiA6+ikjskZ3nm31hVifqGzQP949zHTwcbmVbT58+0w0PnlnPHu7viFvJ6CEL1aiY9b7wa2TNQEp0mbFyKz2cHjVIlG9/5134lvnwsByOGsg93t6c/9xf/Aufffbqk5eI+8bc9e+z9GuMu/s7f+c/+eHf+g/+g/f+6l/9K1o5br7me6tMtAzoBx+8rxtO69/61rcob1RM7jIb2ohHQ8VAlYsBN4NGtvD+7IbN7Lgsyi/T/M5v/bbeeeddHUmQKiZhW1TzCWeRkGPkyfBeEnUjKVeycGVRT6LM5JQUdeS/VpL/TEJ1eKTw0QdvaMU1SDgw1PgEH/7ZyAc8hidVzboogrFyWfyATz1gO8WbSRpZV5gd+cCw4FL902BbtifapvSYsjp2xd5AeC2riEVhfCK5O5vYSm+/80zffvdtKDa+Hz9P/o0xCq+4WjYNF32r8tcx717faca5TCnNfuIurmrF5x6XVFjzkcuY0G9btoOeUOBwTdFDlT4BQ0ZE40DTCr52wYUNCK3Fj3cQl50xGtoPCGPaE59Du7HJZzGDBL9EDKT87stS5AjygxzkQ0Pm1Y/CgKJd+JcnlvDau44sTmfeDNyzQD3yViHfmcaPBs/N4SiRV4Ej+dnJI5enPbHNtmzPg9vheNQSOFAuBy1AAW6XBfnCZ1udIOZ16somsWFrfIvOA4cIMRfu+d42bzryx97umFdH5MZncYUub5QmH+0B2EUcWDrJkQ2Z8XselmnngBOexGVDV2CXtedV2gFaMnLsJlGKK3yxjSo2h0IKbgLj6SrJe27sdLOhzqQLnNG3b2z9DW4jnh27OjEIr1tTtabYHLkRaMToT12RFwg6ZSB2BzrjEvy0Ad5dzlB0BPenIXaHxvacNonHwK6B3ZGTfIlt4Rebj6Dql76OT4lp9CamQkZ4JlBv1cjHUmTYlumIrglN+ArCenNIWVmzImvgg6FeqsinRQdyJ4fCI+WBHLrqT37kq9mWmEEbGtuCFZ2WwSUn4nMnzkMl0TlYJ4JXLnKx49PGmhi6QNDpH+BTj8+p22lRG/TCZ1u2FX9iQ0rbxFqAZ0giL7qF7qHgdv6EcHTLtkK4Xtak+DbtQcfKOGzEuFMGv8GUtTsPk3Qr/NvoeuStqsnBBtjWO996W2KsXr/6fJZH4sPMU4PWvBkUzA21iVdsxqLp6QM2vHp1p/yp7ed8TX/mzUfGN3l5ylw63Hz2P/67f/fXf//X/+0PEPyNuTPq3xhjMfT8f/w//Fd/8r/73/7v//sf80bh8eGs/HXMu4fTTLQPP/xoDtbb77yjF3x1kUHfGNDOpKFgbAdr9KpigrUW17vEwDeSIDS//e9+mwm16FscKhoTykySak1JIJU5IHStJJxcJGcWUilJvJGItpUfbFRVSzH7Ook5G/QLCl2uQrbt2RqZdGNgO5ASmyL3CgiadJMdluCDaNhW1dBXsj0hfQEsC8nE2XufvZfpsL+of6WN/mu7c6qWMjELcQB128rkyEaajejp7VHvvvO2nj29VZPUmRj3bEbn86M6E2rgy5zk1rQz9ZXFbDAmHUD6PGCsTCJcwdU9Bo3FDHHztqG62DURfNjRNivKOGfDFhG0LW46RGnFxsaMbq1N/bbFyGlgW89XIJIsqcAPdLwZS9rFGNE172ymZ94EdGxuraasMDa+1qlJN6Yf4Z8MfLQqPvfbtmzvDZkfrEVfEHtLur15ypuxp8StK7Y8kNcH3gBkkbMiyxKlifTG01IHbE9bYkPA3mPVybtA5FzUyPYEcdlWfLbxhVjCNfVGH1RygYFxMH62tCyLJMs2hns+pYkrOqMnEF4Mn3IHvMfjQdUaVLDMT8EvcFargq5oe0LokxPJjcRwtpEx69qv4JwqH7a/4BvID2Q6U9rYR912qFXVIKBOn5hrdqnwzzZlmyCudMePAE3Zxp0x4xJcbEsZiF2djXHWKQd5EftWvjrprBGYHhETkEA58Nczjja2KNqCHlOHbewoaEqc5ZWDOEbPPuWCZWOOBDAsd7CMA7nCWCOFtpEB4UX2mPNX4EqNcahCNn0WP5YyZ3JIQDV1qVqpoNn1btpY1+Jf/BKXXdN+wWDqtkOqXDZ1MbPYuDux6ORNYhDeQcw7ELrEqZO3qV8hNJMHP7KRU7BFJ/ZW5PQgLsRRY6OLO3wDPem/whhEAsDNydGpJ9LBY5pixq6ja4M39Y3xWvE1B52VsZwl7ZVNf+VBIrjAht0rbwoL/Rtr2IE16h3ehm+sefmFTL7tVWPwiILmvzrBi7TxYsZftGMUYpRfvsxXHN+ab8SbHvm6Mn2SeRvVx8vPX33+G7/xW3/wibT/gR79/7y+Vh31tbLm/78x/dO7u0/e+da7v/NX/vJfORN7vf/+B5MrCfPhR+/r1evPeQ31dH51cXP7hAlpJkZXEi40Ic6kaVVyJ9VI1tubI4lgvffee/rww4+VQX7KVyELT2gmaQaKVmjz5LNBf5WR0iZdwEVmkjUAuZLInYS90tjQ0e5JcCYDGack+AZD7LIte4fwxN4A5GnuMCgCsxgXehrctudvF9eQSpIlfN8m8ME9Ji791qC3A0M2LXwLTybKrnMo9Ux+23JZEMqqC1ADdyQ2id3zF0/07NmNej/xvfu9iqfdQ6sYoCLOuCgqGvY8kK3oE/VsUhSMz6q8rrdNPTaPeWhJXALimqWFjg6MOUGDy5MbbLTRpwGlZGwTV3xZlkZNwkvwlMgQV/g2FmiFx578gwU49tqW3bCl40vJw1NnDhQjY+2a8RyMZ+hbKzX0bFmEtpNyFX631lKdMDKQAfhjV09d1pKDK/JCH8hbgZXFKkyPfJ0kaBpxThmWLGqpS0Uss+gPYYbS1/ElYJv2UK7ohUICF/mxKSDsG+DEtVOWjocbDjRP+OoqB8RnLHKPMnSQzHugyCZiKOssvIntclhYAM+KPwuHjmoNVUZ8AW3aEX3lUq5CwII/O21NWsRNutiRNxxnxqWTI8Gf5wa950RP7CAyslzIRhZkolB8i3ysm/UBczEmA3tdfMiyA1/SGQb6jI+Qq7OxhC960pV6xnRvE0WIUg8Ev13oCXvIJ6QvfGmgDp2pAR6qZsab3IFhYHg29Ng7iOvO12miBz+Ta4ZmUMdqHYgrndqIuxF39XclVjNfsC39rYreL99d8a9aU0N/q1Lhc1WbRNG7XWRE197u5NbKXD5BW9MH2/LkEPNiU+jSZDgYu9RMvyd+ZR5sbMQb9s9NO20g9g3s7PEf6LAlbwLBT/ptTBlpR/a1b7bh5YZL6CpJxDJE1JSBnm1sgGgTcqAa4NJtg+9CdqBrg2aNjeiL3ujB3NkfU7eJ34jDpviyMtbbnJdDJnaw89D6TLfsEfd8fbvxAHVspaZtB8xr9j7ejG/FHsZy2jWkV/cPcpW+973v0rMx11g3l6Yzet/+1re3v/Yrf/P9f/Xr//rfYfsKfGNu3P7G2DoNffLkyeefvvzkN/7oT/74fdvamAxJ7sGwfPbZZ/r85adaDjV/j+LmZj9QdDIlwDheJkhqQ57eDz29uZVtPdzf64d/8gPdwnd7+1QHvvpoLJjkoQJwSG4it9Bmkq/PybSSaLap94nT9Rp7JZNhI5lWMnXDliRj7A1+JjLSMEBFoibJ7ELWUCcRQ3MRA9WY+OBoqCMzkHZg18YnDKaAWHORuMpB8aSfNkAUIdBFD4Vq+hB8Wrs/oFStZE+J6siYupABmskjzcnEZDiUeSPQ9NaL5xwwnk6e0LMGSsQt0OGbCzdlaw1U0SedOOXbVr/4VAhPfeqSNEtMu+IW9AW3EVPYVNWgutDh12DEOm8hbGRebI4HNJWyE5ONgbRNe4gizMpGZ4MDVp5QqMlTcrrHtCPt2BHd6bKt1tjgOJAEb+/tavimL/jSt5IrgWycHbvKpdPpzKa8Uj4Sv4OKhSYA69RHzkvItGu2pYKOQzCHkeitajJ95Tbtz5uCm5sbaA6znf5CZmhsEx2Rwxux3mbdkmwrNCe+fmmNV9+Hg2Jn4iEZ2j6BSGGDJhw4gCzYcML++Bb+hi2piyub39wYkW0bHuIH3uRJYlPe44M02Z4QnvATGvQNbDgzxzfqfcIgb9Jn7/SIgy9yIh9JOaUTnw6dZjkp0N0nXWzc9XqXhzBuTbld0Fi5+iUPM8apS5YNyMo1yJ+UtmV/AcHtsONKlEOCBGukVoWRexymLa3oM+MALnQAN3Pqso/QKJhzCIMSGUaGFZy4MpdyOO74Gz88YzqUw0qhawL8eZAQNB2/4tPGunnm9X0OrQ88HT/yfX7Ge/erK7IGc6jKigxdrkFHNtbrOEUeKOwX1EPsh+p8bMzLQOqhCYy56UfQmPSRhUnqfAQGXZkTDAM1YjKgA2hgD72pW/jmaVPsCriIDCDBo92OyJ4A/cAHGKaMjPNKDKaelBOGMGEHLIv+9K/4caYjmzxLwdzs7cbDzj6v3n77berW6eEOpZuOeVuJ/uLwuDSr8coib3MHuRLXe3ThAy85dPfwoNYah/e3dCb2J6BV6cQBeu3j/sXb3/qJ1+U9CYP4+Kbc9U0x9GrnH/3RH53+1q/8hz/+y3/pL/3ei7feGhsjvZG8h+NxnvLyliFjkMF++uSpWuFiRpN81CxJnuxwDLJtcSsDfWjLnMR/+Ad/AM66ffJEeUPx5OlzDha3c6LkVLvBN0iKbEaZyCLhaKpTblQ6hqafYseRlKGNjZ0NbMXeJGvo5FK1Utqhh12m0tFhMzmw2UyGJJ5ND226591JzuhZ2aAmgo+0bcs2LV9Kqhr8dCZUn7jQhd9GP/GJu1m+3gAAEABJREFUbVmAxJIQXenbkGtjA3o2Fp/wBJgrgksNuwve8A02brGZ0pSRkbLDF0Cxqi0U1or/A5nCp2GpLS3GcYC70dtvva3PP/98bh55Sk8swt+Jq1TItYzgsqcf6Y9+Omh/ERibfnhaa6qCZ7Z3v3MIKZdygUbXqhMbqG0tPF1v2Jy+jXwK7eHQ1MmVw2FRQRN8hyZxCN1eDkXiUk3VStlA99feGxv6kTghA3lYosQ0/eEr6INLO7KiP0/jGc+3nj9Hb59+rRy0Dti2tEb8tpASS9EnRcYgkMk7l9EVO5vkgoY4YNlunSUCNQQfkNu0ZatVqSFbuWi/ev0KdCm+Ctmha1X4tU7c8XAMJfUOHToGUrkTl4e5SNa0PTKDOx4O2DoUv2RNXYWeCElWJhYB20Gp3OaGZO/tRu4U+u1d10ouRq5t2Q3Z0kp8M3bRsZFjKZ0YYFtoM0+DDw2mqoOPzoLGKkmWqlFYop6xmHyXsT6yttjp23Wlr6Cvi13Xcsq84FAxbUscpx74q+06WhmtQwVuji3j26Y88M3kYlNVyTaQ2J3VWoE/8LXaWYP8rtmvKcMOLfWyqpVib2KAo2x4jTdsg7LIxwNymhrzzjJTtmvlMLjyVZ40hDrVRcabehV4w7cADZFDiePGOrYxFvFTVtjVsSt61zkekl1aoTtFPgJT5iA9lAv9VHpiTHOgP3UhMHFMvdC9ISv14AJV+INcO0olu6HbUzesksxPSXwimjwdex9tw3smP6QSSywa4YsNQNqYr07OD2j7EPUx7V9Zw8W18kZjWQ7k5zbj+fZbL7RxKDtzGDgwbgcWx+INBecKDhdt0hTxFPYuh6Mes6bGBgy7u3/Uu9/+tjrry6effKyVeZ64vbq/Hz95//33/u3v/N5/pxcvvlG/P0GIiGw+v1nQP/jsvU8/+PDjf/3s+XPGePB91MOcLBuDk//sKwvbzc1R+V9EDwykGUSm7/QySTkY0JF0mhk4mHBdCwNfNl95fKi86ci//njCgeSQJz3eYIwiVaAfJJxIONiVurVfkZuJ1pOZoOwk69DGhEii9DE0H57CQB/NUKlItvAKmSnH7Bt6c9F2WQO+HYsc7O/oyUQLXGnDn/peQg3vtT2gH+IHxQPY+YZsBENk7yVV/Brq0EhfxvWJF1dBOzdQykobOiO/lamBiB5stIp2KT6KWmeWZtM8s8DEBsi0sJgGbli0ixjnYHdkzMRlW8EFRN3iogzvQB8tBTemrWnt0OmbPPQWNgke2xQFAT6Da60EZo5PNhw6pq6O3bu8EZRsz7KqZrmyKARCl7HNIZHAiBFSa00b/fmXL/Etcm2zAHX6JzsL1L4xC8zG4panxNaIEfKJus6Pp2nH4XBQdOQJMnA47ht5FuXozcIc/ANfizzCM59s0J34nrJJsJCnP7EOfSf28WvEMHHhVquSgU78bCvjlMNQNrnwhr6wLbyR4WpznokrMch8C17wHrHPNrY35SrkhibzrzXiwuZjWQVN5KJStpXLrhQTvlwPosqyd0h74EdnjDbK6E4cEsPUd7ldGxuA7ZAzNGPfABNr8m6l7PRHTkY4doQvxHs7n2wm6Ag+kPxMfyBi45uxK+03gLrEr1qb9oo4M/JzDEfqiIVkkttWgz9xCcRHcYGWIEoZnVUl2/jQkSAVPBvrSfyfhJFpzZiKK/0Lh4XGIYwmPD0F/VJrpSM5dTgelLl2PCyMZaBNfMZvWQ5y7TptwdMmFLhqJRmvEpcA0oMApXlRGSxSnXFJPiVugqFDm7Eas87XB/SPIeIygI5vQxkL0ArPiGJoIZEoV8bqTC6X0C/JTokyBTSv0EZmGp54UwVmh5ArxSaQlMQSfNqB8KWM/j8NY5jcGcovZ8ICL7aOIYZBb7/gLWz+qefdHRq7bg5tlo2vexOq0BS+GHsDnEW0sgEMN90/nhW/vvtdvu5gPPPXMVdyM/MYX9fTuv2Yg8Vv/eN//I/vYvM3CTI63yR7p63/5p/92t3rl5///t/5T//OY1XTA4tqEtck/sec9j7//DMF/+zpM07rNzP105/EiQDGWVZXnq5tQ2u11pTN7DXfh/3gBz+Yh5Fnz5+pMfFubm/VmGzk9pSVCRJZ5JaYLyTsoOwAE4YE2fvGxM9JAmES0raqlQo7B5uecoFLAUkKyZLAjYkIl5ADiIu+YGYflVmCThmgCu0XetN+A5EX4BQ9/YZfzCCDSxLEptCmLWzLZGiNHnRy4lJg8hGB6MJEFfXQ5DBm6kuz2gKP9qvwU0oPny519O1/O+GRelfkLBwoxLURt6f5C5utMRalkcCCF4qY10jHL8ZM2Bu+gY1KOzQXGPQJe1PaVCbeii+moyOzY0PqeYV8WBpYKU9p0b+gu3MojZ8D2shpE9fVqrQAnf7QdvoD2TRDJyTdcPis1njr8ShhcV5jpnRZicXV12zy4TV4yFi0uiJnwZ74l838eDhqacWbgbNyQI4d4Q9faAOPHBxyeIi8wCNvWwInykBoJhDbFYjd29qV/DS+5M1RYpFDkL3baBdv5I7KH46TrKL9mAMLT2ELvsUOXa+heVhaOcjE92kf42IbN1iIsa/iI/TRjzhqYsPfZhnZqUCe4g1kGBHN6ObT4E2YKKskiBOD+BK9+WXZ1OPTgCoc4rKsgn6318pbnBy2wrMxdhmzqYePvR5OJNC+yk+ZvshBrWxkujTb0vQx/dQUfcbXgma2DUHsQd6k2cVnGqVDvtiWcpCTmnGTbE9ILGO7baWcMkQckBd/oyNgSZBohL+s5FBrNcvgOvkqrkLfclh0c3PkIHEAlnmQuCFnb5/cgr+ZPJn/g/jAovDsICF66khMEmtc2/VCiEk0TY0bPzv+cCsE6zzAdY0dodCmfwM/AV2Rh/nkJR7BH5rBRyBjxSY7bbEtKzQZp64O7wA6skNLF3bkkzhBOaAPYtC/kf+hQTyo8EeORNduE/pmHfbIi01pb3zETnYLmSB09LUq5Y9ZNdoP96/ENxvzQFFkbNaIgKErY22g2vyLwNuwNjfm1llHHlLfevGWTnzNfnq4lwjAQ/7Z6eFw+vmf/8X3X756+AmmxFyKb87NDP3mGHu11G+/fffs2Vu/1aUf5l9zPD6cWJA3HY8HveaV7QcffEiiDD3j1fHheBS5ok5iJKFEOgXmOLO55s8wm+TLYnnIoeG86Qd/8gPlKeY2byiONzpwoFgoB3QnEjMJvmVhvsiM3CQgaYr0oRWaTkJNe1FkowGYs5IytNfu0Aw+gqPg9oTwd+RP44OBzySysEFctmWb2hd37PiiZfqlgmcmNkrSHxbbMoQjRpDImX40URUP+uwL37IsSgNytWKxQlbqc3LCm+Q5tlJDWGQs1BcaWZTEZZivsReMebp+uBz+Ygsk3AY0N5k8la/bmRjSZiEMTae1xwYHqAty29PWMFLVG8DG1IPfAWJ47L2MvED6ikm+sGlXa1P3yqZo8WPNmM0cgbCQWVVzsV2WRhxKuQZj04nBmVeVKROr/O2SQMf2jSfylFG9oCMyGqVAzPwgMIfjUcthUZ5OcvhYqmlBRw4Dg6+QbnkCCt9GPgWO0B8Oh4u9WzxjCcNSQtOxZ2WRTm7Glw2e+NqxMfryFJ8NdYNGshq22NakhSa04jocjkIw3wuf2XQOc96cGLOHh8cZlytd+IvYRH76YZ135KUSuh2kHCIH9hm9mDrHDtWiOes7XXp0uYY6eRnZHT5BSLgkysRDXONic6ekOe9Bf4dw4ixieZhQrYkubdD26b+4SuWSDaECoC53+ANXu+JrutKO/NS/Cns+DmxdGfeB7Xt/5I69ms+pi/BiR2IcXyYF9OEp+lvDLuxtFwhbcmvgV+ItaAb0BC5dqgp90UQPd1VTA5IngqKTiwNe25O2IbfKMlBVauRb5CfvLK7Ijn0YaBCMBLWh0NOLenylv0O3EssNQDxOQSz6IKKLNhXaoUksAzb9EHMr+I14pR7KQOobsvPmq9PIIVDICK/gFVd8STt6Zwl9fOwo7fD8aYiM6Eruzz7oR+QEqMBCrmkCTXw19UEpDXTu9tB2ydXUWmnhoentt57Pw8DK/Kc5DxWLrYW4LsRVIh60I3/A+8i+0qvNtxT5DxT5ul6tSvd3ryk119CH+wfxeuLl8Xjzx3/0ox/l9yf0Tbvqm2Zw7P3hD3/48Hpdf++P/ugPfyv/ImMjMR94ilqYHFk480eqHh4f9JQ3FPnlymIgzeCZgZUsG2DgLckagBjUIlEOKug+eP8DffTxJzpwer+5faK2HHSk7lq0khhbDhPbUFZz63IhT8gViH0TDN5THh9S+qQ58ZPYSXQkoF0kcNfGhMhk0UAAHZksaVMNF+xGTM3S3uuFrTb02q/UJoArwOIn5QV2Kmn2gUv7qif1CSi0jS6rtYJWclmFroCRKWy1RJ/VqoQH1Ad1AQ6FxEyK/Zn4VDX4mU/PvNrb5RQkYJngNjwOy9Aj47bNRXnInkjkc6dOUdMW8DkMUneAPm6lz6YPunlTj24XukCkTqFBvqTeWFwPHJpsz006T+qt4rOnrNbggzBloSflclgkVIzEYIi3Eby+5DCSvlZNN2z6Dbk5FEAWUjXyEhXKVZV4SZ2F3shcOCAEN9CTp23THdp5wMC2LPYDXfc8vQxobjhkxJ8V/o4fgY0y0InlDsQV20Lf04d9KweM5J0Q7oaP2NihP1/Go4cOmtifuZN2NqXwneFHNeZbK6+fI7chI/JW+kLbkQXBjGNVQ43V0JH5+PrVa8WPwvcrnbgGOiMrcoYsmko7ukK3YU/Hd7yhr8Mh2SaT9OYKbRq21RGwscGFp88Oqyq21M43NC/bSgxBchsa2rYky7b+9FXYPcXRMWLPbHjSpg/0tDsbYeIRv8Q8LsZ3AjJT2g4pdrJCIGNviTYepk1/YW9RuujlDkMV9lMp+nI4vfalu5FbC2B72hD7LOvAmmUb2buugXxpyPak6xkvS4XsQlch30BuSFR8FIhOnoV3Hr5kgVZim4PZyjyNzxEdfCD86R9UCns3xmODIDgpWujQbkPkinogoxuazhiujDssU4994THWg+zY/QUQN+jHBeiaPJEzcdBvjFds3GIHBJDiP7KEDRJLODIoY6+CwxDYEqlJt2ath8kEo+FPw44Xz57r9ubIYeAVHnVAGsSpMDUQyQW9XBwgxNounQc07ahH5D2eNv3Md7+nHCAe+MqkSernVcWr0efPn7968fa3fvThhx9+BPobdxOCb5zNMXj84i8+/+Td77z7//ibf/NvPi6HRfllsk7CVJU++ugjvXz5UnlazBuMI4t8MbhhVFKFpKiy7GAG5chgaiFhbCv/RviHP/oRC+KipyRPFsPj8Wa2ByydBKOYPNFXFz6LH/j5vPQ5ZBPm5IGZ+5L0THS6+ZyLcBaiDftDN5gEYUIUElOTbE/gQ/OyVFUTbF9QpttTd6uadX3linYQ0Numcr2/XN9xsxt0NcsVXLmOzPIAABAASURBVHjHlJlFLVC2Bk/SAho0geBAE2UiTZw6PhW2ZIJn8+rg2two2/QbAdPe6MmGeuJ1fWdyZlJHq2SFv8pCoiI7tLYZj1IDnz7bk25cGDt67dg3oGnwYaByeY8/C0xa2TQzvjE4G1hwtqE38ox52yxBzXJh8d71ado9kBO/orezEFpWXiNHViv00p6xwk7bii7bbMwrb8H6bMeGquIw9ajYXdCGPzmxLCVh3CMH5sSm8f34kUNFIbsTy+tCuVHv+LwDi+QQsoT9kqvYYBYOyEctxwN+FH192mBbx+NRueJDbHl4eFDKxoEg/5w3eo/wpX9cclPwrRwuThxIDocl7KCMPuLdatbRzqJ7pyzo+X2mAt85iGeIdjvJfuycbSR0YNAY6Eh/YrDhEyRTrm1hPNGAMHWKAT0k+DOAyKMMLkBH5EDGbZnP+RHe2YjkKzLlkD07ZlnELdjEIXpSD9iThuq4AJ6ij8a04aqzXKpqQCEPgCBywkUVnOVU4P0yPsgxY7Cld0JUVjP50tRaC4lsq1Up7Valgb8bBzysUas29SaGsWeW6Im+yB7UxWVbJSn48NGEz2pUOLMrl+2J69Mm4oue1MW1y4lHkZDxF+Pd2agFT1P6O7o6o2YbDm6K4KnNO30d2TtuTJ7ZAY+uPDsimNmPSMxFEHg4wNHEjOAjJxC/d4hNg7HZaaQr394eSIVVHeYdRF06M5/zu0nJQbvhT8n8fO+739FSxdeRJxX2FfwiJqYMRJ6dmjlIdJ2Zm/mqY9Sie74GvOWr3Xff/bZefv45D6i8kYV3ft3Ranv77bd/+Au/8HO/I+kEfOPu+sZZfDH4V3/1//bq/vXpv/nzf+Ev/vHheByPvJZdmUw3xyPfOd/r448+ll166623OVg8lRjgno2KQdeXL2YNt5IoLqtIlI1F70c/+rEeGfxnz1/o5skT5Q1FFnLTPy4y7FIBKW1LgGXNi7ou9SR3EpZ8nYm/T6BImVhysc/NNRtSaJPUKb/g1+WK7IGMgWTL3iE2BOy9bRt6Enoq1KQT1y5Ts237S6Xmlf5AGs4H/IlHERdNhJR6NsXgEaHBZEj3gY22XRe6EMPb2WwHk6mYjCv1jQlaLrW2v4qGJFqU0vDkqTyI2JCFIGUgOOeDuEenbXFr2lBFPe0dwmeXNp4ECiLWKbW2qKpNPVMMH4OO2Lb/ga4DC2j6h2Ij3YIVngJMk3hTFLoacnJACKS94Hd0rmyuKQOHy1sHGJFjtcQFgYfDoiMbc5XnmA8cL/CukvBtYFMnRzee/ILLQcX2lEExF7D03/C2LJBxaNO3UmsB/HTJBQ+wRB+0T8jfpyxiOWCHZ6A3h4TYmsNEbMJEFXakLxDalHe8ks24HPAp9AG7VG4ciLZ5KImMyE1feHBm3ve8ws3hPLbecCAPMv2hu8bLIM1H8BmglJ2c2cv+Jk6QzRvSievk3Z+msS3bk45wTrrQBNFqj4tk1IzZ19Gjy0VIwF8aFLZlm5qUuMzK/PDEDxR0bOjIGIybLGKCDmgGwsLq6KRiG+wcYXSQS7TM+Ai8bQpAu10DmQOZHZmJEaTTVtsKSyPfKhX0g1Iu22oMYPSuPOnGJnGFbiCnIzOHupRZ62DV/ssceEE/n6D4TB3bx4SOrVJ8tw29px2d/Mw6JS4bPGXo412Hj6VzHihAy1XIGKnuYM+28XVH7J+xK5BWqCMH7Up5JbXhAkKzg/fi8hkbdgCBkFlPHIFZDxr7KC6+Dg49ALgOza6va77RuODOvI3OgTl2mPjang8LP8OB4nx6JIRDBY4XC5g5aCMF3sQCxEW+lH8muqmQXbp7POvdd7+DGZ6H7YKwcCV/qfnQDneH1v71P/6//uP/DoIBfOPu+sZZ/IXB/UcffPDRP/9n//z/+e677662dV7PWpbGptD1wQcf6nxa9eLFW/NvIswJB2/PpKEUA5lbl4sxZcitGw4kJuU+/PBDffLJJ8pinO+7jk9u9YRFubGAd5KG+wvOMKdFCgSfBE5S2Z4TslJelA2SdwKE3EwaTXs3NtuZ2Ez+8PdLObBlxGaIEROxErJsywYEWJo6mMD7AiCu3RhTS5+dWkCy/QYGcrn15cu+9E/kkCmzgbZiIynLNnbsk6moH9lsbtm4jssiemQbqzX96vjbsX/lsNfxKZtcYpwNKBD9PYsURqxM4MMhT8vWyqYaelhZhIQ8IgENphDTqWXqif7gbIMvaGNXTd22iS/2uyRRxxblVTTtIWnKR2ZyI3mTMnbakS/hLk/qiwZLQzWrAWXpuByUX+qM7fEhcrL5py6u4DMOOeRmXAO252HiQH621tSqKYv8yrjTNe22Y2MXDaRIWagiu4W+lTpvgk68wRn4cWSDzqZ/c3NE7pG8veE17JN5eL65vVXgloPELXl7w9jENkxX5MXWvA1CgZbDEXVDnj/SPW8nGjl+RG4W07u7B2I5oBHXoL5NyirswY7Iq1bThvl0PISOMWnyf+sknvkXU7F549DFqqvkQ3zvxH4gVVCLa6R9gU6uJG5XHN3zDn10Br7cBxs2pneSKf2BQQIRViWGtmfnlTalVOAChl9AfN3l2KZPstO34yJv2o3vAwFQkx/aL8hBQa83oInbqUIfm4IrZCJVomFbLkDon9KgR/7GHAB1iTl9mNCqwhH0LCPTtFo1PqXEO7iB34XMgUGdeg4B84CPfMRAa3X60k9j3jTV0RtcaIzg1DtjARt9HRhAv8RJ1Ad1XYA6tH3KQCQCwMhGEE2mHjOJypfuyA98CcVBtSO38+IzVow3/DvN2IvLZ3iTW/Gl4+dsQ0IVGULWUI9joZ9mzI+0FKMnL/YmNm/slpXfe1jxZSVnB+3WmuzSt9751txPXn72KbLPapzQCLMCtikjvyKa/iHBg5jZPjO1T6xx3/nuz+ju1atMBeiLg8WDzue1v/P2Wz/8G3/1r/3Wr//+73+qb+hV31C7Y/bg64xXr+9f/5Pv/uz3Pq/DYZw4/SVBytZnn37K4vhaN0+Oevb8mbJAuhoDS7LAncSTLDPgllRJDNI9f/kMdgb5td776U9lW2+9eFvHYxbppyo2kz1BrCRgwLJGkMiJ3AkkKayqKrUqFTShgwTaoUFlAh8rtJHToaE6+zsUgcHMGHNCmAkg2Z4ybXRCg2DlT2SiAry1XwidlaH8ad29T/ACkpwf8wmIa0wdPTXRBVB3VzY0RXeXyqU2J5UlbVJfVdTy6u/meNCRuCzQEEawULBR5pVhfFhZGHPyz4LSlkUZi9ZKC7BBFxUaxcJp3dwS42pstl09duHjgMCyqE5w6jQG42VfWsS/4AMtgUs8qSjjErrM3l0e9G5yrEfuQAfkyoHicFgUPtAyvgi6hl/iSk5VhXcodpet8AY3YFh59d+IT+K0cniCku9I75VfWMxiPqYeK/QHYtA4WLCIsJCwKNFGhIy+E4fgYkMfklyFPV22aQjfi1ekKzJP6B4TX9As6D1wqAscORDfcIAIpA8uaEVs+/x9j3ydkQOFZEVPd3EQHxo8RnXeyOX3HRpvkITcB75mWcG3OsKfXwLt6oylE2T86RwEqyyXuAZ9PIdZ6EMXC+dpO+vIvDly+Dkhe+MtlRs+oXvmOVyJd2AQgBG5RgB38oHuXe9ILUhKGEcg9BPAXe68mt54RO7kQmDrZ/Jonb2edhrNnm1IKFMHuGlwYwEyqch+g8QffMK2Tt+GD8nZjv80IZ3RCAF0F35ymQ6NzCGBY75M/yYDzqQ0JfkroKpUbrBYuzR4oOn4CXLmgOhRrrCljH2mQjuiKv6liWMdEPRVC0VT1pcNWdwKDPown/oApIGsCaKO3vTHHtvqjLGwnyykt6aPUduJc2SEtodnNjYEkCe0NaQ9LQbaDJ8zBekfdHVkDSDNMfttz3bHwD3G5Bp13JINP70jwMeubxA5CRLGmJJK3J6qJ43VQfSJ7+gXer2X9Gc8TB9E3Nf+wtMST6ez7N3EriuWHTPHmLP5zw/P5PKrl59rnB914JC/AIU1hZ3lxLy0jehCEVpjg+g7bYNW6TvvvKW7zz/TxmEl0l89nKXD7en9jz/91/+Xf/SP/hVunoBv5F3fSKsvRv+Tf/JPtn/5r3/zd1nz3m/tpueNROcY+IQF7O71K3366ScZRz1/67kOPKkxxjKTbJDqjKXEJD6weFai0JNUZ+Ur6wOJk4Uzf+Tqs89f6hlvOQ4sjG056tnzt+U6SpED/8oCc2QR7whcWmkwAbOxzFTio4zwrpk8c+KnLYvM2oF2JntA1UhLCX+kgs9WJo9dMj8dXcKJQu8kLKkdGn5E0RBkEh1J7KUsWyrKwi6ZrjnpUw4+JNtq+B80hqtBO8aq0+lB8b81E4+aC8HGhtk5RBjiAloT/JuKRfO4HNTZRDsxDGSyZgPBbS1sdPkf9dpiLcS1VelwWFTIXtdHDextbeHJShzizuCPczJ2VoZOX8eejU2sTGyYkPknnliEmx2eVW2hhW+PvIIslzqLRA8d9oirM9m32F1StULf0IadsuBtGvjSGbPj8aCFWB7InUcWDNXCRrspso7gYITFatVUxOkQ2os/R/zpbJ6xrVVh2yAu1kDu48M9dQmsNhagVqWGzRv2DXyUC5ulE1/RPH3+QvfE+YFDxYFDQczsKF6RYyS0Kg18O3Nwfri71yNvE868sejk3sar7nU7aQKyT+Af+RowB4iVvjMyV+B0f1I/dx2Xo8zYPxIvKhrMm8fXd7p/fU/zMHPw4bRJOjBet8TirA35B9bLpYbWxz1Hnj57osKfV69f4vemZkO36Uc/+bGOT5/oez/3s9rw7eH+UVVN9sJiDY2L0U2MBj4RZ5zt2OK2aNBnW1bj8LQSR6nMWHXvdRU82ICfGTtdL2g2YrrHlX7GfQU6GjvyXSU1eJlDsWkjlkIXLEjoCt+cGbaSfxs8VYs6du0AjYY6OWMbHsHTZe91I8voCFXsWNeTcqDPBLINLdIhHdhUeD/e5KZV8RtDOrIH0NFp5Ufk4DZrRfwwSXapNeIBvbBn6qTeAxCsxKWwuxjfKuYTsrpK+Vs6HTsMbxecA6CMrvi6sr6cgU587CbbcG0q8n1Fdh2OCm2rppXcGGNRQ/6AHjNkdA8eEFgSGHNspu34wvhvAAFQITNlNFfhX9qA3SQAcrqHLCjGQHehk4hS51YfmrB1K7akfcXTBW/wwhwjjmQ1bewzNoty27o6NkIYDRBuVLsUOvSvvcj10uMq5QCwxm5JmePPnz3Vd77zXR4031PDt1tLC4fWYu6bduzY0DHE2IhODNqYh4PxOBxudP/wqLffflvjxNx99YmKHDhD/+o0tC3PPn/yrZ/5/eWtb+efi+qbetU31fCL3euv/Mqv/Lv/8H/0H//LP/fn/vy5taMGGeZKUqzKH6gK3VsMYr5DLlbDUdZQMdwM58biMBOBkYewgR1M9hs2i1Dkle1Pf/ITNtjz/Ork9ukzHXmCXo5HrRfH3MN0AAAQAElEQVQ9mcQ2si5yBouE0NAD4CiQnPuiK3wk0a4RLSRyYe8IgBzpg6YDY4DAVmlPzimr0wpaaJn9NDyUTTtvFGzLtvhQ4Wuq8khTnm1TN5Oxa8vEksDvdtjpk/J6vDgAyFKrUp6oAwuTkqYG8kZmviLXkA3Fh8ZC1aoUswYfRt/heNCyHKYu20zMo7IBPvL9+kDGYFKtHBhev7pTDlKff/6KTXGDZ8HGIcHTiWMnHlMTqNS3rWtl87WtlQlr7ZdtxQ5x2caWoZ4xwZbIWtl88yo/EP8Hdgo/OjQdPcuyKL6cziflz+M+ZkHoCJOV/ivYnnrSVi7ar1+/njS2p/35uixd2dQHeiJ34RCSMvKz0dulfK1w5ADxiq8X8mffH9H9ms39RFziZ3jjU8M2CTvwPTE8Q3cmBoHT6VHRE8hBIhB87Es9f4X0/v5eR3I3v1d0c/tEK/6+Qs/nHJpN3uXt3OGQ3N6w6V6ffvYZ6pqePnkxY9w4ODzlaxScnL9QtvEV4/HmOMf2iFzeGKozptmcztj+/PlzXg8/Y4He1LFZ6OiM40rehSZtFEj4lJjYb0ZRuey9Hf8zVl9AV8f24Ccd/PZOe5Xzpg98EePQBWyLe/JH3kruhNYO3jNf0r5CeK51m34QsT0HhiF+yMf0g+amAY3QN1MGDJZOmXzQ4k4eNJM7VjVNW/ic3VOOadlKniyHPRcb82ojfrF3I67iIszEHemJAzGdAsDnTmw2YkyXqhpdnmMQHCYn3SXmw5DVsSf+hNboaRxsOvLO5NaGrk6H7Yidcso1+UNnZHc2djGuoWDm09e1ovtMXmZ+5qA7/ZoS6KZEJZ/7bVu298b8TD2AHtojQHOPNw30202glBhEf0d/J+AbMVqZ3+dA9DO28c+2GvNOcI3AwA6MiG+9D3WYN/aCc/jFxTyLvtfMF8OXt305oH/r7XfUmtHb1ThU3zAfGuuX2TMabJlDA/nCxo68+F2shwYSi1esce+++219+slHHJTvJMbgNQ8Fj9j+7s98/yd/7W/8rX/7a7/2a+8j6ht776P2jTVf41/8i3/x+h/+w3/4f/qd3/1dvuX4fHzGhnTidWsxMd7/6EO9ur/jrcLz+cuZz54+f+Op7VnfSP5U8iRhBrhIiEBrjUF/1O/+7u/qFd93vf0OyXQ46Amn1MYi+sBiytdeeuSkvnGK7SRm5IQvZSdJr5B2YIATiZz67GMT08UO2xr85E6/lHYSf180Ok+psTXlFGFpykBvEld/6rKtmczQ6XLZpeDS3HnJZBq2ZaNvCtasx46VCRnY9UJLP5RTxkIsMtGyad7w9icTNjJjS2KQDaa1YtHbFBlZYGyzoR1m+55x2Zj4gQeepE9s3I2YP/BEn9+FSX2wYti7XQPd1dpum8RcNAEYOlQjpExj6EQsPKQGXeghm30remxPu4PPApoFZGXsiS40mnbGz4C4QhObsxBMHPy26UEt4xg5CwtPEFVNrRbdswCtxMzQFYvIkUNCaKYc8Bm74BO3ho3xM/Ih18D26MkCWFPWAwfZE+LHtO2ehSf9R3Iv/JHT3FTy7M/XJw+8fXj96n7+CfP8K6ePP/qUjf818d6U37fIhj8P1mWdWHBfcwD6/OVLJfZCzpExfSt/Tpi43N3dKT6Gfvbjz4ihJTansw7Qpu/qm23Z2IKfn3z8MQfwF/MwMQ84PJklnsmPjUU7ZWTLUvywESop+C/DpAEfv6/QiVNgo9xYtJkW2KkJkCryAqmHP3H+ok0O03HV92WZY/iNjPBdAfI3dtlOEzpmKrk5aZgoNnju2Zk6OTguIEaoJ1/oLJdM7GNPStvipof7Qm+bhsAPFbTiSg5FV+Ss5DIGoHVc7BqzLu18iJn5sDIO4QkvBPMvsG68eYuMcNiWjc/EMWOYQ2fnTVaJWDL+yafkYuRo+rDnYVWLermKcujEwSMQum2OrTiobtoSH5eKXI4diGXrRXYqQHCJEdVph+1U34BNm3unQ3fWWMb72u7Ijy8Zw2t9JTYrfgfyFiL9V/qUHV9TBjpjwo2dUmfsNzR3DNrxnXX9rHu+8sucSK4njj/7/fzuw0vdvfqMt43rtBu2GQcbY1l8Bmv6IOAr9m2Um6xO3ysO7hmbb33rHebnSw7pz2C1PuMw/0t/5pfXn/3577/+4LOPX4NcgW/snfz5xhp/Mbz/+Mc//rX/5d//+7/+Z//cn+W9KgNLx0pyZUH9+ONP2MSO+va3v63bm1t6SKBk0qxpJkMxOQKNRT7J0FzK1yZMB+UNxY9+9COZvhcsto2nhhwqyEGd+kpCbrrn6XAQySRq4zUjeakk5kz2iy4jU95tyxuDmfBM3JgRvuhPbw42VZZnh5CjuUCcOSSdmfArPBFje+KjJ/zXMnXyONyyDZT4lJ1PTX/jYwhi56SnkfIqI7YkFrbVIQo+EBoEcSOLvtBdIRMu/aFDnLLp5VCBRp34CkVMtFs2w9BN35n4oRfxObMoNZ4EskGlf2XxyPjZVgWKxQunWpVao45NRd3e7WuMDahpV2Ta4JErLtv43An5UN6wLOiJzNgVWzcWwZVdKWMV3rl5wrcgMwsJQrH/pA177d3vnW+jy9jTZmnsEVcWZoo3dw5cu08rcs7qLDTJw/iaNxSv2dRbNZ3Z4Du2PPJ9avQeDgv0J/VuNu9jzKUNfx9TZ+Ib2TfkdOoHNvhAYn483Cr15Pw7HIRzkHj27NmcB/Hzjq9LXr96rbwFGYxLbDHxHbyrTv1EPt8/3OmWg+LAXtye8qqVPvnkU52w9QVv/Q7HL95OVHn6MP3oXd///vfngSK/2NyRsRB328RlzHihDt/IRPqiYyW+V97EN+2UMMx7ZICppQg+sVqZ4zus8w2I6YwGG2+oh8e2qkq54vsVl3bkBBdI/dpnRwohR8aVbuCT/SX8SA9AGb74Q0sVmgB4+0IfXjoTv2KsLWPvhv8drLS/WUzpr9h6tSljmflR+DGI10a+Yh20SEKHJWQAklLfeLOwEs+B/a012dexWbWxfnRySLlCjJ0b8y1fn+VAnPzf+4fMz3bZxMMXiMwvl6FPPqyMRYc2Yjv+dnTE3mLcU9rG3pJtfXFl/ANfYFKzdxrMT3PCij9nbN+m7E7sBmtvn9AhDGSMYt9keCNjQNun3ytxi+0bMq4QvozCgGnIyBu64wHnnkOwXTowv2zPfP7Wu+/qkw8/1AOHbUZQYtDp2sec+sDnHtnYmbKLuBPbE+v2S+bcz/78z2nA8JqHJrXS569eioep8e673/n9P/vn/vx/9f/6p//iv0HoN/qub7T1u/GD4pP3Pnj/v/3rv/IrL/nqYLziSfGGV7MrCZQ/xZ2kz0L5lLcLxaTcGHR4vnK/SUQmxXFZdFx43cjg5wnyD/7gDzhJfq7vfv97ytcmNyzOy+0t38wiggmThKniu2E2BJNUmQ7RY5vNLOZJVJUE5EPmJ2V0BpJ8aad0KkDwzBPZ1lWWuN7gtcve27uOL9dhg9pKaZv6rv1KE5lVnpPtiksZfDbA5bAo5S1P2Tc3B+pttwNJsfPEIeCOifWKtzfZFDNR6Zr+5lV4VDbkV9XUkSfk/Cl0G52jT1mRH7D4cdPSDnpy+2yf/LwBqmoRqeJzXMbMrimvkNtYLLPRR0ZK21BKdSltz42wuaZd4alqclmo1GCsYvcV4r8atLO/wXtUoScb3SObbOhMGwHa4A19dNsWt7KxJ9fe4KWJO7DZJ2YZT1yfMoPLRpKFkkVlLjRnFs2uoROLUP40r9syn/bacuAt2ws12ln0Hy5vK8Ibm8awGrHLH3HLwSEHiBfP39aTJ8/Q/wTbmh4fz7xBeaA86YHF8mXe5PFW6DlfSzx//hSaIeFT7HzI11HEO7n/mjdJh9sbPXn6BN5HZVFfDjlIrLRPati0YJ9UOvEE/PLla74nfod8WeYBI/YdoT8cDrpe9p4Dkb9mI0JX9GLBJLHpB5c4BrGXyQJjZ02YGwFzNZtYxjH8wTkMwM5DhTv1ANWv3OFZiXkgvNFvW6015brypEx/cLaVtlBk8xEkMBi34O0dF1mgNZs8bZi8idwCkb7/L3t/9jTZlqZ3Qs+z1t7u3xdzxBkzTw6qUlVpKKnBQNZCYBg0olBj3GEYXIH1v8B/oEsuuACzvgMuAGvpQoa6W90yNUJCKlWlsobMVOU85xny5JljjvgGd99r8XuWu8eJk1Ugs76gO8+pHfv1tda73nm9a9jbPSKiG0H0ewAnXsj7qEdOIDSB1ItF3giWNuZHcHZsaQpN7OtIMISdJGusfTwwq5YyoPcO3463VVvlQJ+2oU9+26ZvUeZ0YiF8KSoUSMwNb3SE5wg71rplwDLobKQBkdfJxw4f4pX2EWxogjxAQ88CDJkNJDy2lT+0htyUtvc+khOxI3wByEVXSABLxmY9R4sRQ/ah/JhXrN0+AHX683XHlrhtqV8wVy5Z3wprO01NqxP92q/9mrbMm/Onj3UC/pSHI1YKYb5sq2fuwC+u6OnBYc+Gw8QF8yzh/M3f/E095hCROUrqqsn6b/63/gZhXL79r373X/6AB+ML2H+l74zAr7QDB+N3X/29r/zeN7/1rXeePjnbZfHsDNbEQnbv3kPde/BQaw4A+Sukp6dXBksGPXBMuNQDhURIkuT15LzaL4IffPih3n//A83TWtdv3pIySdcr7SBcLF0yeVs3k7IxYZlgaMgkErKO8pOYAcEDGhHPhZ6OUkhKyiwMeQJpyAxt8BOHm/yGITItI52bwrbsPwMKy4EBZErWn3XZVilV9r7f3pexN3FoLBadCWIHD3R98qLdsTcQ+my6F2x0WZBSzwa/YSJtLi9UWNlO2ZRWxDOLWZ7M+4iD6SuqlY2ThT2b1czGg1hiuWDfQS+6IBfGgisU+1jVLPyQHMuC3+Iy5cBRX/EUPeoRCq0SE0puNfxrDUsYst2WJQoa20N3fEhfZNpQY0N8tayKveJaeBKheHZnnBqLXvDhSzul7UGTOtqQv1PegCQn05E4NeyYZg4wyE4MF1acq1eu0c2TzOMn8CwcDtaKL7Ej0NCVEiLZPkA9lNbxwJdDSGTmDVcOf/k65IKnsBWxucbh+Mgf2RlDE6OZ8cqbt/RFTvAbXgFf4wByCs8G37c8CTdiFjtCd8GCGx9PeLNxQS58yLwJfTbL0CwLmxk223tbEwvCytDu27JkG9Czy7bC2xkrVI0+GxoVaAxwM/csq5Oze9ouGwxAL/LRBLP9HI52xinwPE8HnzjEj9QDQwb4Yz1thCrtI+zbQi/bDG+VIFchjpEDktu09z8StK1xUdgefXwOeXxw9zHONj4hKGN3tDEyhy7yJbgFnxdi2mlHpu0UQ0Zss6yZOZVczFgt5FX4OiU7mmyrlqJK3hVXRbYUvSbn9nYM+sQYWh2uBb1ZI1CtqG58dMZI8IrLthLH6MVx2ZHZNS6Pz/HR8a8hJGVgIA8fR7y9Z0j/M9gbOuTalok1FjzTDwAAEABJREFUDYUnY3qE0Iu+jEPqsSCAucrXEjlAbGgkny853G54E5z6Fv/kmhDp9u3bHJJv6oP331PjQeeEdSzrcWONHms1PuQrnmG2pdTJOCXeW+K8Rdb1m7eHnCc8gDX0pe8xX4PUqfL8sLz9wx//4CP4G/ArfWdW/ko7cDT+nQ8++M7f/h//zlsvvfzytvDE9IQnq0y0LIb37t8n16w7JEZ+kDbPq8GWBAtNoJHUIkmLrVEnMdbQVZJqw0L59ttv66N7d3Wbr04KG/x6fSoxEZOACwmy4TVw5tOOhTb8ttGpkVzLkC3y2kPv/oOUIxFFyibB7UMfjSRqEi72SZbRY1u54FKqtin3MPDI6siKPPPqmk7MKxQei0tozIdt5c9etmRbx+s46bKA7WHhgLQbkIkzeCAP3cQbjDVvL/LaPRAZWw4QdKsis7PZ5DARXBaVWllosRFj1IhRJ2bhiczRRyM6E7tSPOxKXz/EzgYHv6HLHTrbqiyEQla+zhj00JRSVDlsZFFJmXaDhtBKCDiWtnWMbUPPwpuBlLaVMvKg2McRm4KLzMgL5Dc0OxaL1CO4kz/zamYhbjy9X8rYIBeVUpUr/IHkAwuJTnmdGvxCPHKAmeILxtlFm81Opiz4cslGnoVox6FrtV5pQkfsnsnP1WrNhsFBBB2xNzRbFsXlYFf0bXhKuiQ/z8jj/D8CrGC8cbiqW7duwzuPNwmSsV7o3QycuIx+Cj09e6oHjx5pPllpXq1kW/NEfV6plolYiRxZNDEv7vBaOHaEb8fiu8bevIlo2BNcAHblkDFKacizi3rGiPEDIxFv8yRoG/k57IGlzqdsD0h9D0XiLUBYo7v3DruBEjX06XChg42x0Wro04hZ5EPS95B42Xv5qUeebTh0sKM/K4NMf0rtSWQfKiBtK+On5674aHvQ8TnKdPcRfe3bpmTcbQ/+jGn0xL/IM7HRswvOdIQH+opP6eosRgtzsPG1bMblhAeqWuJ/x/4+crTDF5AYz3HomJUrY9Xh78wJwzPiQF0qzF1BXeFfNNYo7O6MW+pL5GEDoVSnlKsKIK6ePjooRl/HB5oKPvIDdEBpyd7jQyzLLqNr0IILberi6j20B6AdOxq279jsQ9d6tDB2lDlANPowd8hfqAS2lJds/JfMmwvmyoaHi+Ar83fF/Hrl5Zd1xpuJu3zdMWG3kdEDKsRASmojApnoodLQRcGbxkVb6PJj81de/ZweMYe2zMNpNeuctyCb7dJ5G/Iebxa/8/aHj36lf4xJ6Mddxuen4+PRd7/3vd//nb/z7z+8zaK2Y3MwyfyU764++uiuNiTKtRs3x48z1yRJ+uJ2z+AzWRqlSdwsNiZp0mc+1myadOnd997VR3fv6crV6zq9ek1Xrl9TmdfjFXAm0iUJ0knu6N2RYZHXyKqG7E5SWV2ROxYE0+pd+z7wKCroBC3lMACtnl1dHRkLsN+IY6EUOc9IqHTkHYGm7Mg1pfQMjwI7OIcE/SwKyE1/ELaHXNvwWVMpo6Spwoe9x9vQuYwNZLVaKTHKojVPs05PTjVz2Bi+IXu1mnTldC2Li3YtVS57ufEhdKVWeGbZZqFqqqEZdV4dwGZbpgzt0dYssmnXUsbf9oishY05/bZVkZm2HU4NX8UVOtuKDaWWQedi7bBtxxOK7WFL/JrYIKM4erLI5k3Clk0dMbILti5jMy7YYCMD/XnrEBuePn1K3KWKjIl4BBf+ho4K7VQLulmQ0JtFJraOfnKmllnFhUXsTKYcr0jJqRyOY2P0h/7IF/sWNo/wX/LmIfjQhT5vJ55gywPe0sWmyMtbg/z1tZPTUwlbGjqTr1vmSPiMzidPzhjXk7EoZu4kFmvmjbgis5Ojp/mH3tiIwpO3HolZNq4cIHbE6ZS3gU+e5EehO+JQNENbqyV4E5zEpOH/QtxGHR8T5858EXbVWlWIbWhojnratuneg5hzA5CauzMPUhq+Al3qwdkmB9qAkERODnAp058DWOwIhMfe06cv7UDqsWUANqYdSN8RYDtWKX0AitxdbD4N2zVAf+ry8NGyOmNytDM6XMBair22ZR9oXVSOgM+GTlyxcSEnFmKbOGaO1jopsjq2p5/Qk8MdwCYV1UI+ojSxoEBHEZo4LLZhdweZdQjxhzh2Dd3wYY5wj64++tphQ9/L6kNvw6dA5EA47tQbhgSgAofvaA2+Q49K2eAQ3tCwIDc+hb7Fj8CRnzIyGlIg51PDlh1zLuty+BYODg25C8CthfxpvFHaATlYbKDdcBCOruRrvip/4c5tffjB+8r/CnrCAVnY0WVV1juV+bmvThbFvobRO4Rvdk1DPrQvvvii3n33XdkGJ+XtxN/4m/+d5jp9/Wevv/5tSU+AX/m7/Mp78LED/Wvf+JN/9uOf/eS7oM5dWPBbUylV+WFmvrLIYv/iSy/q+o0bDGpTniAri9wlp8bu0Hctg6coEyVJXWtFnPTw4WO984t3lO/A8oO08J7y+ndHbw4USFO3tGUhXUj63aFsyDtC5NkeSdVIuLQ7E6LUoqKuSp/AcxZAaheE3Psh6iRpEpVC46J7lHw0dKTfNi3p+XboGzpsq6JHXMf+hq42eBtYjUmfSiF2obWRhwDL8E7KlQXfdqpDTyZpJn4tdeBsazWvtAYy+dZMwForEiK/qRObAqXtwd+QL3prmVRKZfHaasdCmFfm+xjCA00btnZRVfR17G5AjWxkiY7URxwkYllAhX4fKLrBCh1lQMa5IbOWouhZ84o/UUi9IbeAD0PospkeZWfTDqQvOGF7xtw2citQRqyygG02+1f8pRZNKxYe5EZ+R6/gi9xA9IV2Qx4ml8SmsGUjKMQweLkouVs4nGz4bjcHhozDFvmXvHXIBp/DwxmH5xwoErs8DT3mq5IL+jt68xYph4g7HLZvkP8rDsqlVsWUjEEnR0I7M16XvGnaoT++28afqmvXrisLaA4d8a1jf6cvuR6bEl8HRyU+xqcsyBtkzfi+Rp/xi24JOnF1GgGqjJUBjYOdkBtcIHJSVmLYsTHxilwHifEWf6DvyAptYdzAqHM4sak9BxV/7T0udGQH7/TymdzEo0NfcjpgW5FpW4nhsZ4y/TEhkHYAKcIMUF21SLBp+Ez8x+EFpK2QqWDngJp8qTJ/0tGYH4Y3zdSFhZDKxgaEcyOA20IXNkO7Wq04/OXNEfgu6msq4qDABsc4ZgyCKMS/FOaFPHgTs+CVtrjQYerxJRAfkwcZz8DCmmbI0teIPUuWbDBA117mjrinb8fTfnIRcnQJLzTsacSiwRsQPDb82NUpurho2xYk6pQL9puAlNDgfPhCZ1c5oD1jfNnjLYcWUbsIod/GZ3gX2jv0Z441cIsK+Sa+uj4A/TlQXHKwrnVWqRNvtW/x0LDRR3zlvSaPbckF3UBzVZnXAwwtrmvHR5eR25UDSuDOCy/p9PSq3nvnXSV3ly5tSTtP04cUf/DD7//kTYlzCR+/6nf5VXfgefsfPnz4o48+vPe1kytXHvQkBwuuS9HTp+f64IMPSeimW7fujLcUK143J2ECkJIkZSQwlVGWmtCQPShYzfNYoH7O1x7vvPMeB5KbCt0JT3jTaj2SaGbB3DKJTKIhgElEqpDEykUCJeElKmkP6LKR36WCjbYpxQWCz0E6qqYVWyTzJ7e4kM7nx/dePhrQmfoe9pvxkDVIPT7zEZ2B1O29/NRhl+1n0FjEO5PQdEZmo54yC8wF35MH8n82XPJafsPmsWXD61kEUFqQUyIQHgIS4yhaJNHbFVkLs6sxCZfQ0JPeBf4GX3QGoq9hBwK4u4ITn+FPn33AHEqEq1YmPTTpF1fKj0H0F9keNoQ2smQIubMQbtncQ1957V4Z/2zmpUzk0KL4HBsTv9AkFh2+E97OWEW5snBcXl4oMWn4UmoNmsVpi4zdUDWBm3l7YRtcG9BIxsSEEBArccDtinxBU0ql2MsP7vIQ/9hzwcEhumJXIPZX5OcgkQN0DhPXOADniWvFBhRjQn9xsRk6WrdyYKgcWoKLrvF2gZw+ZTHMgWDHQpuxLrVCO404nPE98ML4Re48r4a/O57yMBe7tyO+q1UWZ+YXcQi+FOOHlcvUaWTINEpoUtpFpRTlsi3bxKOB06jTkNimQEsWza5seDs2vUbwwluxs5FXwdkQ6ZNXp5mxoRj8UZ3xDE/giB8lH7Zle/iUnA1tx/JBG2FyqADJ8Yt2MBSKPfZo0cltfKNdABt8QPiBT6HHoKEnYwlamYNDH/Mg5eAbIqxS97FCiiIhftt7O8Mf/2Nj/LOtlIRF8T11XFBvOJB7QFN0NHDxM/FcGNMcYFNGXuRmY4YcnQfNNMJz5A0NaTX0CKcSKx2u0KVqmx6nqoZRsSkNRKUYdowKH5E7gLrgk/AlAHvoB4C3QUiKrGEjTrb4ApCqRNj0WXzjoGz4C0YuMOcwccGb5gU6k3uVuX/n9i3d46uOZXupuVaVUiVgA0Mrk+Yr13Vy7Ybqaq0yz6rMgYZNWxRteUNR6oqvyV/UgwcPdHlxpjw0Pnl6oWs3b7ZHT57+yeWuf+ODp08fYO6n4i6fCi8+duLsYrP55qufe/Xu6uRkyasrMbjiytceH334kbLw3bx1i0PBDSmJB9Q6ZU6RZI2kmFSmWTegyduMLKS1VtViPbj/QPmh2YrDw4rNI3+laM3BxIYfOVsmXSHJEKxcFn/AU6TJ5NgneSZFcVHwllIol9GRryoGYRAAc2HYtv8QtOEQJF3Hyw6O6RpikNT4lBoTVDDalu3BM3SXojzpTVMd+EJbXCk7C5YdWhDcHRnB9UxDSwUbQxdwqZLL0JNFRlzp79gR+uLIwU5kGByEMQcqyeLad7GhNboW2VaplXrXvFoNG4cMJriAFjjYFz1Z7BY2ENvwFsXWbNLRX5FjoQ6e2EpVg592+gtjFposehPjfbRfKmz6O13w1UH6SqmqI05FQg8fbJQ7aLY6XnGNMOuE76knFpUsZKv1atBcIgeTyZ86fFtobHkDIxhKLTyxkG+lYFuDftF2R0keRVfySa7Ep6NzGTQz8gMV3onNfwZW4E7IyRwekt85OFy/fl1Xrl0lz6+PfxMitpXCeElDTvy9ZPG85NC9Y+GL31kM9+1Fob3kgLjDljxd7zhYbKC3PN5AdTbtJ48f6+z8DNqiFQtqrVWXHCwJsWyNv1WSMnnWyIHG03etRWnbhmYP4sqYNMrjbe/7XKxSLRGvDlDhTq0rWLoZsY5PCweKwI56k+0B0Ztx7HA1DGss9CmHKDYSqOghT/nsIBt22qa1v4dd4MQg23t8cM9DKMOb0oYmyg7Q0SlZjXGPHZGv5y7E4lqIm0gDoEBt1DWousITXTvinbINeU22VVyUqxHX1hes7zQDFLkxZUeudebu0nZaUGZ4Ov4sQER1oWuAoKKO3AZvP0ijUN6YDh5s2DLflkMMG/K4oUYRMqiMu/PZkZO3vin3dF02dAH6cw/eTuhR+kkAABAASURBVA1cp7FD/g75oQc77uBDQjdt7KOResf4fd/RUjqgkKKDuCBTXJG1w94Nh+GFQ0CgdSu/a9igbwsu9V3rutgs45Bh9gOXqqt8ZXftylU9uHdXa+bZVK3IuUBWr7NuvviK/uJf/qv6zb/613T7pVfkaVZHL+qGnA2BPOHr8atA/umBNWvawng8OWPOTPPTj+7d+8ov7r73U8zMPzhD8at/l199Fz7hQfvud7//zXv3H/yUBfSiljImZq11/CAm32GJhLtz54WxyJaSBdaqLMgLWXDBYqhiTWwGr33xi/prf/2v69VXX1UtRQVYSKT79+6zUF7qDl+d1GnS6dWrmtdrNqANyRR9YvHo6JVEctkkuJgIEjjwTOQOFPDpAcvdRRMIJrQ91EDuPU8mRrAQgbTyJxMqfCC0n/WDYshLX2cRE5eNTGbh820bCS6yU+77bathm22hFU4d+sWF7KwsjvjUrVKrsoFmg5umqhy+TjhopR5YrSZiZ1lcQz98VIuJJ2BiSjMClfimbhc1JvmKMQkuHInXKPGnMU6hi4w8Oe3Y8GyrFMO3oK+MOFdsE1dobMumf9gAEmELiwmuCkbtqE+MJd2Dt5SqHQtbFt0NG66NvaXAGPIi22z+20FT0RO+xoIUmSsWjVKLIOIuuuAtQofAyEis4vOWtx+RX5CTmCV+BFzZsLfk2JbNO+O9RCa8gjf04irYEZ2r1XocjnOAyF/Hvcaide3a1fFvPwSXQ8XJ6YnqPMk2nAlzH3ZvOChkY2C9YxMp2hEIV2lHbM94eqJQ5kItVVfI75gQngW6kxyaatWWuGQsVtN6HDBSj6+NzS2HutDmR5k58MTmLW+u4kNMSTsGMQwyf+J7dCSGKT8GKJJzIaD0oRRW61AnNIrM0YfQ5IXtkccNe0Fp6ENobFxwLmUjthkXydxGGgBfwed9LqBbQ8vIiT2tZHtA5sfAQZayP5MXHnoHXhwIEmWRm436MmDQo1EDpEZed0CWYn8pxuZAGbptD35xdfzgVmhBCwI1Yt7wdfQhsx9kZU1YOEhE/jJousxANwQ0aDo8CFA2QXrU+SNrXJ1P29hj2UW5YIu6AWl/AkIDdFnd9AwwrYJ9DZ4hXSCk/UdUS9RDJa6FeRjY2wWCuwO5O3QCUsaOxkcPCDEdSCkqlowdiaNNA5qGr/F/h7871hZSgMOVyHfmA40NkK85cljosmqdOOivdOvmTebkhTb5ZwhY32byfsPc5alVnk+05s3Ey699WZ/70q/rxp2X5GmlDYfzLfJ25IORc/X6DeVNRf79lmvMpQtkbXfb0L1378GDb/7xH3/nrvbmU/zq3/tM+dX343kPfvbd7333a723D11K37JAl1KYyI23C3fHweL27Tu6BazZ/JTkYzPZkQT5FfyCpDLPunrjul79/Of0wosvjOSqriq27t27p/za97XPf2E8lV2/fkMrFtmFRBWy8hTQSOIxfSzJ+UjGgAG/n/gNtGUFL0rSmIZtcQ89RtboOfBkEezUxWVb4ta4wntsdDBA+qn98n1gf4aOLbZlW5Ft78sQmI8B4FxS01gYFiZ9NobAlskVGSX9kGQhXq1mlVqUTWU1c6CoFfkaICY84hR628qfvU0mxjM2QAEitkRWysiHMPfobywO4iql8CkW2kW2kZkx3tePC1L4Yy9q6TfEXRqXx4a4cGjIZr7jqaFi577Lmhj/tKM7G+mOQwtKFFwlVwLZMOP/4OFjYcE+48kjOkMXvgn/oz/1yMqTfi2VXFy02VxiViOHVuMg5lJYeLajL7RbDhWdRWkhL6O7EZfgd9icMrITo9ifmAfSPi6ktvG5DHmbw2YeG48QOxE5DhM7FtqONdF5yXxZ0JuvNlarUw4o15DRtAMfHrsoNgRW00p5gss/1JU3E0+ePBkxih1bDi3zjG/MDTJy+LsjX8RlH/IsBtDu7EAfQ1f8jq6AergPcDxUwCPsta2k3h6o16LoroxleBMn27KtXMEFgk95hPQFCnThDWTc0h9OG3shSJtif2NS2liLiV2NvBxt8EeCtBdiG7mxF8LRFZfSJ1k2skFEXyPuILitUiqxLJRltMMPKXXtr+ijFjnhDUR+2h/TWtHfIh87Uvai/XEMOxdkpD88ybN2oGH7x59OhLuCgz2iAZjQOe4xZnqG80DuP0Mv7evi2st4jjeSQxQSnLJHZcja00q2B4gr9tkWCACd4QcaKI0L2dySZe9jVphPLrQpIUW2iEX86VrQvRDrLNns/9ow18756m8z5nn4q07J2xvXr+rD995Vlcizrk58Lnjj+OjsXBuUPzrf6oP7j/Tuh/d07/FTXcCfv4KaA0UjPuvTq7p27ebYd1rryl83fcpbvV//9b+43Lp16/Vbt194G9EXwKfmJr0+Nb4cHblkUfkKT2g/LPZ5FvN0gNPDhw/13nvvaU2y5L+Qvc2bisrm0WUlCS7ZLHNazV8vev/DD/TGm2/y3ddDJlVXYYIHnj55qg/e/4CF9JpeeOFFXnOf6sqVa5qQkwmbJF1IvE4CRW8mQyejR0kiH8tSLAPFlgDbsqRSikqtSglKoW/IC6RuaD6+LdsfN4tVKvzgbNNXAEsH/VSGvMjJAtRZUGwPGtvppr7nMXYEYnvDl47ttun3gW5fIpAJuR2bTMNOIVPQhghJKqkEIIddmAgYkkjWiG2nf2JzWghe7KIpoz/yAnahbdnp0eC1Tfsg56DvaGPkRY5t5Dd17KrIiMbgU4Y241TLxMKdTb6pFI96dE7TDG8XSpQcypuOFW8fcpjoyC3kQ+iysdZaFRNywMhTemSnXkrRxAHkkkUoem2rTqHtfDVwOTbpcfBarTlQTUr+NGK9Y2HaAikZurGh460afsSWo6zIfx6qi4gOtuAhBuUQENplyNpp4dATf0ot0LTh18XFpba88+W8QD/c3dqkoaKT01NsXBRfwrfmTZxkxnpRx07lwiejd+HgE9v29T1PvoKptSKD/EBmS25AH7ZfhkKsyugzXV09tNSO9+hKMMCbskA2cJR5EjeIWuO/ZJt4zgNsqIlFB2yPvtQDiWdAz659vx0fdwNrWwXb7H2fuMKLhdQ+eUOBfGG7GCsAWxN/wy/Ri4xKPCxBQ27hB6g0xhhHrp1eKUX4nunGNeNjOcDgRn4H4kPKjo8DkCvExMZA4p5yQBjphBSdnTEPNMpFO9a/Rkdgx3gujPHAkXeRK65jGZrMiQWeQIM2OZEHH8jxvw8f28G+BvIIwwRkjRs7FWc1KgN11GFb9n780mHv2yDjYVAHHV0Nu+nVgNCVosTPBmPJ9qBpEr7G5/CYA3Xnq46tznk7vcPnLitz9gZfGSb2dz/6UKuKLB468rc8Hj8508Mn53oA5DDxrR/8SH/4jT/RD3/yuu4/eqIta9iOWDTkXLlyXSu+Er97955y6OY8zFzY6Td+4zc+uP3iC394dV0/xJwGfGru8qnx5DlHth89+JNXX371K7du3Pqg8pZix1NdkmTDk9ov8jc1Hj8Z/8jISy+9rDVvKZKMmTyBh5wg7z98oB//9Kf62te/rtdff5PXXhvlya+6Kn/t74P339fdux/pC699Qdlgbt66pWm9JslJUCZYY+HuTKROkh+h0RvoB7xIONtyKbKtcZFxhXbNogPO8kD3gxxE0AbXxUSSbOpKHQRlWrYVGeKyg0k/jdwHOZnYkSlZtpUrPMGVYmR3OX/S19O7h9DEtpS2BzLdWUTCK6EL3xFApTOB8ZiFhAprfpeZaLi454sttNMdv0qtWg6xifzIgwQrNEBcNrGiTB+FbGylEn8Cse3YdxxzupU+yfwRi2g2w6bKxm5bC/bmKX9hMYnewMIY2saNLttj89+yIdpW8iAwzZNCGz0pK/YnFy74iiP8ytXFgrIeOo+4vKVILmYxzlN8ci/61+tT5NWhMxt4/NiyiLkUERbJlMgLPhCfni9Tj46MxTH/tuT7oCPAsTMg6uJKfcPXFlJRrZM6B4kdj2sb3iLk7cTEIaeUiu2NGJSxOeerlByAiqSJvgpE74a3EaXs5SwcXhKDyIufW+RdXF6MOBcbWTA/d3d8kqVSLNuYV7CFIvjxLK19HzydQMQfgQ/p+L3RwZ/wx4b0d4QmpjkA2j6Mv4b80IgrNAGq404dtqHbNn6TJ0GM3k9+7GmHgTJ/0jtK+ES7k9TcQ0beyuzbzAXk2VACB7OVa0hKHw0DyYnhB0JsY1MnBkVUKa386cydvQzDIWgAarFt8FKPHJcy/A8elBoxFIK6rIYM1AatRmXQkAdBpN5RkPmRuqAfgLrgoz9zZkfOpGzY2pDdIod6eAaOeaXD1dB3hA5uyAk9YBvfinKFN2CjDERDHoVsD0j9yBt96Q/9XiZxQN5op7QGj33wV2ZcuraxG3tycL/gMJG2XJT8OD29ovxHYJf5F2PJ51qkxlwc8xX+S95ovPvhXb317nv6zvd/pO9wqHjn/Q91wRrRXcYhpfKAlK8LL8HtkHGFh87kwjzV5bvf/e4f/eR7P/zP/8m//MMcKPRpugjVp8mdvS8PpQdf+/of/8HtO7ff4KTZtixqhYlFfulDTou/eOddrVnAb926Pf5J48KCKleYrcdPn45/wOqju3f10Ucf6SmvcclJZSGtLHpZsO9+dFc//vFPdPPWTY3/yfTaNeRck1hgd2xQC4nKfZjk/TBZRbvvgYnamXyxBwR313FSyFYWAYz55G0rfeLKxMlEssGlHUGAbRX8NHaKy05/gEZu2lkIosu2ai2IpP/Amw1JXOnvw8auyKpslraf2bnjgJaYBo48tdS9LPhtZGpPTxO+NvyLzZG7x/UUUFmlFOU6sA27Gps6EZNADnsIaMEvuyAPKQebabBALEP+zCbfB17gdmMTrNg++Ac+dsErqZYJqMoikZisVjPY/Z2NMLXwLiwGkRk/N+SRLE2Hw4hNA8KFxabWMvQJXDbYyGiSklt1moZ9iVspRSveZuVgtc1Cls0YnjzBxIbouuSNBqw8zSy411XwO3knF3Tv7czitOXAsNlejgNPNvHAOQeaSzbwS75SSbwbcYt9O2zMbxq2+BD74stCTLIANll1VXXBAePJ+FsbHT17m4Whsd/ovuS1cA4bG+hi5zRPsjT0D794g7MjXtGZzbyxEVziyyU2hT40oW/YlPYe2vBRkURK7HGMUWyjbYcDwI6OvMb8Co3Ap9y344FUwA0dlOKyPfzIWASvQ06HL2AbqtwpA1Cg1/awKTRt6Gxj/OgKMapDG6B5KKhxYzCfEMAveLoSjwUZ2ZgjKzJtQ2INImyiMtouJdxsXsvgDb1t6vg3yn1chqy+DFrbe16PpvohtsLYjL/Knl/aEyyZV6kC6Y89kELeNdrCGtzgBpf6qMENA59pha6xfmWOdnwbMoYfMHMf5R1pTe6EpsW2JrUDT6PdqAfSD+u4IzttOzqFHZE0uqRnuD2+Y0fie5TRUc4tREOgAeEeOHSwEqq4AAAQAElEQVQLW3Z05iARuLzc6gIApVIm5vBK169f463zqfL1xJXTtVhxlP84zfg48qgWPco+8dF93b//UOcX2/RIqtoS36i5xlfmp1eu6B77zZp5McFzzlclts5/9tOf/tN3fz5+jHkJ06fq3mfwp8ql4Uy//8G971+5eu3HzX76mEPBOYvsajUrf2c/P85M0uZX8Ddu3lAWvzmLPBN6Pc/akmCsBKqWKqkys5iNf7+dvhnk06dP9PO3f64zFsrPf/GLcq26efsFFRKnuWrpzjMUnJSjnsk67JI8biYJCwKToZPJC6f4QGvQ084EUC5oU8hUiiWKhtQFyAQJiHS3nXUfUqukDqFtaZQZYlOjRHCHV4er4C+GMPnAIiyTMZS9MSVCG1tS0teA9FMM7vBW/A406AI+lCGI+siynSZqhqBRxxjKPb4Qz4qcPG1W4lxAZwPoxMQuMn+yYPRENLLMGnE0InX8adjb2GgiJzZCoT7aRXGRBvq6Cp/VBYkCaBcooduxMZ+crGVbBZn5/lRckZcDxcSBs9F3ydMGRKocKHrGDjsMwyWbJpJUqE+zOcwsIQP29fjTsHHLQWxZ0EuOVGRmcd+Ra524zWzOoRP+DHxo2Zw3mx2WeDz12PhTZxEaoKuXIoMLDMOpk26Mp1nYmmqZqEsb5CzoWOg8x4czdG6WrkvweU37iPlBly44nIQ2v0yf57Um8r0Tn6lIK3xeiFPnYFJL1bxaqUzGjh3hjb9dsT9xmeE9ObmqLU+B2VDzdqeIP6WIkAFkMZUONOKCywIphliddsO2hr1UlZIAcIfXCg+NZ3fagSAwUzPGVsZqwc7OGM3TpBk/KjkWmo7OgG3Ze5uSy6MOLjTSvi9laBc2iZTistNnlUNp79vpbzHYUiVWUZeYCudS9ubhS+hMHGCjh96uaJOLGS/LFnM5yHhDHUR4ApFP5OBrGldoB/AxEPBRZh5SqBND24xRWnuayAlVJCy90QdQ7kiq5GaDhyY53LFXA0bu4Fsb0NEffNMYJ4R1dEix1xp/8EX4KFricvo64xfZxF/Qw4acrqwrDYUNfOQY3tGXD+2vZ3pDM1CWuOMDInX0qQcpIRfoQrbxT6NsB50tuqDJbx0uyM/xu4fkm6sKc3K1Xuna1SvIXHT+9LHWq1mdObAwHycGdbUqunF1rWvM87o916mbbq5XugnPCW+pEaX8Bu8GD5u1Fj14cG/MlQseHu4/fsIxcPpFX8rX337E9yP69F3l0+fS3qNz6Z133vnF791/cP+nS1tans5crc6Qvv/Bu/rgw/c5hZ4o/4LZmkSY1rOu5FfxrGrrIk1adAL9ratrXV+zKNGeS9cpdI2J9e577+vffOs7+vyXfk315Irmq9d05eZteVppx+TZtSzq0nJI7MZkCNgmcasaM6GT3OLKopu2XAZ9SpeiSgI3pke3VGpVs7GCSWjJabdFtjVBK66GXaihtr9tq6QPG2BRrrTneRaBUB/0yFBjAVkGbS2FPskq8qh3LdBhrrqxAWN6M7wFH6Q88TY6d0w4cS0svrJl6kOQuip8VQVMG2DTW8yGs6iyAYRuqp0F6lJ9t9VVxiGL2zytZWyY2GzLVJHUByBOgY7dRmxrO9ValENJYsqwaaJd0t+bUDVAqDWNAuDVWLija4X8i4tzrdczPnFcI4ilFM6UO00rYkV9YcHd4VsOBba1ImfKXIUQbGpqHdpa8NXKj692vHmY0NPwp5SqFV+tbdnAzy/wkRjO8xqb5/F0n0MuEdV6NWmFzDwVjV+Ds/lnM95um7JBV+KBCCW3NruuSw4bFHKdNK1OsOlUdZq1I+mygFGowNP6pG2v2izmaWzRxa4La0c7B4yxuPLm4gLorjo9vapLXuvmzcI0FUkbXV48JoaLTAxrraqMx5Yx3y1bUWXskEgluIINdtEW+3Ig2m0WfDshNlXjoNgl2/u8InoFPhHzhfjukNmIdR85tWDHLqMoHJHrNKCrSLL0CegyqErMCxwTDZO3BflG1lwqdk6qtcJmqVRNqxWwVjdUjEmpEzKsHUEu9C/Y4ULsdk3TtKIP+6GrZVIB7KoSKGXIxAXwyFLXXo1VahVmCEKwGhemjbpt2VZyKCIKtldgnqdxCFoxpg19hfhk7RBcpVor7J6Zw3Aq1xBBnwM0epDjAwrWItxQB58DRGR10E1d+a3YFuN2EFySa+c8aRN+eiZsLoyPiaQU3Ts6Og425LpUhgsh2vfvKBf6FuK0jKSrciEO4HbEkkJ2UdaJgGwNejoa2iJzYZ4KkT7E1SqSKzziKoqdWwgjXshOX4eh0ZvxS9vwFFVV+FJfkL8MnsK6WWTimBzfgt8RlzNy/Iy5sEVOx6e6mnWbr69v8XbhAV9pL8uGocFC9owVc1PM8VVtun2l6sW19drVlV67dqrPXbsC7oomDq8q1mnecIC7f/9DFXhm7H3w8JHuPT3ffvEv/fZX/sbf/O+9ITGp+Pi03eXT5tBz/rSPPrj7rzkw/OH169efnPOGojN51uuVnp490fe//32Stenq1asjEU5Pr7CQnozXXbdvXtOta1d14/RUV6Cfa1FhahUSi/nM4jgpv2j/wQ9/qIePn+ilVz6n9ZWrunb9hsxiKpKzMWt3JO7SY5FBISOLCxNoyyZj+gqJbNMXoC4uo8mmB5yOF/W9mDHjpLSp6ngxOcwkKvANIIELYNqSZVvHK4uCsOGTbSn0waW/EaeUHT4jJ32B9Ee+8a8AdcCkil+l4B+gbhabDrQR356FQv1gQ/qC72oEZkFPFpwdi9XCwpMDwYrF1DYTuY/frgQf2dEd+k7cUv9liM2tddBt6A5PaG1kWeinD96GHghYlNds0idUOxtNVcHGhh1ZqHe7jXKlLpkNJjI7tGKT3NLeDZ+TSzbCkXvJW4qGP+Fx8ejf5FDBIhN86nZBRlf8iH2SOcg13pqd6eLibBykwp++8CxssBu+Xjjju9wnT8/J2wvtWPzrNKvUSRvsfcJXFPcfPSYPHyuvYZ9CGxdd13pydsFXeGcc3Jo2bOpbFs+6OlWZVrpE7qMnT/UUudkwursqsb/J14A7/FiQXTOu4E3eF/J/xAd/TjgcnfN27vGTx/hZtOZwdQJsiMElm1IpEzqXIXuL3lpmxlOMeVPGpJMTnZgpsZPBLyMODIEGSh9fnXzasVGNHIldyRtisAB9DCkfkJdSVYl7od6RL2zuEDwPw8/goDnGd8glzg2elr69OCiELdbHl/dtaKRDHWPxKGbLDk4H/zrR0v6qZfTtG3xGPmCqH98eNIiAH4noyFqFSWMOxdZGbseXI0809GhmfEZw04FchQn+NMW60Ilf6inD30YMlxHzjszEMTnVqO+Iw4acTbx5VkF3BJqxWYZ9C/0qIu+2wmLFyeQyFksudBXZjlVKLBu6xBXdojf6aSrl8xD+0Peog8C2xFhSHbQpS0E+YHvI3uFnIIeG8Dba0RdYyI2GrQv5vpAvW9o72gHXog3tDbZtR19XYT65FK04pF3lTcMlDxdPHj3QZDSTRwRLM3lfcPh0ltYcKm6cTvr8nZt64dqpTnkIyA83O0GbkJG33hu+crx/764m/LjcXGiz3fa//Nf+Gw9+9vM3/9M3PvzGIyR/Ku/yqfTq4NTPP/jgnRdfeOmPrl279rrZrfK/J5pFciGR8rc98s8TZwHPf017spq0nmdd4xBxnbcN+Y+b1qtZq2kSOTGglqIK/zzNOmexvnvvnv7wD/9Qf+HLX+ZtxxVdv3lT6NI0VTUSNhM2c2RhiqU0/BJpmb4gDpM95j4/wdJ+BtCl7/m2Io/ZF3wgffg3JjMf3B6QviOE5giwjomavuDiU8G2yGgsLFk4AhDlxhc0HuwYkx+mlOEPNCZSw6fwpOzUG0pggXJ/09xX5Gdl9EVvEAsyIqvUqvAHv2NnHDhs69iVRSK04TuWoUt96EVhKXm66mOcYk/6Q3+EhBwyFWMHd/4mhIuVPEgcbCs6ay17GSwojdeapWIXTmQBDQz/Igh/whuevQ1WLVUTeZO3N6UUDdvxpSLbkna8CbA9aBp+bXk6PCOf8qR1he9dI++EPCy1asPGn7+OesGBeMNBNHDBxr1hgeyuWnCoNauxeaTcLn0smDvkNmwL/4bDwfnlVhe8ds1mseONx5ZNOhuOetdCP2YRA+TxxiELav6GRqn4jJ2d+KCG5bSPPA9t7D45OYGHww0+5i3LBYeZCs/TszPdvXtXFxw6HvH14DQzh6AR9lgsOREmqSDXju09GQ2CPIOmjdYILuZ1LWwAiVFrbdiQjSS9ae+wPQChbGTLVA1PBxbqXUe6+Bnahu+N8Ug7ORJoxEvoxaxxZzxtD96BOHwMMnR46IKD+Jm+jLNtZaxjL6ZqyJDF0jPqDWRj45NhgJbPgUeKbJDcDRvCFxj08MS+tOOziZ/tQW/vS3E17GjIHnTURwmvMbgKOspOnixssqQ0sWnDt8jeja+HiBM5lZzdEdMcMBfibhu6LtvwLGiyQlMLsbZGH8hx2x500X20PfXoSNliw8G2wfBLHw17gyqHvAhPIDg0ESv0s04oENuQB3Lf3UW1Pwcft5ceX6Vt/IOHW/ExIEuVuZo5d+PGDV1j/p2Rs5kDFRdzMC2l4OdOpXrMWcOU+T2vVsp+UmqhBFx4IL2umzxYPn7wWLwW4SH1qp4+Odejx092P3vjrf/X+x998LWvfvXty73Rn77P8v8vl/4r0nPx5ps//eOHj59+s3fzFnrHpGg8na4oF/3sZz8b9RdeeEFJppmFb+YwEMjJ0kxu8Tq9k8C2VEkcckqBK6crPX7wQN/9znd42tvwpuO6sgncfuFF5fV2w+Es6p3kQ7d2TICFhLYtu2ohq58tANBm4qS/MalSH3CgaZQL+BYYk6Or9Y4MqYMbtLQR80s3dPQHGZqUtlN8AgoTxt7jC5M5nbFlAPx96Gzq6AgMO8CPfvxKO/Ut9Sw2gV0WbPxd2OB2LOA7FqnQNWQhSFEXvbVWBcIfyKEhr80rT+D7/glzjL8NIJowBh87Utp7u9OGUMFFTsojLmVP555Uomz4EnuMv7Zl7yG2iOsoY8WiEVmNHIgcG1vwPYeCxrhMHC6naaXOYn3B1xmNvnleK3JCH79hUWQEbI/cG/haVMm3SgzyBu3hw4djg17xtH/9+nUWo1OVSq4Qw0sOBIELyvOLDTlHLpNkC5vzDl9yQLjgwHFxueNNxljAdHa+OdBZ65NTnfDVXMboMRv+07Nz7Nhpxv6KHcbneZrI050IxpgXweVJK+N3dn4+cE/hffLkCfUZeSfKteGpdsPBp7uMBTU5lENQDiI5dBTwW8Y/MQ19oGO3y0ScJtRZpRSVarnsc7YTW3FlMxbzsPc26GzoBu2+XMi5HX4n7pCPu/eDDMpjPTl5tGFhA038w5v+MNloGUmSVur7RvoDkZ/yaFchbzR40IWePVc+uyIrNds85VoFm7lleOKnXfY4RbnJFAAAEABJREFU5ep8WLYVMQ0/G5jjHZ3R3eiESnAOcC9KO3CkVUSBTRsxGnzk42jDn3LgqHPTLENnb5FSpVJZUzq4gKgvYphkm4BYLtFJFWZPBfK670OSA/mg7OjcMfdju23yDDnwSJHbh13pOwIKuftzgBDuZ/3UF+TF9sgOPrJAy/mDDoo00SDkd2XtTcwWYhK+5P0OP8/PebviqsyX4CbWmYqTN3iIfOmFO4hpuiDHVzxcRmwjD1e8gcg8qMQHwarITCQut5c0d/JcxkFXtfC27hT90oaHBjzSOYfsy+22zyerJ//Bf/C/+Vf/2//F//o+hj4/xDQ/PXf59LjyZ3rSH/38/TeunJz+canT21kUL1j8VIouecp78803R7KH83Of+5yuXb2qmQV8LtZUrUJ6GqgscvnBYBa3Ql8W3gm6haR5xKHiq1/9qvKWY8fidiNvKW7cVJ1XJNuinIobMshLLSRud5FLkRzJ+lNXJsuYe/QMPhgbE3TgkUMu08MnRHsczf8vNyQfT9JBAx9lR85RfyZdsJFFl0qtMhOj9cbEIO8Rwg25VbC74H9K28oVPrsouLRj68LkD2xZuDdsJHmq3oLLItOIUWjCFzPCk3oWeNuyiQsKbadLIPT8ZRvUJyG6A7af2ZF29NjW8YpNObDY1vAPPWuesm2PPAh9jf+09/ZobOoTG202pNjZMPoyPuFPxnFsmKUOm44HiugubJY5WOQQIFmRIa7IoFA2t+jL4aFMVbaVTThP+hUbpmnW+vQKbwSuqXJg2e6azliccpigKsLIYaGxcHWd8TXDI56CnvCWY0dHV9XSK/kndU/QLMriyYsJeHbP2pe8GUEtBwMWwUUqLrylWylfX1zwdmHBx0b+Za6sOeRMxOGS+UMaa5rXuFGYR1td8Obj9PREEzYvJJPtEc/w32Au5DB8yWFrw3xp5HJDZqPslJAO30fM0D/KUiRLGCTbVESZGAVMHYCmk4sBUXfAoRsfqQy6yBNX9El9zId92ejvqsS6ICdfG4Smk/edvIjtabdhowdf8AHEPXejT9graAbWqqXGJKCoDvmU+FGAtLOORJ9oo0qxhw90UGMcPqEDAiemQPjjj4thBWQYgBagmoFBEKRqxDfQKQ2+Z2AanUeA18ZmiKMvcgM02RyhI1YLucQ5WkJfxtCujGuXyS/zKa6jLWjH/jYgevcAgcqwJTqSt432QkzTDjT86yE7QNoLNoc//T229y7DEziQUXQAZ459NEOfcdtD04LC8TaOxN+OBxzx0sBjDlyS+7BIxGDm8HDn9u3xG7ozvsbb8XXFejVroq8Sh8ZDZa0F0qbGnMghZILH4DgoSByuzvlaI7hT5uyT/CNXzMWprpWvFNG9+c2/9Ns//Dff/+Z/+ujmzV+FtxP6L3uV/7KMvyp8H0pPt237DZL0G717ezaezEhEEjsHjJ///Od66aWXdJuEusVhYK6TOrPIJFImvt00kTi1Zgo1UQCdg0dh4V2RME/17W9/m0X1UvmXNVWrrl67oSvXrkulimRiYe/UCTUJ2pgstGRkkqHcVillgG1ZH1/2c60wMbkERcd20Wf4YJSY8Pq3XJlsPTJCdyj3uK6Uwy4ISv3YlkEKLuUR7CLbUm5K7sEfGeJqIIZ9gi5AuxCHWiuhqXJsNszQ7hehPhacLAIr3gZkctvWJxcWyYZXlm2VyJBGXVzRXUod+EJf2qDHbXuUezesUpEDLvryW5aEImBbsW3HYSGHhGygqZM3mvPmigUk9mZBCX7DJpoFt7DJrk7WY1NeWLTz1QVDrFwzPKGNrrRTBqInr2G3HLim1azC+IW2YtvDR480eDA4vsSO09NTpTS5uUPHOQeIx08v9OT8UvlR5eWu65LFc7tgYZlVV2tNbPhr3kjMvJnYwPPoyZnym4lz3m60Xohd3evF/uQ06a5O3udJLLZuODjkbURjIZ/xY70+HXbFjnleaWFhDc05B49SqtanV7Xi0LGF79Hjx2xKRXu6hi5L+GgbnUUglLjGzx0LfTsEjO7RP8UmQFwN/RnPQHTmYBeI7h1jBYlKrTLyQ2tbpRRU+BMgrgpdIP0F+lKqKrhSyqDtHCYW9EVPZPfeFbAL3MInESZwfDYwyZsBoQOXHlmyDR+0dHKPnoaPne8a6KYjNHtIA/ZB06EJXQ4A9Op49THvRQitiuwi80dyR+OBp2O3xlWEG2q0+6Ev6EY9vgTSHhKG3Ni6BwvJ8RWjk8uJQ6A3C3ESWneMu00bRGQV6raV+oDhCV5hmw5XdB+qskOb6EEDcvA8R5t26AOpB1I3dtmG45dvYgD/oKPELJHu2NsBUe9a8D0/6NzQ6brSYzb7HUS1Mldcde36Nd5QX9OWh8zHzD/n2NF3IjWU9X/D142n65U6uWpiEyuGKZV4sTZsmMcLfo+3ijyg5Ku/hTkp4nlxsVnqPP/i7oOH/6e///f/0d2/+3f/7t75X3bjU9IunxI//n+50VeaX/+d3/mdr/27f/NvftBIuiyCKxKklKqf/OhH48CQX/a++OIdTqnr/aQtRmZTY5FN8qTp3uQsK5RX2ERmMq7xujW/xfi93/99vfbaF3XKIn7l2jVdv3FLJyyyYiIkeRcm5dIk8hgJVjksYjpcdvSJtOxMTgjBZ5L0UfJxvLMIDKRU4LE9eMLRqA2gn7kzOCJD0IzG4aNhf/AB289sObZtxxDYKEU18lBA6IhH7AtIuKQO7UKMGp3RLVm2VWpV5Ym1ZtIeoLAhllpkfC8HsPf0trVarZQrdmQRQK26zIEM5ZQ2vqIn/aELpG4X1chG5hGXRSh9aUtWrlqrslkhZsR4x9hdsFg04hF7ajXfD28GzZr8CH8WmYr8K2zq4beNNGxiccmmtt1k4ZmVJ5PVvFKe7IMXVDmcBpY8DTH4RVzYH9uMzEB0Jx7TPCvx2kL7hK8XNshd4El8J+Ky5snnBMibr4XBvYAuT1lbEqqJTaRMjMeksXBuF95CNOV3E2d5MxBbeUrbbBbtkBm5W2jypHV6slJnk8B1pEh8L0g7PlURpHFwOMH3zJkNG3hsXqCPn3kzUdB7yuviMbalKuvoJYetNYeL9foEfYtcixL3Wqtsy8XKFd8b9kjGdjE3unIVxtE26vvA4a46LFv0b/hqZUNsUm554xFbOgQLm0aA6uBLjAMZw8gM2EWR/cwOkPsNwqroK4CA6NohiHvICs/AM3aR1+gI9BAKw6TDvJDiQeezUwktVXrBD56m+NzJt4FElw78QlZk4gbE3PAroP3FS1IOECOD6OSmr6OkwZAYBGgO4pQNfUNNpg46OvIDC/mSUuACiFFIcsBNSYD2beR2OocceMUhNJskYmWXMa4NmiEDwgbEnkTD5hPetCnwORHRs6uzcPQhM2NsNYQ2ZNmWbWJOnGiHITZt2bCNzrRtpxgQ+anYz+FAdJQiUvu/zdFGTu7wOweKHLzPmQddRbVU1ugT5UEykX304D6HinMVxHXeSqg3At2ERYqKhk3FVR3bd8yB+Lxl7bvcbnR6hbeJvOHOA+slB/3VfKI8XFxsthdf+PKXv/HhR/d+V+Kkwoc+xZA4ford27vmq1fv3rr90h/Nq/U3Tk6vjrcU5JySEHfvfqQf/fCHunXrll568UVOqtfHm4f1ah5JtJAw+zxoJNfCwiNNZFwOEqcsmuP1MN+5/eB73xs/RHv185/XFRbYK9eujTcVdV6zKOrwpqJRj+bYZRITkb2L/A2CBSPtpiyQsa2zomTSpL5Al0kycMHDEU7Q6iR47+GVkvShTwlKtmVo7XwKWiRAHLmBLJYB++P+wQsNbNwf29kwIDyBkNuWTT9UVLj39QZOKmCPQJXbtpSFgQJiqkXRXexnG04m6sJkjY7KBlRKHT4pF3QpAun/GLSXU6Jv72Nj8ocuYBt1BwhCVq1l8Gx5oo7VkKjDE/xlDhnYkCdzS7zm3KlUa72eNfFEIojt9IhX/hdsujvVUjlUnKqUSVs2uoSvlkIureFfBlRobLMYQ4/+1XpFXlDnabyUgqauulqxEJ1rg107DgKRE30y9nJomnn7cMLidXrlqlYcXqfViSZw07yGv8C308XlVhtsePL0XPfvPeQt2rkuWOTOgUvebqRfspK7q7lqxreK+mIpv3LP5l+wJz8wPuUwYfILcpU6KfYk7o3FNnSn2JI827DRP2YeXPKUN69WOuFJLRt85KS/wZi5FJy4gi8uMlAOcenkdcbtCAuHjcZGIFmJa6fs2l+xIXkS2oUNZ8sho5GfjTEMLIzfjgNI9IV2cGHDszqI1EMbp2ziix0FvxPr9MkEBLrcsT+0KWPn6MeYUKQeGHIgtq3E0qZEXmQ6CFmg8FLjSt7p0CKciuwBHt06FIhF0R718Wd8ib8jRk24DR3SGCvQtBsN7jSQFPuOsBeCdIyxGQNZDb5OadoCP+yAcODpy9jvokR7vsQi8iAZd+qQSfBCoVzBxaieBvgUzwAkLoxm6AI6MB7xAhH8jrdvOlxHvcEHZVsmxt0ea+vS+ih3h3IcsKmn3DaPtxOhNbksfL3OWn3z+nXlR5hPHj9UQejkTskoL9sxt+fVShu+BunWGC27ooN6tXbsDw2e6zeuj757d+/LqjI0F5fbfu3mrfsPHz7+j1k83pYGCcWn9078Pr3eHTz73ve+t3n/zTe/9ejhw3/CQvcWT1D96dOnsskQaL7xjW/okoXwzp07+sIXvqD8r422NfPUWFgItizOjcQpJJA4vzP9SDhxsGDDINkKtPfv39dXvvIVDhHXdPuFF1jsT3WL8loSjf4lK4Y8MmpMGHAuRbaVMhMkr9PHBOTV6JjQyVTRb/iYgA0ZnUl95G9U6NWOjUfQjQWYybOngUHa66PMHUwmhaAVl23VWlHZVdnU0q/jRV/kB/ZS9h02Gg+QDaVOdcTJTE7bEnfng7mLXHGBUFGpVXZRw74lPhx6BE+plfm2oq9pYRM4Y2MKnaEX/YHEJ3E2ONyWkImY4Xv68tuDHbyB9IcOIvp3Ggs6ckKXjSb+ZGxjP2gtGdviod8wNdqDJr4BaedHmPF1vV4RsyKFUIK3sVlfSAiKzFO+YogNARSr8JYmZZ6yEsuJtl1YiLqkvZC8KVmtZxXyqwIzh5azs6e64OuEC/Lykif+HWPM3sF4Wt0FG2bVaUWMrcu8rWBD37GJbqE7h/4cvosj8JbikgPKdrfBXg7Fterk9ISYr7Uix/OPei3wbVk0r4CfwcW0Ew4TFdoNb3Jid/Cu2I4e4S9zSaVWXaDvCfPp/PwC+R3Zpwpd4h2wPBbkzZhHDZulUopsS/Kohy7jpoyDOrNMHLYWyq6FjuIqQSsVlVqpWi4VKCKlZFu5GklR6betYfM0D/pplbKAmxTdGleHTwOi397b1JEhruDGvECWZDUUJX+CF1dK24q81CGBpskuwgUFTzelFZmxsLjIbFiNuZx5MAjl4adCrFBZtvF/p8iNP0sGX9LE2+qGlMIAABAASURBVD7bijyaSv+W8d+R+x1E6DLul+RDYdMM2NATw2F/fAC6DHWRy4SpVuxJf/KnQdvppUB+7GAciEkDshZmHOmGp2vHYW4fk70nsUdGNndhjCMnZXgD8SX9C/53NA96hJlxTz1QqO/QtcQA+hr2NtqNMqiAhAIAlOjSQnwGtE7cGnY18qYwz6wLDiSsAtpQnl9SI4aV2CR/X375ZTXy+8HdD9WJYR4WcVoI5AEP67Eznm3xU/hlF0noLlVbdD5hnmaNz8H68eMnPEzsVMm/x0+e6OTK1eV//r/8X73/5tvv/v5PfvKTT/VvJ3S4Ep1D9dNd/P3/7D+798EHd7+y2y3/cnVycvaIwY/HGfwcBr7zne+MV+4vv/yK8n98lFrJq65SqpI/SapAJnIhseZS1Nl4KvX1PCuHgR//+Md6/Y3XdevOC7p246Zmvha5ev2G5hULf4QUK4vImLDMCtJSdlFBlrga8iiUSdWYKQvQZdlFtukyCw8AL3MxN22pjaSnbIJXtAF4GzPteYhchCBLgAekPwuCbXj7AOWyqEuxzd73hTaQ7phgm6rHBNrTJSadWDTm4x66kBPISWbQ05BlW3zQ2Sk8YMH/Lik6YutYINi8THxM7CCiV8Ou9Afawc/4EGj4DMUzOsZ71POxp29Dvm0OQpMmDgxEF9F7GyJ8YuxZ86k2fCsq0PbYhuzQrib4oGm0OxC9l2z+kZ9Nd6I/+jBNxvZpnoQCLRknS6VWLfBlYU7cKu1O3wzdilxJmTHdsdCd5+/Es1k/4ZB1njcMbBRbNv8d/NEbGTl4hO64kQSX2EVW3jCcckg4OV3j7zz8WaFnvZoVOOGANNeiWgyU4bMtmT+RIxrRE1/FNUoX4jbTZeWv3Z49Pctfi9OWBXleJdeL1ry9i18bDjLxI/Z0MraTOB1fO2XikzhEZtqiP/FCcGrAwKhB22XyCgldsquMDYFSahAAN7ZGTiHmtFTZNAr9xrdSqyK70GdblXbqhb7wxMeFTWMh35IzKWOXoE0/JhAb7W2hEVz6U+4hk0/qOGXtr6wNqRU+emZqkurYGRmM4fCNeERWYhRoyMh0GfkCr211aMIamyWP+TXokBOe5ANs0TI204bsUvEZEBdk2C6BRlbkIc30A3IsTBt8aFVAFfHBGBhdWI97icuGw0vGNPJka9gfxWGXDu2mHkW0c9tWhyEQ+32I+bEvchjWPW8q6I9PgfAE4g8ikKNnELXRH9+TRwsIbi3IyFdvnB/4jqHQti6wO785EvEoE/OANfslDhMrysePHir/8VeNt8xzHEYJDtOOvcmFvY1GlpCpEectuTKR7/n9XebB40ePVVyUw9zl5XbH15RvTdP8j965f//d+PpZALLms+Dm8LH9/L33fr653H6Fxe79DQtzFuIk68QG8KMf/VB5yr3OQeCVV1/jLcV1ieQgQ1RqpS51stW2aoBJYSZN6qtpUv7mx5Mnj/W1b3ydk/BON27f1sx3yPkHr65ev6kCzYaN4Jj0mQhdlm3lih2dBE49EF0DxyzK4hI7IGbSSXkN3LAldCkiKyCZfqTAk3YmQqBhZyDy9EtXcEdIV+fDtmxAAKUoM7mzoAw5EpZ2Lcgd8mGKvsAWHy94Mj7nqficzYR5pUueTDdsjpGBKJXEDrlGjiijH8NpdQU3M8n3snZjk8IduTDduxT9gfAEYBq4TPzUC3RCSvoCR9qWQInLxIgni/TN08y4zWyOPKWhJAeJQv88Md4sGQs2G0/TLhjW2XACaZ+wIYOSBl8ZubNjQ0UDT/1r8GZdWmRbE/6UWvbxIma1VmJQFHrbY/PdEqNSCvZMitw8PVXsSHyTl/mrmk/PnigHhy3f2W6hvyS+KRf0NuTa1sxh4SpfQ+Q1bsprV6/qxvU9XL16qlMOuavVhI1Va2jn2IKP0wQv+ByMG2/IOn5dMkeKy4jvDt9jb56GY/80Tdi/KHMoP27eMe7zvBq+7LCnlIpUaceim3wo+FYHrg95yZ3Y3Ngod/BGn/CcporryHGnZF1f2CE6k6D1jkzLyBF9UpFVJT73w2uqHjShjY4dG8QOGxLHxriPkliJy/beluHblqfLPRxpUi7Q7m3rgxbhaCsZdmCP2/vRaSN03JYdSMPSuC1QA0hjcAYET9/nxbCxjXhFHq5Cu6eJHc94JOzozAtoY5tCE3soQ1SKKmMTEElL2DAZP+FbELoQqMCOknv06SDDpSogGzx6GIwu5IoreQB/69KOnZqqbANFoq+gK2MsrgW7EmuqMh972iI7Lcn5c6jrcIVGGGtbqBg+Jg6BxD+2Pg8LjQHkxsK4xp8denfU8wavqWhDfaHs5MrT840umC8TXw+qlPEmOT/Gz5vAJxwoJuyvxhjyxcgpsQOj4lNDl1zoLKwKHgcKMW/yhuLW7TvKXL04O1fHFuPbGfWL3fbx2cXlH/yf/6//9/8Yxi3wmbgTpc+Eo3Hy4cOHT67duPHD09Or3z+5cqU/5ES5YWHO4ph/zORHP/oReTKP/5fjzkuviBOmkkjdSXJShaSq1M1ESxmYSM4syisWZzEV3nzzLX3/hz/QaRbyW7e14hX4tRu3KK+MRSCTIIvdyFHkGX5rfyFaGh9SSvIZiUjtB1DKDi5AnXYj+TFHkdkRFLmswaMdXPoDmZQdwo7QAKzjtq1MGnGNkn6q446WhsBM2CwQOeRIlm2KxKTzSnFhQaRk8u5YFLdsJonpJZP3gkNFNpPUAxv64v9eBU4hB0l7RySZP7kzHrGxYW8WiGw4OM3iKzbpRolleyGyrUYMYntQ+xLZ0ugTV2TBNNrpBzV0pp5DRMZx3y/VYhVkGoWdjaYBwa2mib4CX1Ohb56rpqkcgA0wtuJfbGnELDYvxMPFyuLeJeK0KD6ZMa8sSKDwZ0mB+q6GH1u+PphKHRvzPM+qFW1D9pav5S7YwM85VKS84BBzxtctZ3ydcKHOQjhNdfyo+OrVE10BVqvKAaNoRsZ6njhMrHTKm4qT9TxwSFbJEom/Gdv4amxr2NGQV6jv8D9tu2jHGCfG4lo4BGR8n55d4ENH7hVduXJVBTrbOnt6rhwiXdGA/YlBqVXhH0CMRimrUQkkRg28wC3oEgm92y68BVnUwTWgq8ilSiqMhYc8QZcxDk3wjd5snltsTz7uGJdx8KJ9rKdsw8+G/YviLwKRhxRbBd+HTGh0uEa7p7HXG5v3kJwUMvrgx8wQPQPbsj8GqDTEyBr86CAEn6DvxMwDY/IGj2IPiNgcX/LWBzaZWJg+RIkwDLszf8o072UjOLHIv1WSuRfIOO4Yvy35uQPSLyMcsMvQt6U/D13tMB5YILnin9QYm9gtrugutajyNmiak6+h6WoY19ENiTobbappB6SOnP6MJn2K8cKGAVCAfF5GzDhCfNhDG7Yu6FqwKX5lk0cdm761IDNvKkghDhM7zJ8UW0utupN/c4K5mbcTWw7oxVZFfaDwJslihLBBXCnsohxMWkpiLqDi782bt7S93OqcQ0SF9pI17/GTs3Z2sXnno4f3/4ufvf32T0B/Zm5m5WfG1zi6vfnCC29cuXLl969dvXb3/GLD4nypwoQMfO9739f9h490euWqXuRAcZWvK8xGIpLHJGGpRUYK+aYkXi0epVmUSTfN0F5cXujf/Mk3lYX2BgeKKxws1nwXfeXqNc2r1ZhEmQBjYsFf0C2SWYcr8lO1iwQkmQM0mIRSH38oIQy+M5kiq2W2yYNm/yGIgNzQpmCKDP1ZDBoLVkNAcPKBAKIjriE3k3RhwWlsLqHzwd7YXOCx4UPGlif53aDLsmMV4pUFpsQ3SfE3C9iO144LTzcL8hYWgNhpIwOfGvYUWRXe8EU/oiHp2rG4LfgXPwPisi3b6CrKZXtsDOFNO5C6vacbbeq1WIUSwSyMCzKk1DFhxGaqLIj4Xlzos/LbiSygK56+T3mNP1VLfYeMrvVq0jxX6qLOAo5f+fFWDlS7bF7EJD6UUpBVhvwGouGrZPgKh4HNgIrfCxtf8mdm84+NtRbkz+OruGnCLvi2HICHjs2llt2Gp+oN5U75Xn7mgDNDVzCxoT+lcczkZ4BuTdjPLZxXb/DRH7yxK77u9XQZ/DzP2nIwLKXKrloYs0p8xHWRt1D52ygsxnWatV6fChHaMMalVj09Pxv+Qqo6TfgxyTaWJIOFdAAGburgDuNLQVtqdASic8uOQFO4rwZB71bvGnmVjAM12iiQcdomAChOrgQa45kSFujQhaAjDjLYrFqKJuy2rUI9YBt6Ha69zEODosOnYWvHnlRib/Skfiz5Ih46A5IPto0+cRl+bOld9BeVUlWxIboz70BLig1ddhGk2jEGyYEdudKDMEKAhtIjDHPA5aDw8UFCSpwW6BbikTm4Y17l4JAYNzojrmPMwhzdEfPEfUfdZWLsF02Mc+gS82XkdieHrVKL6lSV9W/EUEJL55MbYxq01MAJG4h/GkDiFYjOgLDZxCgl3RQGigrjEWmhbdg+ADsbNu99aYqvhEbxd4PNOUjkALClfs6btiaz/q6H/vzYOH+z4969j5S3yhW9RBeKrrkan0SsiSZKl4UPF6GW3JVaqRJxuETZzVu3OEif6umTp7rkYN3BXZxfMAe2T8pUv3l2dvn7ks6Bz8xdPjOeHhz9yle+cu/DD+/+HpPjqzduXLs8JwEyOUQ6JTF+8tPXZRbS2y++pBu8zsrf4xcJbRLJKUm+Wkh0SQke0501g+RjM5lZmQv9H7z/gX7wox/zKuyUk/CLlHlivDpes7lWZUHIBLL2V+qBtI44ZfqlAdiWvYegQ9uZTMwpZZKR8goOEjUyP/i0e4gjFGBe8/nx3ahiNRORT6MNpvBkoRHtIRdZ9MguKgVkFFCEDnIkSC5MtjRsxbeJQ9MJB6jAig24MvkKsRNXY8VqxCkb9LATnI0G+LdsRDSVTay4aGFFWFgM6MI3Db/Sb1u2VdBrf1yKa8cia5va/j7S2B48DBRlV1wR8VugT4hii8MCLrpbFkAU7+uNvXfRVMv+b0WsZmRIZnlZzZUFqGDfovV6hajG2G4o95HfsannsCUXkW9KfILLYt1YqDpSxDXsplxY4HFLkOPwIlvKIn3C1xQnvFlYrWfk7MeiVrP5FPTOLGpr3kycYN8K+qqKg1VSiQ9YQ3P4bMazc4ho49frW6UuxiMlbqmEkDESfGvGLuPcqM/zSgsxafDbeN6kPL3mrZNdOPCs2eh2yg+dG/zJoQafbeKx1cx8KuRA5A3ApsiKzD0QY+gJPz243jEeuV2OKehu2hGbHfmwLxctEO8CLOLRFVrUyaWoALZle9RrraMs+FeIW6lVFQhdoJaiWoqs/TVsjD3429CxZKxoj97O5yC0bKu4SMJO6g3fG3QdLyjyKfHJh0Q/HDpetqlaLTrgs63YYhcZWMBnk0y9YYPlEYctcQgs8Rv8sFUacdrBMwDlDb0tPNgbOft2J2s7T+8SLqmhd+hZLWoTAAAQAElEQVRB1l5eU3QFb+JRSh3tUifGcadKzLbk9AJfaKK7QGcbC6TUA2mkTyw6e3ldtsXnADs+GrJOO0D1cHfoBNimKIq8iv4Wn4DlAMc2TREG/LfkMsotuZpcCf6Cw8QZb/2EjOgv06SXX3lJufLbuR1zoVazNBAt/MrBGiF0N0V3R0gpVTtK0k/mK5NNp7sW5euODbIv2UPy18NLt/B3S7x+Op+e/vP3Hz58B8rP1F0+U97unb24cuPGD27duf2f/PZv/7X3WzOn1DMmK09rTI7vf/8HevDwsfJ24qVXXtWNm7fIUyZWki0LUg4NlJ2FOMFLAtZaWej3sCJxF2i//Z1vI+cRbzpeHj/SPDm9orylWJGQC8nZGpOX2TDK1AHJUgB8JuQRxGVb3CwI0uBHB8sIE1KihzmQLBcJHblN4wJ1lHEsB96SzYf0jC/9Bf8lj4lU8DHtWqoCdlGudrC9D/2SbVX8D0xsHCsOFNlAKnEwPB1fwl9KRZmxr2N/o2yKBbAPG7KJN2JQmfBZzCBmTBblssPXBp0drmChQHZqPugJv+1BF3wg+lNahoEaMeGTm4UM/oxfR2/Hr1rwEVwf7aaCrFo+xlXa63mlbPJHYaUgF2kFsoIdVFVo1FqG/Zc8yce3xGbCtwXZC7kTrkBiFZ4cMhsxTTtvCgpyayma54mDwlq8VVOerK7yxiuQQ8ZqNXOQWOvqlVOtqRNh4rrjjLCT2DZ63qRQ5hVuSabktxEsoJ1DhWnHz9iXtxAVfSvGb8sCXIjVinHcceCaGMf4knpiuRCn1HMQSDuxqFNV3lhkIZ+REZkYoIY/8bWWoobPoY/PDRmNHS2bWPyOrIW4NCB8wadMOzwpo3PHZhrafUk+ICe0OzbExrg12qF/HmyP8SjYIGnUp0O+1lJG2zb2Ne3GRrQb47ZQP8pp2JU27IkaIKDTtASvuKiBo/LcfeRPGXQ4UgbscGjobdjf4R4QP4hb/AlfyoZfgjw27NjQ9+0iDRl0pDQxRsEOW9PfwWUdasgKLrzHGKd/QWbr8burwRdYsKOhH1OUXJ3mlXIldgsHfAl64tLQEbK0xTXsREAPI+YgTqmGZtCCg2zMy9AWcs3eI9NOn/18u8u2QhfdtuFFZBcfAHf4AvFjQRHqo3K/PpJbG3I3B97LzY7DgFSmWQjd/wOGt2/r4aMHvH3caCqFw4TGhRYlT6PE8pj/im4TW9FLXaXqnLeDL7z0Mg+KV/Tg/gNtmOMr5O94KGIsH924ceNrUs2/O3Gpz9hVPmP+Dnd/8IMfPPhb/+5/+6v/3b/1t7752muvtgcPHo+nrJP1iT766CP94Ps/VE64L738CgeCl5SvLEQyJbkDkkcSHpNxIsmysE4k57ya1Mnuu3fv6Vvf+jaLU1P+r5BTDhRX+dojX4FMWayZlPtJvpDELI5MClQokHmTSibMnwWNRSL42CHziV4drshsyEp/Z4pFFk2lfSDJfBntI862bCu+2fuy4FNBrl2QYuhhiyBa4kq14WfDD5qyvZ+AkqJ/x4TeHTYAkWVmEQk+9B2eodsafBRjAXu+LwcScYUuPi3Iojnu4FIZ9DhYah322VZsTv++jwhgaNpCifkYAI+oZ7OMO6GNjgmfGwu2bcZtp84muM5Gje1ZNLL5lVo0s4HikoQf4VnzNB/7pmnSzAGgsZEbgo7u8GyJRSGWE4uOTSyJW0zIxjbXmfAYUU0FpgrsZVXVirV8v1Zq0YqN+gQ9OUicnKw4SJzo+lUOqfkbHNg4YzuisalzoCCn4kecS67gR+MQIQ4UBlcsIRK63VhUTSw6B2vbtLdjLBIPYf+ET1mYbavWqrxxGYeH+ES7xl/82fL4NuFLow7b8Cc/1lxzgAY13miIyzZiO7XcHnTZyBKrQLALtvcmbFk4fHbla5Qd8juCgk+JG5AaHxpzdaHsQ1ZjTCInZWA5bIDP1zGA+YsNGGoAQUNc5CZHd8QrMsxY2OhAZkMxsxTW8IUjkDqQqiw6DzXq1CJjiOdj1CMHoEt2aD62eRhAR+jaoEcvojsdQy/kORjED5NLBRD2ddMhYJQiDm3EDHOVjXZB35Z4bgKMWcYpcoIPRF50onKYnxgEH9xB5Ihr2gFHZ8YBhmEX9gXfiNleFk5wh85+zq5ndAysLEdO/AMgH3fkDED+QOQDGSGxigKiVGdNAjlosYMbX5t2HIh2HHzi94avbM74SpuzBXNyrUIeX7l2VV/84he0EIf79+4Lk5Q5iApyu6jUKpeiUqpKrdqPg6Bf6K+amIPJ/RX7xJ0XXuTr8nOdnZ2pE+PNxaWwo3/pS1/6+d/5n/7PvnrR+2fu7YS4CvBZvJfHHz58//WfvfG7f/Wv/PYHV66c9MuLrTY8nWWD+BFvKe5zIMgB4/adF8dbitXqRHLVQoZ2UpuMU+XpzSIvySSBS4InQRPUYuu73/2ufvaz17Xm++VrN24of+vj2vVbWq9OmQAkKnyZvPuJ2LW/UnbBPgASpX8sAjS4mQdodc28gsX7EobukqSGXkP+aAcv6EUfZfj3E6VjuMDQlyodsV/dQ0anzNTP5GysTo2zP2R8DjbKjp5OPBoTmQWdSRWeyFhYxJcsMPCFp/Nx9LOxWATEVVCd/yOFOaz8rYmGjA3f2aec2KgqkxoRyEcPfD2+wJP+QHQFSvAoSR2x436+fyDyAZ0So3htq9RCnBr+dnzZyTb+LERK6viQhWLF4S+b6o52NtbOopUcqYVRRmctVTlQRF9F3sSis/ehq5SiHYtX3jjEtlqsmZxp8CVGNmNCbLhlW7XWYUuBr4s/xGNhI2gcBjrxNMGAg82wybx5sHZquw0b7+XefnjCG3tdZrlU/LO22LwDmgq4SUZvI54Lh7TqqvXJqbZd0Ir+oiprw2tczjNINAvnhSp2lzprhz3nl+fawlvKBEPVhiezZVkUv548OdOYKxKvybcjNguHgR1xACXb+EiNshSPNq1xJ0apLMS64ft2uxnjEd5OuxTshy80tlModC30xObIT3gHPjyB9Hf8HbTISRkdS2KC3zIexxfiZRXhNHZVlbSNntDAH7xyoWvvRBqQo/CoO5iQp8wo0ctc4fNAc6Sz9n/UiUeIgWAohuhOPyzqjX4qsX/Pa+yydOjHdcakC1dEiox4NWzdgwc+45+vFDNm+ZcddzDtYEg55mXkSzFFnbJlvLZNO57uF2gbMbMLPVJiIpc9HTJ6Aw0M+1IiC4xCUzJeQi642P4xBGc+kIN/+wANQhnbB91odro6uqxGrjT0SqatcYUuldiwsC5vsDv/gBVnCm1onyUvbc0nJ8qceJmvsV9+8UU94DBxwUFA2BUbp4mvEueVsj5PrNWmrrrWdjGzrCgyy7RSrbM6+f+FV19RIzfvfvCh4vc8n2iDEa+89trFX/yN3/r6//E//A//n2+//fZ5bPuswT5LPmte4+//5R/8g0f/4l/87j/6yes/+4cn125cXO56d5l1ul7p6cMH+uH3vquzJ0/0AgeKOy+8rNXJNamsZBKte6JeRZaS8EaaVEsVErRmA7rBSXguZbwK++OvfV0fkcAvvfw5lXmtysHk+u07yJklJkh4YFQpGhNlTB8zaUjQTORM8GzqzCPllN0s7ehjCyfR26hvWKyDE3yuezvEwtgB5ryYW+oGT7vJ6oHe1ZCDAwr0brFuqDJpdiwmvYNugrcxqRokfUAWoOjbsKHQLbPR9MgNPZIbEJodq9vCE7HccQ9sBNrUpUxCokdlGdDbVln0s9leXlyA65rnqmk965IFDcdl7Iof8WfHopNF0nXCvr38hYl+hFqHdCwRNgsaSvzrw2+Bt5qLtixAl9stsosqTzCbTTZOa7e9VLXxCtkEZaLv9PRUiVe+M813pasyK+Um9mLPmrcHO2zdb34eOtYnVyRX7YjVloPSgr5aJh2f5EPfiAsqoCcBoCVS6tZ48slXB6Y/0vqy0bK7lIlVZUQmNU2MX6BCb+pLFlBs6AhwgaoVLUDrFTuwt65UsHtp1gUHaFh0lTdn07TSpTognVy5oi1xUMaud22wu04nSswbDFvk7yhN7I2sLblySf4VDlIZk7wORoku2YyuXbmmZWnEc6sJHSb+yWmhK5uB2SQS22ILlwZUVXw0lOjmVfJUy6gvOVThc8MuF9yxxmUbaUjsGnHGtJFfnWSpIWRsGvGv0AlcYEe5BTbgL7Bzu2vCTAVf8avRJxXF1g7NVFCIHAHFUdtUqBQXdWIUjG3qQk5Dzk40Byzsbi3CQwTYlimxmE9TBzpVbkfeIuK/U2OMUC3Ff/AX5FnsmDloS9aCox38FtlnPB1f5Lv87aLLi0Vm/HcwL61pweYN+Gy2C3i5qmHzLuOYOUr0lkHXEOs9IH/Dw1VkyFaeyutc8auplKICLodRd8glZT6LtwYF2VJRM/GylDxZkA+JMgbFk5adxZRDlrCjyOAEj7r5RLbMHyk6dtjX1NVr0a6ZWuGg0LRge8dmxeRQW0oc8FwLef/kcqczaHbY6WkthoCHwtv6K3/5L+vRvQe6/8FHKhJxkuKjmd8377ykz3/51/XC574gra5ogy8bbLtEfp9mVdb1/PXtK1PRay/e0cWDB+rEKGvWOYeLMwQ9uDx7897Z42/dkh7oM3olrp9R17V7+8MP3/zgw/v/0W/+1l9+6+n5Zd8x0bLATSTNT3/yI92/f08nJ+vxD13duvOCVLKMFyZpQla1MFErr79N8s1sKC+//DJJTz6yuK7ANxbaX7z9C/30p69L0Lz40qsUk0J769YLypzI5HBhorBw50k2dXFhCp/7O4vWL8PCZA5/IEo7E7LrMJyWzKTu0FCTBEIfX0dZ4Qv2WZtG6hr0PnTD648hIgcgfGGxCoyFF+SeFxug51Yplk0bSaNdq8yEF1fPgsjmUOiu0IEaN2g1Plg/JIe/SipIAECiknWk0wbN3bEjQFUV+QWBKW0H9UkYNgpeKuMzJe3IoB3iLFThj5yZhcT0CSC8MnY6YmkXWIvMH7FY7hQam5jRJ+gix7bW5MUufwuGXIjMgFFk4w9CY3v0pYxXyYfUk4eJ64a8WFiwKjLXLOpThW/ZkXubobPSnoGK7xP2zhxaS2XhZqNZkL9rGn9ljvzW46fnesrGtCOI07xS/Mtml80FchZeLCChol8s5mITF/GcVjNF1VOe6i7Z5Gd4S6m64JVylzWT7/mXMjt+lTLpks0tNBMLdegLMgILspcFKm5QyCwA0SBOsH7iDn3Fp0Dqz3cmLoiQ7QGF8tg/bE8DXOqBNFPGnsjLWCXOeWpnH9CWzXdDALIp7SgxU0MH8Qvfvo5GOqKrlCo0I5Z4Md4Z69CBkG2KSo4KNfv+UjzwSDhshqlB9uw2taLxWQoxqeQy44zs2Bj9E7GY5hKh2iYnGNjEc4dNW3bMLQe7Bdvlgu2dNapzkFvQF11FdkWHaC/astkyldSQH9kpO3OukxdKh6yi41WGH42+0zA8QgAAEABJREFURk6UYV+R7YEXMTI6aSqaOjLDeaynfQQY6Ory+FPwxQCoP+Pu4GLKM17aqBKs2l9FRq9k/JCS83mT8Jg3awvGXHK4Fj7XedKKrwU///nPc4Do+sXP3+QQsdHJaj3asemEN3S/9hu/of/h3/4d/ff/vb+tlz7/BR5kpKYq8xCJcHnMqUV/4ctf1PnjR/ro/fchaFoYh6fMq2leP9nsln/5h//ma/8F33Wc6TN6lc+o30e3t1+4c+eHn3v11X9Vprq55KQvJv+KV2QXLOI//NGPlH+rIr/mvc2BYsXhosN5evWqpvWKxflSOyba1evX9Jf+yl/W/+Df+x/pN3/zL+nKlauqtQIs7Gwk3/72t/SLd9/RS6+8pJOrpzq5cqobfAVy9fr1kagbkj/rrGwlwTOJjmVnomcidybqAKYt1UGHKX/65klBzLwjbVMff0JoGxWmasRbWSQWejNxQYKDFuGD91AK8kJMjgtJyudpGwvaAOwMX/pgUXWB1bKNhi4Xa6qTpqnucciXJdeiUuseSlHiH3kdeZZkw0+MMU4N3MJmuu/f2xp8jyztr9QDocmCmzLQ4ZUsG5AlYHzywT1aHTmhzdgVbJnnGdslwUPAVUuhahYaosqJwvgUyI+xbOvIB5WyUXcW+BWb/C4bFptA5EcupIo8ISm4bHS2lT8Lm4MYwx0bRM/AUBc9wQdHuFXKBMyyK2VVnvKsImFt5O3IuWzkjx8/0Nn5E2zZKl8tcU7WjM1zLVrNVSnFoS4xxVRC2YeMmv7VShO2R15gYRO6YH40YrRaRbeUWE0F/YOtY4cVuoUxOj1ZYVs5tMmy3mSk46ZsK39o7m9kRkdgj5Bsq5IX0zQNOekLRGdKjB00JWMCiAsxoPd5EZpG3gT2eI2+RgDbwDOG8Bzv0C/4GIiPaT/fl3aDVy7oxWf52D3kpl+2Cv3iis6GHqoK3oYeZENGV2wJ7G2lNmREb6wKaeiOkH4jNxDcjo09dI1FI5CDxCVPyxsecEQs0hZrQHwJ2AYdu8nd6McOHa7YjRV7/djbGKeBO9BEX2TEhh15/Hy8Rx+2hD7iUgZSD6Q/JVMl7IrfaT8DQqLAMwSWGM/QHTnPw/hhsT+WkL5MlT1Yl2zsOVDkUPgk/yZEnVVqVf5ht1f4quNLX/yC3n7rDd398CPN5FRUho5DgMq0ksusOq117fptXb12U3U+UeHg3Fw08Vb5nMPz9Zs3dPPmTd396CPmRlWpVTvitb5y2qfV/L3dsvvnP/jZL97QZ/gqn2Hf43pfrl599O3vfOfv/U/+zr//1sX2cnn89KlYFTSv1/rp6z/Tz954nfpKn3/tNb3yuc/rhMPElgV7y+S65MlzIfnH95JMrPxO4ktf/rLWqxUn4BVfn6yV5H348OH4L84fPXqk3/iN3yR5WZBq0Qsvv6j8SPNiwwtnW3VasQAzqZhlPdD17MoEChxnpdloCjQeUJmw1JrGIk+OU+7lRAAmjgVjXwcfBI2Ij8wAzXGnfgSpD+k2sg8wiA4foUs14gZkAwRRAHXn8wBVdpFLykpXASyrqJjPQglUJmih1OGyPexeiO0BhV+NGO03qNAGsnAFsvBteZ96rKcMX2wTsrjTVOrRa1vhlwQKew5t22xmRbnyaQQU+UDb1VmUxQWZAgtP8raV15+Rl02QbiU+tll8eLMFT+xLf2VBK8Uhgd/oqoPmSB+7UxeXTQwY1y2bxcXFlqfThWExfJWnUGm77bqk75y3Ak/Z8PNXNwP5sdjmEIuJuK7J51Oe1E44CK/mir6iiXKeZ2QV7S98w9fUbYNPTTzRLejZYeekFbkdkrG5uIzxyBNzfiCaRX9LLq+mSYlB/A39jvmycGLJ+AZvG9uXwzjudRx9jt+BYBMr26kOsD1iOvqpB2lbtRRstcovxVSHy/boD1/ANrRl8EWHrGdyR7/2V/oCaaW0LdtpHuhH9Rlu9PDRx/c3B5nqqQAadHZJJdghQ1yJZ/Q2KikDiRmP0JpCL4RCt4wNvzNnKq2irD17aLyF2io5wL6qLXMPqiE/cQ3AMO7UMy7RIeQa+RY2CR3D1D74Ije0gdBiGvimEv+78KePsW+Ma2gath3nxaAZJBDCGH4YgtlDDgaos/kA86fvRnwWCdmxdeGAKg7fnIzVmWstc4lFLjbmELHhYHXBenyxWbTDjob/rhNvl0+U67d+6zf08OF9vfXmG+Mgnd9rLeRk5lPgksPY62++pd/76h/oj7/xDb3z/gdRrWleqdQqu+qC+fXFL35Z9x88UP6NleNDY+ZZrfOTaVr9wTvvvvM19G2Az+ydTPrMOh/Hv/71r+/eeuedb7z04p2//4UvfOHDXWZIZaGkc0NCv/Hzt3X33v3xH369yoHiFm8qWqnK/6x4RpJtSO5zEvKNt36ub/zJN/X2L37B6+idKvyrqWoqlqm//fOf66c/e137v476iso86eq167py7YZqDhLMvUwGVEIdblPu70zIgCIJNLfElOPjcHelPyBomMN0Q4XMzuSiyHRUJiBzT52J3NMN6HAtID4G5jJMmZhCnlRkFz1fHuu2wX+sP5M9C2NK5rx66wqFDp9d+ytlH7xpW4W6S5G9p+4hkMefyBJ4Fyvo3i3EgqIfnvi1Yxzif6MjNLGhp6K9zDw52oW4DKSEPD4oPGRa+6tmAUFGhbYh06YHQbb3tNQRMogPkrClqbHQBV+QNq+qZjbrzsYSuMIbqYKd2SRsayYv9lob1A25XdloY38plY2WeEK/yGOB3I+LxhjmCeyShXPDo9l26Uru5ekpi+IFX0ec8co3hyrbunbliq6eng592ewjISXqtaqFg+/EAWEWqoY/ijX4nCmwcIiLvTXxwI7gZg4fLJ7asnjv2LkWaC+ZAw3aiQU89KWYRXvmELLDj2X4ZZtRkOwiB/TJqx+atlVKaKxctmV/EoIPmI/Ei2Lctp/xRkbs7uAC9r5v6Il8bAyNuJa8lcCfUeJP7xmZosi2qZuNW5a9h05upC8A+8DzkeozSF8fyvjITSMjLUuxq5QqI1fIDBh7wtyHfhjSANKdHIw8mtgk8mzfvzC5diwWDIOWVhgTcoED5+Vmpx15gZnqjh8ePA0EmbbH6Yhro09C5v5GBxWU2RahoJ8spG7Txg9RygIf3j3s7SNn0w+voAmu4U/moccrCjoQHTzFsYEgWtxIVwADuEEgK7RDBvnVgSVjBeyo7/Anh4ktpFtoeaGnixwSeNs7ceit0yQE6vadW+TjpB//8AeczxZdu3oCGruXrczbkEsOwPfuP9Db77yn73zne/raN/5Er7/5ts44nHfGqSBni9wbN27qyukV3bt7VyaHNvDlkIEZOw4VX3/89PHvvvHeg/f0Gb/KZ9z/uN/v3bv3+J233v6/vfDSy1+73G4u8tfdXMt4e3CXBPrhj348TqivvPqq7rz4gvKdXH6Ilh+gPeCtwxO+W75PUuZvdfzg+z/Q+dlTVRvQSOYiK/+A1o9/+hO98dZb+uKX/4Ku374tsQifsOjfuHVbmXgjiaElSUebuaLjxZxhoolJgTRm+rHdRt2SisYKQC237dE+0h3L9B0BCmQ+txDQkUl8pG3q2IEYDAmObujT7pQgsVUDKkhuUI3FbAe01nmgQAK4rkMfQjr2Ch6b5aOJxRDofWy9ZgG0Y1Xou1J1FlsqNnjALrI99MdWO/XQ76GxiImrAw0bQtPAdRbgQAMHM3HsFKFCLrT2viwsFraHDghGafoL4IMMqqKD7vBLBfrO4k6h8Fc24cquvbD4BbIR2+Ypfzs2WdvQWVisxuLYsC98ttlwpiF3y8IYXrmAmzXztFTrrELOeJoVfBbVQJcHPv3RvWJBzb9VcYXDxIqDKy6hio0BXeZYUlE98TFNRenrohucnbYRbdVSJVm4TBYwPoxRBxZkLMTQ9Gesc3iJ7Rf5bQZvRPJ9tLz31Tb+NQ4tK+0PTBrt6Iv8WidIreNViVtk2R/j7H3d9qCNDXv6vewcYoKLzMyhxDLtlIlf4Ng+9qdvx9hkowj/jifg4IR/oY38tAcccQf96QtN9KX+PARPsBDzcW/SfbSIrVWHDza+KBdl8AZPc9BRGlxiQS/xWtSxtRSrlKr4sCNfGoLHgUHEQUUL7c2usU7tOIRK2WAdueiSjE35FDKKistoL+RsfKRArsDFAssFGnSlbK2r0BaXTR9wbMdfZpEQr1yjTbyO9WPsbYsJJ5F7oVGCRGtfdtgbrQ7sb6gHec+bjKCQmd+jdQ7tjVgk/3bgAxv8vmzW5dK1AVp8Jq/qVHWTr5W/9IXX9NOf/lhPHt3X6WpSIX8LSd0Zc2PPhnmWB8YP+Rrj3Q8+4GDxrp7ylUk3MSUwCzJN/Qu8oc4/KZB8if+x4Qnr/O0XXnjvxRdf+adPnjz6OiZdAp/pO+vkZzoAB+f73/uH//DNWqb/9/rk9P6jJ0/7ltfIvVuby63eeutt/eIX7+jq1et66aVXeJV2qomntWmaOShs9eDBQz1+/FQ5VDx98oQ3FBvNLAATE2lmkTw9XctE+t333tUPfvADPX7yVC+/8opWJ6dan5zo+s3bmldXtDSPJ408eZLHpLvGRGdOq/GRyZgJnJLZn1uZm/3ZXGQqYnOUdcosPo3FZ+ldbbQ9yk5dQMoBcprq+WMPvUNkL2C8h0GPOjoQqSN02hDkxh42nqWNTTOL3vABAm7o24CQ28gEmQVniaAxCEUmSLYHXew+0toeslkHlEVOxDa+Rb6Mz4NfCi4g5CB+tCOj8dGxX/qY1tRtqyDLplX3i6gUO6psa2LsbI86BugZWFyNZqMUG+YsFykb9Go1qSJznqqwGmmiBGJDYsPTToI1TZOKzaFrUT/EIE/59aCzQdtwMHa7VOVJqZJvpc7In/FtnyvdVXVeK3/lbb0+Gbl5Qk6t+Yojekrvqtg7FWueAoWyaqpFqEdOU2ItWRXdQ09yGyilaMPbt4Un+AL/QiC31BEp29qXRZKh26CncICeteCjbdlWFuAZXytgCV0JBECf7UETO+kad3SmMnI8lQP8WfjkT+QvxK9j2wLEvuDjUw47gR2b0BZIPBdiuiO2C9Cg5x7qoy/Q0JdUQST+4SPtlgYD3AEMBsMd5ynGTT28A5CGVwOdDzxVcZULcXLkAShInoY+NOYjdB09R5yGYV3RHZwVvrQB9Al5eYJu4Bf480PEPKmfs0HukL/B3wVfJfQydpBBVSjKKCMispehkxwAET0U9Eu2ByTugc7ks/e45GlwNm1ZuEysOutX04LefhQiyfYAjWt4OehHM4zA8/QQc+95yoHXxvfYCQw+2vF7h2+bJl3mIAUstCfmwsQ8Wa9O9MUvfFG7zUbv/eItDhPMG1a2trnQxEHl+JuilFty/OzpmfIf8OVrwhVzZ8wfRW/XDQ4mWe8/4MCRORIbsr7J3k7z9Ce3X7r91Z/84t774OMgxWf3TnZ9dr3/pOfLz9966z/y5GIAABAASURBVF/91m/+pZ/yhHfxhE0/iTbPK+WQ8DpfV+S3EC+/9LJefPElzauVylQ0zywWpNGWxG1M5rkWnZCQnYk1FbPJVBbZCdx+of3JT3+q737vu7yKe0H5n00nNoH8Qyn5D8QyGS5ZsDfA/hDQmQKdycocREfm6TNQJl2RXWQmkvhsTLTRz2IEl7JoRc7AiYt+AV1OY0DnU6ONDgEQZ4IHH2C+H/QjEUSLbGgak7uzyFCFi4nHItboa+DbKEMfMHZIWdtYw/ey0AfZWHwWnhiETaUUZbLaHjQNgiyw0Y8CZeFryLXxGdqFeoOGQrYHYN4gd2gCxN8B+gXYoRNVSvBlQFUpH0NHYGVjtc3YTbIkqhIjMQxDA15J6aBeq7UiF2qp5MLMhn6iitwVG/JUK32zRJwKuFI4oGGzWdDGwaOmHasNTSenZlV4Jjbf9WqtXBu+UrhMbi2SXaHzeNNxzivZSxbCTtxLraplUngDNjEkrh56pQk981xHOWEDpggSWYjD34wjVZmOQn86OnbuGLD8DZWGnGleyS4cgLoS9xwaeu8KfdrRm0V48HGgWBGTyCx8hC66QhuQYh9ykN+Gfuro03NXeNov4dIdXPqwfNiRA0VDTmcsMEfpC4Q2ZaDRkdIH/+wiB0qViZ3kIWuJPgy1jTRJlAhULhOXAcGByKjtdfJ5kA9asMvoSR10CtpFxUWy0dOBBnxcxrZPQhsHsfDXUmAzZnR4wtdoF0mMBbHb4vuGzXR3qOcrsODyOj5P3wvrUGTHtwXaBl0HErO4G0ejJzTpC+zbqMBJ28qYBS951Kd5GqWNXQgIffrz9qAhNLLsA+2E7/EBkxEX6uFLaGjoeKWdfgcBr8PjPW/025YNJLb0dVeNgxO+nLNe5mDhOqvUSdO00osv3OHrjVO9/dab4wFvjR0TX3GYtxyV96Gnq0lXT9a6sp51Qj1iK/JPWbvX5K5txc8VfZH1/rvvsF5tJRfMtu4/eLisTq78kJD+k/vnj78viU4+P+N3+Yz7/wn3v/2DH/ywlPoffeG1L/ysuO4uzi6UfaSSvO+9+75e/8nrLMqzXuYtxQt3XlQODlevnGi9mrUmka+fnup0veIELF7ZNSW4M8k/oFZNxXr86KF+8P3vj3/w6jVeo80r6OG/fvOWyjRrTBImyMIOvDBZuGMCSawBCxN2B4xGB8ds5maSpi5oM8k1urOQMgsxxmpsCuFtCEy9ScphI/0pI7PbYyGzrdBFSJc/lj14RR/QxQTr2jGjIlfQLekH1D14Ut3xsWNRW6BrGEpTgtaV6BCP4+ImLtt87u8sMKkZmpThRaUEDa4ofLZlSZ3PUqvsosIm0cGVSp1xk6BwgUY6yjjKji0LsSyMnUMT+2gLuQs2i8vobygsBXuRkrJGBwFMPSDwJycrzVPd50IWXNTW6ohSY3NfMc4z+NTFVVw01Qr9SrvthlhuqZNH5M887/F1KoP38uJcT58+UQ62F9Rjm21N6Ku1qBPbzeUlcrYi8gAWYf/EG4mK/VOFlrLCAzX9GI9PHV9tq5RJC8GI3NhZsesMPXla23I4sItKKdC0UTb4trwy7vgdHtu6fv3aOEzhMWMDnVITPiIb+yJTXNHZRpw7vjVoO9g/fUefbeXAkPH6syB2BI59Qq6N3lKFoar4ETnpD120pG5btiXutHeZbwDuyI6fXYZ3IUaiHcLQ2TAAkSmqwY+6NHxJLOKbzSj0Pc72IO2RNWrCzA6Iw1kbfOHZ22cJ+o4fjZwJ7Eb8rR3thbiPfmwKT9qNcbtg7PMAtOGt6o51YwukviUHFvoXDhxWUS5Ea8gY9nX0U5FAYXMCAATT0NXgjS0BjauTp7xRG0JAYG76Fmg7cx4MfsHdgTQA2xq2ki+lVvRoaAhfGp3+HjkBYtSGrDBKBT8T3+JKHs3wwc+hwdOs/W8npAse4s43O44IVtbPib7k4gt3buujD97Xo4cPdDJPxPpSeTuxIgyrKg4TK127stbVAG+Qr105pb5fv+epymgT9ty8cZ0D/KWePH6kKXIw9v7DJ3pyfvH+xfn5P3h6cfHP/vk//8O7+vNrRKCMzz//OEbgyde++e3/vNb5a+vV+vGWJ8CFhWYiiZ/ylcaPf/RjvfPOu3rhhRf1Cl9Z3Lh+Q6d8bXHCqTb/mFVOu2smTSERK5E123t+BMdarsrEGU+HaMrvMr79rW/rgqfMV179nGaeRg3Dzdu3x6Rg/os1gYkowKOejZn5LZHQma8LHw09FND05L4ySTOV2S7UmRILDB19QneDcPRTZnMPPqBStDCJ0x9IPSyQIQN1VLjRoT0gM3RHXMqAkdNleNiyDDQLsSxATTs2lMGDYMyXCEgpTFqggxv2REj4IQgO9LgLckeFj470hv6Qxhfb0hFE/RkgAbyxQ8gTXUM/jOEbII14LcizLW7BpVL38SjobXEAbPrSrrVAZzgDFNy2kdM0TZM69LUU6lWQcsCYhJYBq9XE24oJfjDQCVssQ2dixILI4t8Zz4nFbEJWdK3nmUPrrOTNstvq8vJclxcXLHAbZJexAK6g7zx15VDS2XSqi2aUzxxGKMRIoEWKvAlEKRY3EG+Fd2wS8ImrY1OtjAscyc0tB51QGZl5oo1/kDGuTbYBYoXdpRTews0qEYzEtHPAmesErqjUAq21Y3PcQd9I7sR9jAn0tiOWkPQhe4EmtgTZEisqaT8PoD55Y3tjLGNvQLJc9npt6kBwkaHDBXbUGjpaeGFsyVUgHQv4jhy6xhw58tpOt1IUdKSSvgY9TtAsEiTBhaZJ+CVQIHW84muHfA8tSg4U4WvkQmNcErNwNGRDKZcq2cjrCkvWgXNy4gnf+1+yuQ4cH11FjfIIMEna68+n7We6lYu26O8pe+xtz/qP47EQl9jTsEVcxQUOpEEfNps6eKWkGj8YFqW9MObHWIlr9FHu7xCjE+IGpA/TWT2FDVLqKuTStNLC17D5fcgltpyxPueH8Tt46jShpuiUh7pXX35lHLI/fP99orBoKl19t0HQVuu5MD88YFXLOGxcWU88CE46WU0c6vdl5lDFj+vXrnEw+ZCv9C6VN3B5e/zg8ZNW6vTDBw+f/os/+uYP3pC0A/78JgIF+PP7uQh89NFH77/3/vv//OrVq6/XWrd55ZyDRTL73r17+ulPf0LSrvX5z3+Orz5eoH7Cwn5FVznlFhJ7ZlGdDlB4xaa+yEyNqRSSedZqqmosrO+8/Qt99zvf1Ut8hZK/bjrNK924dVvrq1fVod0yYXZAJlMg9UxK0ddd2ISY8NiNSpbkPibdmIxpmblD31gQu9BvGR5xhSYQPgnL6I/8xkcg+H0ZmXvIokW3Fj6OQBVNHqAh2xLy5D0uOo60KUMfEJdtGT8MH+qxfa+n0be/vS8On7aVP7GrsZhFdvgiV/QUZAVn4r7QX0pVizIL+wL7SnjEZdMGOr22tbB4d+RkMZ3YxHc8TU2rlXZsbG3IK4KMTbnCrRH7IBKrQEG/kLWw6Zuy1qKCLSfrWWkXmGsxC9KsHBgW5C/IjrAhn/5G++zsqTqbyDxPCv3MInmyXvHkvx68M7lT3LWwOO62lxK0oVuv5pF/p7wlWY23EmLBLMqCiFpKIY923UMpRRqWdRbKLQfbC/qtwgFgIecSw0b8dhymV8QhcdmyWWXMttutsuBP0GK2aq0cbibivfCGZCMN/yuHnq1mYmlbq3mlyAzv2LA7VMiPDhiQJ/j3o9+Id+gSn+gJhMZ2imd0om2bwgOfj844hj/QMzDokaxSquwybK3Ya1s2+LrHFeIR+tj4DIhDw8YYl75OfZSRq/01xONvWnZkUqMsBJ1b3YKdLBs8NOiWjA+MIfKSs7gLDXQSq0RoG21AqXfZHkD3uMEKNzVsAbMjb/LV14bNNW+TtozZDtthQg8yUTBoseFZCd+xvrcBqdC1I6Dg2J/yGZ58Sx3liLdKLSqlUBeAnaNuffI6tPHjiB8ysWfo7thIoLqMx0AXudKxvY9yx0EksN3R4apL2uebhTcTi3KYyFfEZWK+kI/Z8F984QVdOT3R3Q8+0MJXhTNKayTjW62xF3viH3PQlHO1VlPRigFbU54y3+bQMc8ynzInz8/OtJpn5l3Tg8eP9aUv/9qDV1/74h+8+OqLbyF+C/z5fYhAOZT/VRX/ddS7bM43v/fFL3/pK3deeOHusrTOqy0Vknlh8r7Pqff+g/t6ja8rvvCF13T79s1xsk0SVksTyTuRnLUKns5XHxwoSNypSOupaj2zqbiM19c/+fGP9fbbb+tzn39NV65d07Re69qNm5pPTpVT94bFYZGQaLH+aP+WwmCk5TAhP56cDZo9dDgCDb0Nxh4OPmBhLaAn9cMEFuWgYT1vTNZOm4LFTcjrez3I4KYd3MfQJTQZPDLh6ywawTUUxb6FSbywCO1Y4ALBBzq0gla40pHRoIvu9Am8TQcQeRJ1wN6XkRlt4RsyJdnWwthQwZamUib22lBJPWyiBMadNuMjyujrIHfwxt7QmsUkOkCPA0XstyEWlCnoSH/iIYQk/uLq+NBHvBdV5HNrYrwNX2XscxBYsfHPK2yDNvbaxtYyQPBuWQAXFroZvkoyBVijkSfypioL3Ol6Ft3aXl7o7OljNvHLfT9yszj2tlXjYMPz6ThUzCivpahg68F85eqM0ZZXxfnbR9nAMWVQNMZqIR4lPMDJ+mTEdsQBxvymwrZsPEPGCTkbiP+XvHqvOF7gm6ZJtVY4NPzbcRCJXFmCVbnsfWOMA7LCZ3uM4bE/diY/0k79CHAiJ5/0pICPmo79+zrjzrBJBs8nNLZVANuyqWOrLPK9D70LAxsZ0ZlY6HB1xjFVSFMgD8HYzB32gdt/dNnoOxBGlpJYCgI8DKhQ4yPQGfeUxxi0tAEUCDGAB8gC1eFrzwBEbvWDrNi75WHlcuQRExqDUKfAwrh2Ko3c68H/kryMzY7cC+xpQrXXGb5fBmHccbyErFI84qrjtWcfrabOn1EdJWao8RGSQPhTgsJWMxYa686CrYEdC1IODue8mtgu5jDROExwEN4uai6SqybW1Rwm7ty8pQd37+rBvY90MlVs6koWZv7F3h3x2Vxu1PAVk1WwKOUM7elqVt5a0Ale4xDxIV+bJI/XrMlPnp7p7GKz/bXf/K0/+K3f/iv/7KUvXv9IhAj48/sQgXIo/7x4LgJvvPfeL/76v/Pv/Cc3b9z6g1rK4/3pfyuTvE+ePNGPfvQjnXAK/rVf+zV9kUPF6cma5Jt0uppkEtS8mUiSVj5GIquNpJ7hX5dJ62lisa968OCBvvqvv6rLi43uvPiiZhbvK9ev6QZffUzrNVxSJlQ2O+bUmISZiKwfTDzRBtCXCTvwdGTqZvI3FqUu0QtQ4aZlyeY2+FBqXFlAGrM5QCdyuxqydsACBB+IjCOkTdewIxM+9IjAZit9sTllaCLjCEdcl7FBalk0WOx2HDw69WGQ87lPzU51AHag2FuNAAAQAElEQVRTHfoEr2gvbHzRmXr0mPguyHIpavEfxkJdXFSxTerwCejoCC5ldC8RoL1N4d+wAdJU7IMLCU2RmT4aatDbpmzY1MemOzGum82lQA9cSvOkExOIqAr5EBrjWsPXjJONIQjMojXDn403UKHlTKGirlIah4iiEw4Tp6ezTilXc6Gv8RR2Qf480ebijLcN59qhv3OocPjQPbGpB+JDw2bJspHaxJuJywGlVOwVPjTeLOyQs9U0T3xFs1KdZm15+hVXFmMX9GJbbI8vJ+R+LQW9W+Vgkpg2xmXNm43Qw4bcnbLRGb5a4MfnUovCX0rF0i47du2hHOo6XNGVasojpH0EuBQQn+m3aQGp63A14j3gkBfpywYcG/d51EcM+JQOvKEf+SWiR+x6ysBAetDTHDcsowx/ZA+SeBYmOm0GHQrMgG8g6ZUahB2bNFqdHO3M+eVAI9l7X3S8Qg9tGzxSIZ4TYxTI2HT6dzyIpEzfns2MQRu6lvgBjWTZscl7PPMmcYjP4oqsWqtQT2t/hy1yAxi4R/IZGjvyTEvKPA7NJ2DYjH+4jne0oAs1fJHbmIhde1v2bam1jt0A5ZaDxNll46HKOrvc6ilrZv4NIGHjirXyzp3bunP7li54y3ePtxOFQK84JJDpnA82WvFEZ/xNbDK3G0pKsQr6K7BeTeT7pL5shQO6du2q8rVdY+GdOKw85SulR2fnvbu+/Yv33vt79x5t/s0//aff+oz9E9v6t17JqH8r0WeQYPu/+9//H/7FG2/9/P/hMv+YSbic8T1lEqsxkd948w298cbrevnllzQOFV98TUnIK1fWIm/FtCBRmyrRrcXUBa6LJv3WmsX6ZDXz9qLr7Z//XL/7u/9SV3lDcZMJMa3Xun7rpm5w0l5xKmaesxgvTCymYReXn03GTLj9pBULUQPfgdRTtkGroTk8hkYSk6rbgy5U4hpyoMNPiX7m76BtTMoBvasBUX8EOTI6i18bT/I7aBegwdyRHnqq1DSuwYeM9DfoFjrj27Jr2vA6feHJITwhtpANbXwLbg8NG5qCE/0mmvu6JFegSN0sHmgi5vsDDWj6EAUf3VQGj8Vl2XvosmJzqYU4s3nPK2zaqLIgCRo4KaCBv5aqUiZ17C+lqFHusH3HJjrPVTu+jhDRM4dKiFSxpVajD9u1qE5WrUWNPIottdYhe+IwsWITbjw57bZ8dUA/rJqgnbFjho9CMwl2ejLr5vWrunXzGm8tZnG20MT3xCeride9K6WsMGMxuqwJntHGl+Iqq2BnUw4KpnVCnhEAxZd8tbHlzUW+0pjnlXYcrBKbljHDx9V6FuyCTScnJ8SiKE/Em9gs7enxoWN/4gJKiU34a+XATcyCq6Vonidsq0NGod2Jr7hSZHNL27ZsK3W6nt2dmr3vo6AlXOj4kLzX4EnElThAEP4dh9YFP4JPOzpiY0pxFWgjt0MfmuBDF9sXxrn32AHhs7tg17FhiXvw9z5sCW+sUi76BEFwdOt4DXoaR9zoR1c7Ig59wceORl9yb5TQJG7zamYsVlolnuRTcmqaphFX22gtY16M+RZ+ZI6bPtEbWUviAmA4ISuKjFqLRL+NDECHK7YMGLJ6KGRb4g6+IScw6uSBvY9b1z4amB01A+Lnfq52IY4ZIsrUA/t67G69cpgoyluKx2eX2uQrEB7TpmmlO3fu6NVXXtXCOvLeO+9I5N81HvgaOVnR3xn3Z2NLfBy/sElA4rRaTZpXlXgZ382cOtGadfgRX29cvX5dKlX3Hj7S0/Pzs0ePz/7pV7/2rX/xj//xP34gDRco/vw+RqAcK39e/qkI9A8fPvyjX//1X/+jL37pSw+madb5xbkKE/Xs/Ex//PU/1ge8DnvtC5/nUPFlkvpm8pNT7szibhKTPMwTIklbXVTIPfeuSnuNrJPVGlzorNdff0P/mjcVL770kq7fvKGJjeX6rVvUb2nKos6Mym8quqwOf0p1srkBOl49qH0DvY2JtG9Ag95M7kBjsqcMHBlCm3bARseRHgE9OikbuCw6oaHJQtrVWAGCa/8f9v402Lbkuu8D/ytz73Pu/OapXk2YQZEgNNgiLVlyS3JLDoXdrVB0ONzhiI6Wuz+7O0IR7Yj2h1ZHO9wtRds0rZZsSS2KmixKFDVBJEWQBEACIFAgUSgAhZpQ8/iq3vzenc45e2f6989976sCTYsmCZKg9PY762TmyjXvzJW5c997H7oQO+GqwGsSHaYEGGWIpQK+yZl4zTfi20gCGFisCmD5xtcmszaZEYHM0jYvFX4DZjV5/ooIpZSOaMZWmmZEXkQ0GW4bCoZiohxHJfoQFJFkXLBiF+Rnko5pc07KaTLeNAlZkULGB3jjKnZ6Ubpnu2OCP6YpJLK+75QarX0vQoR8uc94J65Z36tiV4E+IrjnWaOflNiYdGwG5rOOxSKrY1PRs3tYm8/YOMzbz014Y3GKMXPyxLZOsCnd3trQ5saa1tdn6vAjp9T0W1eKJNzT0DZxK+oB3Yb8WkNhqySfMriWu05d7nWw2FdPfcnGIhGfnDtFhHpssm/2/ZB5URHcQee2Y+PScgzuQ5lsA+Hi/tQmI6WsjI0dMhN2+n75/pjH/G4bHxGwH/OkxguCz4SrMBQEW08bj8TSdctyGRGNx3VIWz0iXG3gmvWknFvbX6YdkTniVzEcyXTfMZjmuB5hKQDGQN7Q7vfGBEObTiML48N4yBhz9otxQc19DWB2f0JexJGv9Bfmie/NkkVy2V5pjIitQqNmXcc9nGtOTlnnlNPjo2dMwaaKPnFZJgWxL1boKmWV8Y7zyKbYZcXn2noro69V+LIWCgTWI/smGqE/FCmUAGrIkxyvYzoF2MAPJeQFfUKK2mUa0zbAznbvkM+hgBwng+M/0DfUYEMhFvUFY3IlMWY68uTW9o7On7+ghJ6rnEwc7O2q5z5m2pXNfeDPGhuuwv2znpR7pW6GLdiDzAxtP5thZsgx2Nzc1Elyr39ezkamzGbi5m0tFqu6vX3iWR4J/un+/v79zYSD8ytA+hVw91FHEeCd8MvdvP/0H/p3/vBz3/f931dWnnRAyllvvvWWHvvFx+SF8OSpE3ro4Yc0m8/UzbJSDomPGNSRgqQpBrwUTCUeJJWo5Uja5AlvjZ3wgvfhTzzx1bYLPsHrjnUWhfWNDW3v7Ghze1sdycETuE04EstxknCyMp55oWMoISbLETCZPInE5clrsIzRMpi45i0wMtdIBCQQV6D1JwJBVCKiyRuRNUHlKeJbockR/LAgjhoVvBS8DRTIFwANOiqyaFm6JnrxBDUeJZFCvWjg2NZJQPA62VfbW6qsy3Vxmdf+HbdXLMgD8s1n3MjCHhHYX1XQ2fDmgxFx1JIcS9MO3FeXBtM65sE9ipSgkyKFUsoK/4vEPc3IrLKckY2LsGzFopsZGy69uBrXdVkcRSlCKmWQNwq1jtQr9RH+qsyCIOzzH+Hpc1JWqEvZDLAWeTjNuszCASC/h4a9hbAeumjQvKxDw7nf9D2bERQRy4Hi2NbCideA7qqesbe+vinCKhGThF+23YtRTp0Cnyudjlu2XsZhwc5ETGazuXwt/YoF/+2vYxeR5I2MaQzmlYMkiRC0qssIf9umKlePaSNCx3XHNQLPuKeT7Ghxd7+4jGtAf7GdIqaMAfMZSsMXNQWSwv+QF+JyCVCTKCOMNbgZ2Gmo8uVvQ8TU33BGoM/6J35jDdVNV5BRVWwXMatAYSQ6fsZVxwSoULY6sqi2j9sR7+oy/UCMnX98f1YDC+oRvan6vuOEYo0NxUxz56Aucz/RZt24b3kFXWpXhROgbVzLB8y1ARjJC9Zlete9wLpesX0C4U9pfiFEdjQYIx43EUEzJHcgm8q9T8Q0hyr3ox71VegLeMzTlFeKbE8Zqwp0BdsH7DH4119X4A94zbF/sFDkjnHQqZ/NdIpT3YQN77z9tvbu3tEGOZU7x2nFknkTyvR1AM9YqpGBxF0IIV6KkGXJdqBzhrz19XVedRzKv03lMe//SfRguaqXLj+0eOR9H/7HD54//xVJh8D9z68QgelO/wod91EtAsvnXn75c//en/gTn/v4xz9+hwFXd3f35AnUM6hfeflVfe1rX9POzkkW/5O69OBlJkdi0DKhPXidLSIavQPNMFZoUHLi5z13YqKuz3rBocKAfvzLX9aZs+e1c+K0cj/TbH3DP6SptY0tiQTvSbXi6XJkNlQmgcWrJmQmuazoajhLpOIJ6glMVb4KfE4UA2UpoQqdaUop2F2nRAFhRPAtRVDyEZfljKYD+AgRQABVBbpo9mAHtEKuC8sPx6FIBQY+KtU8QrcpoExJKeUJDx05RJZvfeZBNP3IhW/igLclpcBeQVso67dAQYD5ba95aqEfjVA2OlH3xzCSqAc2Ey5HkqppzJdJ0lUBO3r4tkrfd8s1f06J3omiIMP9fnLMOben/Ajz6sh2BPhDUqw4mBpv6JDXaLu7u23BV5OGZAQdLhbqul6WZV9wRxGJhbpXSlm+mh10hIFxFPA5cSZk2xfLbiWbnMViqeVyxSZiVLGtxMOL/sybApLtgkQ92jYW4xVPwBkfuBUOjzrisFwcaHtzfbqrdOTUKadE7Ef5iVnUzbNCV86p8fX9DDNri4V9wDwJvQlsgj4iVLF9ZNNXsR90+0SEejYuiVIwmddQqZvPEBGN1l/GI9ak0hHeOEPjo9N1Q0GPcQVZI/iR0nWqmFYBiwjcSYiyjtTqomp7Jt1qF6hWtq/avo++6ElTFfH4rGZbRbcAvJbrFaV8qB8xU1SPceazKKcxWTRwv5qtJbAvqwqIrIgkNCnxhDLrk+azpDUeZmbsNLOKRjYdBX21IhhzEMk3n6j0AuALIKRU4mZQJL3rI3wY2PhNx71ygQESPIZgRAT1FIIvYIenEbjE7xC9fEmCXdZnGdUoILAlKOlWiwf6TIfLnEYwdmivQDhfLUDeZb4sac/YNFQkd4xDP5TdunFd16+9rdkstDZPyrxudFxyDnVsrlac6HRdp1nO6CkamYMRSbmbS3nGA1KWUq/NnW1lYnn9+lUlNv+EUnfZpMzma8N/+mf/b6/c2L/zo0+9/PJV4Q5w//MrRCD9Crj7qPdE4JVXXrnyH/7H//G/+Jt/6+/+PKPuYEGyH1nU5/2aDvaX+tJjX9Zbb19Xt7apBx55v3bOnJUYqLlf11iSRILocqdgonkjketKMRyqZ2PRsbGYM+jP8Q4wM/m/+exz7c98n7/wgNa3TkrdTOtsVk6cOaf5+iYTMvF0KZJ0ZWEIZPboCKWU2yQZViP9RYoAXymZQEx65o9GZrGhKBp+dGk+yEokrUxEovJT0DTxRwmbPfkwTRH4QL/JPMGZ69gTDYwryJJowxbIC2irk2ARV3oXwJMT7r13d8IK6IehYGNVxufOC52QxaQuPM1XUiAkhDKwc9SIgJSSAqTtcx0FcukFYyT5DGwSjFuxYKVsWssr9+F8UwAAEABJREFU2FvslhIxIhJasdge7h+ozx1PNStBqYhgoRzQNUz0CBrZbHjBbAsy8gsJO4id5ViX9S5JXD2LIeZxj0Yd+GkKfxOAG+gNktpMHjspZZluHKv8FIT72tjc0k3e1a7QdfP2bQmaxMIMifYOF0rEJs/WJOR1udc6cdpYW9cGp1kZWvYDSqmXUkdClvb9n0UxXmFQJZMPyB2BQmwyMjKblgWKVzB2OFM4Iq6+mUrqkF1SYlwNvEKZK6ARfPO+VyjzFOdNyqHEvelnHd/SfG2usRbeb3Mw3HVasomZzWYqDJZIQVkU6DHPyH0pgKCvQCEYEUHcVso5YwH0tpX34gE/66YMFbpGi22mQyCjFJdpi/GW1Uk1yfGZ4V9CpvDdPAP2V+o1pALXivu4xN9RwaKS5M26eX2/uq5TBISA+Qo2+udjRnjElXJqdoYC8YzQImrBFyCBE/5K826OL1XJ8YMXNiFSqCW2RcX2mB57Kn6qZPp7mRw0djK38Ud5rm6+qdSRV0ZpxaCo8PR91nyW0BNaY0Hd6EMbXYKAPEOs5pxCjTFqvtZrGJfy+EwZHRgSgFJSx7ia9WuaMbZy7mQ7DB39sz6rTwB4zxHHtaOdIqlwf6oNJTYZW9Aqn7JV9OKEDJVgB/b73mXqXQ5FrUrJccN/aMFIos39o0lsgjEk+d54I7EgLnurhfYZCx3jXalT1/W6cPSqY3/vNve7aNZVYrqPqKVyLkq5qmBfYq5Ybh0XirJQxw2o5OZSeymta0HM+60d9RubzL+b+HCg7fWZVgd74li6fPADH771A//dX/mRW7f2/TcnRt2//mcj4DHwP9v5r0XHr+5kvb27+9jh4uDvbe9sPfXggw9pf+9AKbr21wFv3rypLz72JU4oTqgjCZ+7eIlyjQXgUN18Tn5KWnjxYSL1fae+74GOBJB55TFXIjEs9/a1s7Wt3Tv7+uRPfZJJMeo8cvznuPOs1zrv9bZ4/dFRr0xE5Y6EUsS8lJPdikUhpaSEbEUiCUXzqhbTVOiOQC6DSVYbjGS1kcnKp9GP9LvSki7CXU6S1HoqCSGQb1BkknBtdizZyCyXgw6BAZ2ecUG/QfCQPnQMEhL9iVAc0YSEz1XDqlAW7DUGJJ9xXLEwLbC3KKdMIumU8T9Sohe7am19brQFH/22u8XjiKaAc5xMk7B/JMm0Nrw992RtNlPQaToKbBgVEcSxUiZVEp35OnidTDN2hOiv2ApVBHVk9sQ/k6yte/TiQd22RESzO+BHojrsn0EbETLtNq+1fNQ6cB/9g46WY/whmwhvEnPqlCKz8djX7t1d7vkoKSgLQJ0Ydx000K1YpBeLlZYec4kYwbdiIfU9xt3mm8t+NlPKWYecKozEp/02UpXmjFn7EPAukbXklUaOpI52TqFkXdQrAh1v+1fwXVG5x+IKmf/g4EAJOsc5SyTxpIS/pidsIqiq3mUxBivg2BsgbR/LiCDKgBHmG7DTtjq2psVcqfU7/k0kY0HNx4HFbsBvwzG9DSzYXxtAL0FfWcCAaiiM54GYDthGm3toPZCp4qNtKNgwAf7CY/0R+IavEiX2pNYOJe5HRKCkomdEhuUWWU4lCAUHKjIqldrkjhoZA4V4VIy13GCsKGUV/1AiuQK3tIJ+xeI62D5oC2Ugr0/oRJ2QFYxLy7bv90ru0UjMbb/jWNEvLm8CLWvkfhfkyDIM2DCyKVyyUR6IJaTN9gHd1l+wIxDCDIHFM1zc+0S9UWLGka/MnwqgXgjgU2SbR+we0Tng1IhvBc4SCcvhJ54lspbg73JCdmd/X86FiXEewMVLl+Qfxty9c1uHe7uMT5zxwxqbp+PNRGD/5HvViM0j+jIxMs4y/N8eHOJX6mda44Ftb2+PE4m7zIGZHIe7d+/WxeHBrZdefvFvPP5Lv/SXn3/++SWW3f/8SyKQ/iV997vejcD+uFz+wuWHH/yJk2dO37zDAN7b31POnbwAPPvss3rqqafkv5750Q9/lx55+FFtbZ1UynOSVWhgUlQRauiVs8Sg9iR2oheXf16ikAROntzW3Tt39eM//uM8da7r0qWLmnVznhzm2mBTMVtfU8C/ZBFYMREVgfwR+WNb3JNCICRkhZLktnyFIrICXATf6NfRZb2VpGAwymUDqAU905QEQHpDZsNDO9EVjUzQAbAMLy4+vTEMTNJyTIe+iFBEiPk9yWpCY8KROCq2WbblWVYClzrszQkakimJywlQCiVoE/1w4+ZkwzGPy4iQr0ycAj8jprZxreom+m2fdQayUkZX68RE7G54t6ETOmstze6IUESo6W+ya2t7MTeNNwLi6nmqK5yuuKwkcFgaD9KxeWzgOqqpDzyVL+WnXy/e67zDdSztyyFHvI4lImV/jHOMqm1UCKT8J4gPScgHbOZ2Dw51d3dfe/uH8ibvkI1eCRK0QUmywshKPLEFdcfUid22WKbHVU70p6SIwK4V9hV1XVLP/ejgFZf9N73toYntY4uPcZYVEe11ztQ3yLo6+M0nhXzhAkUogoJPAVE8QKjLuJzkzbOh0F4xzuz7yII7ehFlTFSYSw2VKtmWAZolG6mV5wdgeuNtV8InIRjSyVZ0oVK+3O/S4H6f2ESeYgCxMuND6ErIMJjO+GO+iKB7AvNHhLIk00aENUHuHk10UmtXxlXB+ApF8585Vo7Am86cU5MBOTEeiOlC+2zUDjhRO1wcsgEfwZc2DxVSyhnBwelUUUSYrcXFFctNkVxtUI+cb1SY5rEwOk8Rz4ishK8VGSO2OY4VOyOSIoIUU9A74EMR3U2eFDLPjI2yywju35GO3IW6Psn+ZGxMzB1vQM0cMcXH91jgkYj9VUv0eeN0yP32X8RM/VxpPlNmw+vfiDt34bxu3b6lm7duK4h2l3rYs9BCi7LiGcD0UxkqcZDKiK6ayJXSjNO0gdfOK04+Tm5vqsOR29dusmFO5Nrtpn+2tTn+sT/5771x9a2rPyTp/t+cIAi/2if9agS/wf5/VdjrmzdvvnW4WHx+a3P7id///d+/9AQYWDTacXPOevLrX+fkYl9znvweeOhhnb/0gErKUu7UzdfYdUebiGICRQIfhsRAL+rgz0ew4h32C8+/oM9/9nMcYc7ZVFzSJqcXJ0+d1rlzFzTn/aGf1KLrmRhFhUnjzUkhGbTFwZO4kCH4OPjHicPlEQoTooH7W7IwDw3TkM9IFFD6A76AmKA2/ERTSGLoPupLKTEdpYFNziEL26GP2nmyWdFfFUgOeIWt8JURunGKhXtIPBT0VxX6LD8i4Eqy3OO4YAr9TjemVqO37U7EIwuM6VLOcmkZpirEoWBDRCjlDA92ICLlpJySzOuYNSC5e2NwTC+uBE3Fs2I5LFYFWRU6BfeMRda6ck7q+yxfCXo/zXljYbA84yNCEy/SkGHcGgnNm1HXl5wCuEwk1Bnjx3jLqjhtvhWLo/stz32REq+MFjrkyXEBMC61z6uNA8aOj4gHbCyR2tN27jtFyiTpkbjjfM7qScw1QoecZAzETkQbVcJVpZyUTM+mcIXMGfzG9V2nnIkh9tuuiFBEyJfv23gUH8fUddMMyHCZ2ExEth0JHjhgC3xN+GHbJiSxwQjTV+INFfdrwlneiN4RfMHIgZJzGTHkgcpCUZpv7nO8ID3ijVYey3IJgk9t1QgMoebviFDKtg8e5NtXYaO4XI+Y4pKw2WAJzVZsduBCAWVVRbmBhiJiAoWboglQd6Vh3v1qKAs9QkVAp9TGzcii6nF1yInVwsDcWjLPBi+U3D/3VxJSCu4P9gzMQ4uKwBfaEVN57F9EHNmBMvySaMsX9lPU4Os9n0ocKjwN5b7GIw3c3xUbOMccQ5Eictk0TrqclZNjliTzAsE4cOwCeREBegJBV0Mi7IxTbyakQzbJ3kwMNanmXrONdSFca1sbeujRhzmt29Nbb76lQzbRs67nxLdXH1kZQXWsbUxUBFbaEQgnlpWtRhV05OMVueaAk48TJza1zhjfu3lLhbj26NrdO2RDoWH9xKlXnn3x1b99bbF4SZgH3P/8KhFIv0r//e53I7B65fUrj7/29lt/99U3Xn/uxq1bWjIAneRnLALXrl3TY7/wBRbaUWfOnpVfWWz7r14yeBODtDCoGedSeJJ1SiRYT3rz+6Ri1s84jeiEAHUR+uoTT+jpp5/hWO9MO/nwDyJtnzyhU+fOan1rUwcsQock8aFWVSbNSCJrExveJCYQ7eMJVZhYhbYTs8vyy9pOjEKGywKd5TVATlsgasFuteuYpjAhTWukk4QhUpZxSxLNgoS35JhxRWIYKzaqtr6xJcBRzV4HAB0RMW24CBDqoauEARoS5kQS+Gj+2krrbPj2JVm+4yl8iEga8a8qkFMaoF4JvKrgl4J6RFCf5DWfsCuRkBwjcTlZppxVkUUTORWY5Lnt+9aRIF2PCNl/4cVyedjqM8aEuCybbngHuXQbNE9sncwfJNfCY1SiFLdtyQbBr0C2trba6VdE6JCTCoNtMq/hYLFspxH7lAtOIlbYj3tKJFfHoiLsGBwf9xdwmf6MbTWltuHwk7/QYbDNfjLu+46xvdTIfZx780EAA3r7WKkXFqwUSAcK48D2FMaiS9HvDZBl2V7HKXedUva4D9TEMRmkdYJ2Y0SMpvi2e8C9LMS+Ql0VogqYPuThODJWcJl7rXZK401GQFehL8grgTxsMd3AgrwCaKrZzyBzCWn7ILWVsMm6hyNfTOO6cRUDypGvx8TNviZLZgWNUr5H6KyLqiKigevHOIzgU1UaL9bSUSCoxNM6LWy0f9hh3QNzyOB6wfkIYoCjpoV1kmNZ2GjdI/Q00RGMyEoJMfIjgm8+R4X5bXli7Pn+StDDOBJYCuTSy30IJZtErEfiI0VMAgbGh199TPQV+qoUSTlneUPRk+MiJpn21fYbPFYM5muAMo/DQ+Qt8WFA53IIHfAKdOBVT56ti9mjbt7r8oOX1fW9rl69qhU5cJZDfUgdkHEz4McQ4bgCOYE98qZESREzpX5NGdg74OFv3rc/hrW/e0f7d+9oa31D6/MNLXkSurl3eGXjxJkfe/WtN/+ppH9NXnXg6W/wk36D/P9asT/33HM3797d/9Tm1tY/+PBHPnrtzt299pToY+p1juKee+ZZPffMc8rdXBcfuKzLDz2ktY2NtutObCoyE6FNLCZQKNqky0y+TBQzE69LoVM72ypMrAU778e//LheeeUVnTp1SmfPnVPP5mSH+ik2LJWJ4sm3YqoPQGHyVGRarih9YhGVGnLF5eQxAXMN/bbDYBzd7ePkNEFFokhERiPxSIZbiARPP5WIUALElVIikXjh6OCNtlgt2FAs8WUgwXpRG+EZSyUxmZ8GdsIqTFfAb5qCAQYnHoPtM6XBtPegIQIjRZIbpYhmVxAX86ecFUG/ji4r0dRGhUxj2Sln7M60hV2lyXJcrDugd91iqprCJsx8xqUUtOlBoH/Y0HgQMo/jcdw2bkOZrLgAABAASURBVKpDz2cYVxxXr4R4dKemc/AijTwvxub3hmKT11yWY1sWnBb4N0L2eZfsRI5WciaxRLeTsTdvBvcNLERLNiYD93nB6UYh5j1jb8YYbWMQV7zRcwxSykqJe1ZCkZIiprgVeOemz+4rqshI7hdxwlb7Yxi5twgQzIoIyrjnv7i8scjocPh872036EZjW237iK6RhdI6DcabxjwRtimIUdHAQofp8jhif6ARm+xDobTPI/0jHS4RiYhkETKNbT0Gtw1uFwgLfK3EBuMMI0oi8AXcSDyt1zTum0DCW01XbfUEveFd/HFvbZWJr8plweYRvSN6bMsEwl76GzV17i3qFRGA45DpSUA0oBtZVGU/o8Vj1fyvwi0NMKNC4zDpL+iybt9Lc7ksEFpOa0NWaRs34PPAvQUlcQ+qHIsqYaHiWL/1TGPDPCPjosCTFViUlNq4KthSuHdDywkr54O24SnYO8o6BnSuiIfz2bJI/iHMQ2w95H3egnGpbq4863T5gUs6eWpHb73xmvZ2d3kAy9qYzXlNgVXkmoQc/+ZcluR8miIpIiTKqqTExiT16/LrwR6+06dPanW4rwM2FHM20f5ZqoODRd07XN7o19Z/ZlWXP/zGG9f8g5i6f/0vi0D6X0Z2n+ooAmPO+Y3t7a2fmq3NPk0yXN65c1cpJV51rDFxR331q1/Vm2++qa3tHT3w4IM6dea05k7MPKXlzAkEgqoHPpHf4Ni7MgGdhLzLPtzbUxeh9VnfZF1956oe++Jjusrpx7nzF7TDCUU3m2mTk48zFy6o63sWFWnJ5B+ZgIVJeQwtcXj+FxQq+DoGKSJIRJWJboJEO4FMpIoQYoQYABodg/uELngkVfgVSQG4nBIS8lsbHqqWM9KxIqNhnnBZU9KsslYJIsAtyJTTpMN2u6+6LyaaxlDVLtuGSGyxHaCgKRZO1bIimUfyPQlkNF7KOMKbtpJoCYAiQu0on3tTMaJYMImHqkxnMB7RCn8ZqFROFAr3LSIUEWBbkBtPT2Iqv6y/IjAioIUUg/wEuSIBMpba2IgIeQPQcz87Tj0OOYrFDDaQvXLfqZv1SjlrxM8D3p0fcGLhcOQjuwcCPJDMGzhhU286URfAfN5z2jFXT1L2xmfJqxHrcywjZSi4Z9hlHifhARkg5Y0ypnFv0I1MBVjAcbItksdAdigVxDfCcrgvkC2RkZCdsZumRmI7IKNYKYjKPRiwewQq8eFD/KoK+OJGJHmcBaX1DCxCBsSwCEGHHMJBTGIaCwRkBDdyX0aILLMIOgXapAhKZNUa2AuxP7VSFzol1PLlvmi0FVmJMRkRKijKOUkKWa64QPMtMCHxDTOfQi2UiAUV2shHTrXOhjAKxa5T2M8G0DimBuut9OnoSimr4z73jI1MLK3XNhzTVWRFTLEasXNk4uE+i3dpMTftQEwEo/2wn8ZZfOVr0lWbX8ZX20pHaTZV2PA7IBS+c78L1WYzgmqlAd7fhoJu/8CmeSu2wClvkC3XPNNmYuCejS2mBZoBY50jVtQX1A+4zwf+z7/YBA2RFf1MHXD+/Dk9cOmCrr/9tm5cfUcalpoTDz+E+TfkEryBjIwhCV8pGBdVBTsLhkTulfo1XmUE+qVTJ09plrNuXb8mMS7XZjPt8xB3a/fuAY8n3/jI93zvj1+79vgLyPm2nU4g61/5D6H+V97Hb6uDTz311HJvb/lMn7q/+eEPf/jzw1iHQ95rKiWS9rpu376tJ776BINzTzs7O7p08ZJOnT6pnJKYtZqSQycx+CsTfT7r2ERgYhm0Oe/VQzbvs9bA+yeTX3v1Nf3iL35ZN27c0OkzZ9VzSpFYZDbYsMx5gq2RteTIe0Fi9qRsSZfJVUkMA+UAfkRXqW32K6JlBxQKcyacBA68ScgjYkKRigPAmEiq9JErmIieoFUV+rA/lKrQVcsSLlVoNMmFBzSiA3ngLVxSRAAuE6V5DbIYFSa/NyGIVKRQypkS/fC2pGQ/gOYPpXHiKhjtuvUZylGfy+I+TTYf82FBk51TlhN2IoaokELK6HQlIlSQExHNn0pnRGAovhDTgQUzIhp9SkkRoZHE1M/6Ru+FLecJb9sycl0W24OyERmGBO+MZObE29o5tSTsv8oq1HUsJv65iY3NDa2tryki2s9PLNhYmMebg0lXluX0LDwzoP2MBk9h62tr2tzYVCaeS46IDQMbioKtFVvMW9gAuT9lZMx72TfbgiMSND3yCmO1cn9ELH2fCrFJ2J5zp8I4k4iT6MU3YeM+R8opZTDR+i1zYLGwDLob3qSVrxD/GjIklxStVKugsWoFLxv4tpkYsalBFYuG5DmgyEo5Kygj0rHpmF9VTI+NkKuBB5iQDZ0i1P5RD0BcLm1Xwr+pLoV9CbUrIhTQTv3UwVZ0FGLi2EiBUXzAVXCW1RTr+KL/iAYSGQjDPZtN7/gXOiJCmRh33AOPhYiMYD4wtNuhUHBv+W5yCnjPoRG9o33GYdMl7Lc8cVk+hVLAFZMs98GqCBBAFffNCGIwYsdoIeCpMj6HBsYLXEAjQY++gXlhWba/QrzkhMzhNr9xg2kA8w7Id85a0vbPSxj2l4P22Gyzn1A3W9P6xo44EdajDz+k5cGe3nz1FdVhpTXmhR/Cgro3FH0KTiWkROlNc8XeFTl1RVmNmzEv4dk9XGpzc0tbnBzv3bmjkTmBC1owJ+4e7peTZ8+98yf/5P/ms48++uHPPvWUOEbU/evXEIH0a6C9T3oUgccee+zO2YuXv/DQww/9yMMPP3KDU4r2B68USbnr9eqrr+obT369LTBnz53VmTNnGMSbbTPhyedBLwa6Ezupj81Dz3Ssms+8uajsnJM21mbqcmjFgH/x+ef1+ONf4ZhvT2fPnlNCR8citLG1o9n6hqx3xeRdMBlHJBVmcKki+RagypuBAq4CnuyVPpgU2BsRLddVUdL2EwjzW57wVWIzoJaoKv0FMG/lq9IXEQIlxDaIoC14ShUkCpJfVbBAcbTZFtAiJxmhp5oOIkibjQMLhuvGOykW+tsnLDMU5kHR2OSMdEWLp5NmSqnpSCkLkW0BE4LGUrB9soVvfBq5J6OGIxkpZ0WTK+WUVEz/y6AjCUmhiGiyLSdBK67CIutqRo6sMCQv8hHR9PgUImLikwL5FfzgKrKKlryWEJcXbMs8PDzUksTWkfyW/tkINqq2ySdc/uFfg08N5pxsZexKJMoO3V1O8knLnA3EfD5j7JCI19e0AcyRFdhmW0dkrxhPI0kYU4VpoosyFMgyr2XahxkLmMuciCkx8T137H2PpMAXcYVSBL4QbMoWVwgq9OKKlDTdVzYELBKWgSZB2uLt2GbsjwCbsnKXlVKGMwHTB3FUjtvJ5tKe9Fl+yhl5qW0sAt7MZjvQC5GQ2mwbsMfjqY0rBDqmHieGkcFuvLDBpfvKEU0EEiI1nb7voGWaSTY2oLUCDmJKppUKugQHTQrut9uQRrh/AseBTlnnVJeS9WDkwNg0S9MTYrx4rKvd34yvKSW5DPEvJJpNjukbL04VcktEKCLBX1TA+T5U8LbP9yfkq3J/BhnXOfbIN+2Io6ONMD9jXChxDEfquKIVNo7QCB0GxCMs8Bp59A1sKlbAAL1lr5jbzkFVpgnmoZjzUmE+84ZG3kgsqLTTCcbJCoEVnZkxuM1D2UOc9DIx9NqLL2rFRnUT/JwAZ+QHG+OM5i6JGE4aPE5HNskFf73L8IYir8+1t1ypZ07snDihg7197bKh6PBZ+LG3OKzr29t3Hv7A+x//4O/66Kd/8Ad/8G2cqsD9z68hAunXQHuf9FsjcPtgWT/9yKOPfnKxXO7d5tWHj3mDAVoZ4E8//bRefeVlzRj8DzzwgHxkN5vNRIZT9mRgAgfyKhOiy6EeCJJTwNt3WfO+0xqbigx+l/eFTz/1tL7BltkLiX8Hu2Px8N+m2OHoLlF32lkyKUcmqcsVyWlkOhQmZymVyTsBTZsgKRRhbTapojUkuR0aIRrgcdlkmC6SKoBYZAkZ8EBXAetAFeyW4T5J0DoWLs1TkWc7RsqJR3K9qMp4L76e/4hrbeezJhfBFbssR1ymNVBVREZGUfBvJGkldB7rETjLqk0+WqzXANK0A/QBvY4uJ2nb5WTkEjLsKK23teEtNgpMSkmJe1ht8FG7UkaElmwSLMu0hmpB9EnRYlaQg0myb9ZVkGl6n0K4vX9wIF8RCXrHsrIojA1Mt76x3p7YNn1iwcZiDZgzrtYp1+czzbqek4peG7R7xlFF/uHhQftDVK4bZLuBkNQW8ZypBQk5yRuaQqLOOaFzUO4Si85KttP2uayClv6IyadothLpKvnI2z5nZDIU5UWuYkNBpriMqwoF8UspKSLkECXKoC2FvuWqUkSSUuaTFZEkhQTAogjqfBzPgc1BRYFDbAhoQ5N8URd9lY5yBCOLn6EQC8iEB9jCd60qgHyFVLDfPmHKvX53NRy8FU7zy18TkQI+f1lf65cmXnRbp8lANZzLCOyEp2Jj40NmYHPxwoh+xyoT0+4IPNZhkcE6LNOxtt1NtjuAAd4Kwv0F3YX2e2Fg4R+Jm4R+CFfMC9/DgVxiWeani3lWuZdFiMAyfJEUCYPpbDh4+ciyB8cVPS4r/QPynUfuAdNqKKGxZq0q4wufvanYYwPtk9boOk5i51pbX9f5c+e1wUnFay+9qLs3rmuj7zXPSf5DYcGYypjATJGcO6kXcCv/jBL6RaxKhDJzYUUcK8SnebiLCO3eviMMUIok5+3DcVx06/OvbWxt/9P/4R/8jSd0//p1RSD9urjuM+lHf/RHxw99aP11EvzfvvzgQ5+uEQe7B4e1MkBnLPD+4bknn3xS/u2PU6dO6qJffZw6RbKfKaVOXe4omRiRWuLumCQzniYp5D8by5iHJmnGBPK89auUZ555tp1+nDp1htcoZzSbr2vdx3cnTipyz+QMDTXaDzUNTOQCtE0Bk2sECqmgRvCtBk4YtcpTsbWn2+r+AMdTJZmiKFHHRsui7aRgnkrdyaOQLMiKclt0RIQiJQWOGBJltq85S4FcaEbzVnFFA9vhxOWSLrms0BUaI/JN2gB+KaxG7iv45PaUFEdFBPgiX+6LCGJbgPEePgKdfCq8prGeiFAQ5IhQwnZx+emZ4ogv0GkLwFCYB/OavmN6J6ZjvBTtlKSfzdBN1E0sKSKUIiOzApOdI8nXMtbW1mWdbvvvDHiDFZGUctaIrQN0gW19P5Oh63rNkN85+QKzfsZ4yUIwurn72Dlw3OxTiZEns5G6fc74mVOSWAjlO0s75KvKmyH/WmLOifpCmCtFbaV9K9wP2zVwT/LRPQWlQEbBPrs50mda1z02fC8Nxqld1hZy/0jyH+Fr/fQZZ3kuTX+Mp6vZkNATYX7BX1psC7Hx4K34s8THJU+4AzJHBGE5rKYPBbUKYaVSqRfoK4pcF70VmEpNF3SuVOSUBu/eR+MbOZUmw3KwoxqQS8joUSPStGvmAAAQAElEQVRp5lbbW7k1Rff0wiOuiElRwTbBkVKSQVxTl/nYUCI7Ito9TpSQQiEV8B7/Pk1yLFEl0e/S8bV9stPg6CBullcan02I8L2oGthIrHh1OnL/ijsEDtmW402GS/dZR6SsCp9jbNqqqoIb/i0V6w58UCSwkumMI4ScbBQNJJCBoT/AsKqhVUk6HKV9dC/oE3msYyz7NO6Bixe1zQb6yuuv6/rVq2wsZvKf2rZk9rnq0TPve+UUk1/YPRJ/0R6FxcydTC4W5SFjY/vkNpuUNd24dq2dJM7ps2+Hi9W4sbX14ny+/pOvvvT8Z77whadu6P7164oAmeXXxXefiQj8wA/86OEbbz//2P/6j//xv/YH/u0//Mru/uGwzy6bcd2S/pUrb8ubgF2O1/xHrx555BFef5xVSlliAgYTIhjsIxM3wPWeHLSDvjZpqMzaSUVPIkm6fu26nvz6N/TWW1d0+fJlbe+c1IyF6NTpc9o+cUoFeQa/+BuYT56fnmCFSVaZYKDaN/NYhRrzmlLUDJW6QZShAhG5RUOpDZYk6RUIPq2/4oD9NDiBBpWWvMSF3QIigsLAMAt7ZAgIEvgkvtAjFswKoBcZBX0UkuKoTxK8EY7ZxCMu0xTilgI6Sus2jNhJN4vNKMd0SoIFWVgcoUCW+wsCzE8h0Ea1pBQRre5FO3MvEjF1GfAZTG8d5jW43wymETFL0Hkhtd6cspyozWOaRDulJPOpSq4fy8r09d2M+9yzmK+0t7enQ8ZSIR6pLd6dFPCiowJBPDL2GSxrxaZhyfvhgROS1WLVjnSXvELxz+EEBDmkLiVlZOQI5ZyUKL0IlkKsomgF78gTa49cb0bE5afVzIYlY0Mo5AWbEznuV0VqMBZcVvwcGiBSKxZ1+2LfEjoL469UHIZfEEQKeLnfDCb7hxpiL0FGbKpwucktRtAZgeagwueokO919X0HaMiknkcNGPiWW9DpMU6hBuZHVkV7o4PXeCkUMUGTK2w5BggqwislqNZxXHd5DAVZhmYT8hstMhHsDzDJl45KwlFwtAIubY/tBS0rcdys0vILsn0/HE+3zeMSUdBKA2N+xX0biWdFZ0TIfQNty600J7n6lisiZD0RoWI77KfUcIn7LYTYhgH5Eand8wE9x/jxSH6LsXyFIidlclbucqsH9z9S5n5ah8StAUIDRq3G0GKU9g5X8glF4iRixqnEfL5Gnjyj82fP6sY7b+stNhQes3M2AB1j0z8XtL29o63tLc04lUuMzxrBhmVEdlV0vYJcqtxpbXNTC8bj5ta2tjbXtbd7W7fv3JIUKvi0f7iqJeVrJ06f/Znv/b0f/8mX377tVx26f/36IpB+fWz3uY4iUH/mZ75855Of+dwX/4//p//kn5w8e/adG7dujweLBd2hzIB++eVX9NJLrygxyC898KAuP/gwi/8JRWKBSEkBDZt1JoLEnFY3n2t7+0SbUJvszvuc1cO75onDyv3aq6/qK1/5ivb2DvTwI4/qxMnTmq9vaIdTi3Um2YqJss/79wMm0YqFwonCSUFcFSgku5a43AjRAsnHdC0BQTw2EJO+MkkrE3IEBupFI0by0XESQQTcyIGnVfx1hCwFevClJSorpDPobH6HIgKEZLqjKom/AsKuaLpGeAN6iAUS+onHCdXgPktGDXzmdUvwFiX4TFNscDVrICao8DEDhT+uGkwXEY0vE3dDRNK7ckrToXZZoCtH8qhal+E46Rb7TzKWgg1OUQSyMvddxzyBPGnk6dA8KWdtbGyqI0E6WR/w+mNv/6At0AUfljxlLbi3I1nZ7WEoLXZeTBbLhZqM1KljvFinx5+4CnZQSOjni08opawI2+XXGZxoMLaWq6XSkWneILq+RO6M5OzNruizrBX2LhhfHi+O28jCMuDnCCRibjtms5l8ZXwa0c+dkfkRoXahz7zcXmIQ+FHbPSsgC8h7iybElhlmbgOgQF9by/YF/fVoNJpOkaBCnuUQsxHbKOBphHzBUekHiVlTm+/jD2zQ1tYsNHw/C7QuG/LoK7AgqE/ANyx8o5tKs0dQABHK2GRIlLYxKC3Ttjk2pVThMrxqF2plumokmIjg3q60IK/4JMJ2gYImFBFQVOJXVI7op5sYk0yEVUORKKCFHp4Il25SUtCrSCHrDcboNHaQgTveINPZ+Kefnxi5V6MG8ovBcxTx7eetajinMbYYBxgHW1IJ60j4B0Snog7epMUg+Tc6VgKfewnoOXU9efq0zp87q1s3rum1l1/UsDzkFd66BsaXx57z3SloLj1wWabNHmvoq8Cg0Mj97Wfryt1Mi2WRZZ49c1YD8bt65U05l3rT4zzZbWzsnzx97kurcfWT//Vf/KFnnn/+eSdv3b9+fRFIvz62+1zviUBlgb/xZ/7P/4e/+G9+//d9duvEibu7u/vVib/rZ20SPPX003rhxZfabvkCrz78R6/W2TErdUzCUI2sJYnvgCfE7ZOn9IEPf1jf87GP6dz5c5qzkei73CaBd+alFD3//Av67M9/Vk7cPvlY39hSz+7+DO8bM7v7EbkrsodlDlWqTLLqSUtZwBsq2KrpKhQDcle1tE1DIYGOQMMxif2OcckisqI+QlegO074BXktYVEW+hDVPsa5bXAddf68CyivLdGEMEtKDEXapi/ottyRmHiRUruqiuWjx81WpxIRUiSSFH7SFxGqbiPfydEAQpYncBC3xFhRGgGvuOCzjfEenNvWbXCcXRoqQiICJgM2Uzv+mGeirfKi7id190WECj6l1CmnrGYTulacKjhZo15+3TDy9Ge+OUm1m/UkxqKDg0P5/4454PRhsRx0CM8+Jxf+w1Ze1JerUSOyIyVlxlvH4j/jSW7OOLAsh2wFzaptPuoUJ3RXG2aw8gZFfgrOOWvkHXTKIdYXFe57ThkO+8BIwRfb73szcH9ETzkaDxGOiY78k7quI9a1jVPHxrSTXr79Qa95G+DDCK4Q3wK+1lAtQAUpoUW+wZrkVFlVwkBMU9grNigZ21POGBAa4RsYrx7Dhf4KA1wICaGC+0EBDS1wU71V/FWntnUZjDK4Xs1Mw3yBZgEh8Q1gj+vU5AuTGt5186q1TIHF+Fuwr3CD3GewaPeiXRHQVOItKeWE34WN5ZJ7M8p+Z2Lb/E1JKWcFNDBB14wXoYMTSTStw2AdtUbDty/6JtzkVYqklDJiQoFcKRAQyARcxT/HdcU4HbHbMkfGgM2syPJ9KzQsbaA8zhembSD8AMaayHfS4YrxDSj1mq1tthzmH5h0Tjvc39MLzz2tu7du6MTWhnwtGcNL9B2ymS34fPGhh/TAw49oxinEmJISY79i/4jdKff40LOhGHX27AVhjq6+9ZY0LDWbdegftBjLcPrchafe/5Hv+icf/tj3/xI6FsD9z28gAuk3wHuf9d0IjNeu7b95587e3/ndv+/3fWU2X9/dP1jUkQxJXbdu39XXvv6k3nzzik6fPacHLj+k02fOq2Ph8G9n1Jg2Fq6fPntej77vA/rdv+f36uGHH9ImpxQzHyEymV1uMXmceJ577jl96lOfaj9Dce7ChXbq4Z+n8B+92mZTMkawORh5EhhbcmW+Y+3xd1UhAzQA6yTRgCTRJj59IzPQC8aSBcUTeTVUZNUmayQZDgb8K9A5sRzDvQSFDNeNbyWTvAKwaeTJprhCcsNMLCBb8V1oj/CVKlGoYM/wy5MudJY3gq/Q04QWf6B1PWIa0qaJCKVEG/GWVUUFnOMX1N0XESrV/OKKlrDNu+I0wOANgnkT8Tc9RHL7GGBVzl3Tk0hmbkdEa5tfXCNJsOGpR0rK0Ffs9RPn5If117bwmieTLNd5lTWfz7Ey2pOpfybH9CuS6SGvMhZsLBynod2DQF8nLz8HbDbu8ortkA3I7u4ei9BKEUkJncIu22H/XI8IdSnLx8iYo4SETLhWnIIk7BRXxhbbuhpW2IeGSPITYeQsx81yxH2IyOqd0KtaaT9ms1mLp2MYEUo5yZdtcHkP4KniC2i20eFyivGIntLusRdoKgr6uR1Klgmb26D4hCLQgT0VGBkj41BUCVREwAoxVO27tm9aQitA2zojQuJT4ZeQpW+9TGO7XFYHDdmuF+aBS0u1iImLFvfe9IUx73FgmyJCKYUiKGPS4TnhvpH7OcIzxaNAU5VTooS2VqUs5ZwbJPCu92wu+q6nLzUfCzbZqYjAsZDbzTbMAdFo3BaXNxEh/kGbGCNuC99DWRETPsIyCu0kKbinRQVbiiojpqrSL2ypIXn+2pfVOGjJ4r1i8+ExuyKPDPi1JI+0jTHvOlwvxLhGp36+0f668OXLD2qE9pvffFa3bt7QWp8144HqkNOzm3d3dQs4ZA4If72pWHAPDtHB5gDdgZx1rW1sY1NHvpLOnrmgLs/1FrmXyaDNeScCwGaGx6ecbrz8+uuf+OlPfvqTf/Wv/tVrun/9hiPgEfIbFnJfwBSBf/bP/tlP371797+arc+/wmZ6n41EjZS1c+Kkrt+8pSe+9nVdv3VH5/3qg531qdNnFUziFZNiSfJbkQgGJuo716/pmWef0ZUrb/Ee/UARwfzpWxLxZBg9gUj633jyKf3ET/yELl16QGfPn2dyR/thzQuXLmm2tibLGpA7kMwMiJ8M5bslBPoKuutRMpzqFTkS9rMhKffASeK4v2JjOeKpyPLHOIPrBtePofGhx7a7TzC5z/hCkikkUfHU4r6Gh8DJEjUasdFgvPsjkgIodIaC5JCMRnQFQol4H9OKK+csk43oD5K42y5TDiWSoLiafPcTZ9sEityz0nHd8gLaiAAnbKpAoY4jEHckt5S8qUCXlYEb2j2aFuElJwsh28k3MjI2BfLENdEtsJ1GpLZ5MG7GidPG+lZ7BZJzrxUyDg4WWnJsa7ts85LE6tA5iTtJ7+8fand/X/u8JtkFDuEJxtdsbUNdN0NHEFlilrIidQr0Jeyw/WWMthFI9Fl2Am89/WymNobwpxzd8xRZqfFnKZAnKed8BEkps9kgnhm7RxYHlCpjR8fCF5GgliJC1hERkj8udXyBoGr9xT+db7AQcBk6biM13+/SSlMnC6HlTwR+Mj7M7/vustI2tH5o4Zaga0DfRAOqCbdEhhZ4vecy/zG8B92q90jvVSb+wqQrHuOU1fGjLMSmUJox0GdbBuI0EGPbW5FRy8j9EuZNtiSGmmPsH+aOAAcNGpTgz8S1aw8dRCEglO7xNVnQugTJJxqIKyLghwcZ6ahOp9p9dryPcBEh38cI8yYWblucVEoAkz5xFfSM+LgqRUs25AvG54r5O+D/QEJZcRrhcXrAuHRfUVLHOJ9xOnGCh6Dz5y/I10svvqDbN25qnbF3cmdLAxuTGSdu/lmLXTbTs40NneCVxzVy6ouvvqZdTvHEeBxTVs9G3Ke1iqz19U2dRO71azeRd1s7/vkMYnWw2NeyDIuP/Z7f+4v//p/6333p9/7BP3j/hzAd+G8DpG+DOEggpAAAEABJREFUjPsi3o3A8md+5tM/zXvvvzyMw9cOeFzk9UdLDB3J9bXX3tBXvvKEKhPuQY7rLj7wALvpTRbtqkP/IN3hSm+99Y6++MXH9Ikf/3E99/w3teAddoE+p6Q+d5ozybY3NxRM+BUT7fnnn9ff/9F/oAcfeoRXJBd14sRpeUI9+ND7tLG5o4GFejlWrapIBGKzkODM2ECdfFxoVR4tXAraEgEmtVcx5ABsKw3ICY1/hHZEVgVEQohAHlBCsIdcissJbAJphGFEAOok5EdALC6Sj/EDibRaBvIKIOpBcghKy7D/ioknIqh62EbTR0MpOpkO0yTihOT2MS4COox1UqeqzNNOTgmeUMRRH/F1IjfTe3kk+xbYXzSQGBfDSt5YRQSk0fipoBI6dJh3xJcR2hWvr1Yk1eO66Qr+SqGU0Z8zR68zEnLhtcZBK/uul2NhvgM2BuLa3trUmTOndWJnWzkSG4olsNCCxOqfsRixqQALNhp+ZeFFu/2tCk43Tp44oZ2dE/f0WLZNN02iYttsM9YQvwTdujJjDLUSC17lnvXEyz6P+KfI+C8NxMu//ZGyFBF8SZkFTcSr62by+M745//vg4YCuz3++9wrp5D/8FCiTDkpUlKiX0qSQhFZEZLtMrCuqt3/Si8dEdH6GaSyntYn40Kmb0CnSx6Gm62Dxx/2FwZIQU+Vr0mfkFcN9FfzUY9AlkmACn1gn2+ddbluexN2Nx8pXU/wpGQ7kDspwB4xH0JFE1g+GO7xUiueuEfGSUGv7cJE6KSUQ0HMjWOAY0HCf3MW+gQgH8qxDOBHdFQldOeUZTsiQpFCrovLcTBI9EdSMh3zJUeSIUVgXUguAz04OhL0Efnmq9wPcdlWwqOAX+SJCv9oKPDgh8dKwYkBWJE4vHlYsUlaMYYG6P3rocsaOqB9CCyRqa7TjA3AqVOndOniRVVONZ596hu6/vZb2pz1OsmrjnkXmqXgTcVC8z40Mr9ee+11fZO89/Rzz+r1K1d0lw2FbenXtlTSXPtLYtWvcxp8QTdv3tQer002Z0keb/vMk1t3diuvl1/6uc/9/F//ez/4//vsJz7xiX3dv74tEUjfFin3hbw3AsvX3nz7n6+tb/3oqpTXbt++U31E7ePfFKGXXnxej33xF7S2NtP73/+oLjCRNnmNseCo+javRl568VW9fZVJcHjQ/gfJJYsFU1aF99oal5pzx3wMuD7vNJKUDg725NcfP/aPfgx5HyQvdNpaO6G12bbOX3hYmUm2IoGMwAHv0nk4kJ8K/K5RSmLnQGIqTNQq7FWpWYOyvAHxRmRJVl6RNJijWo4CCrv7Qn+FFcAncSypSPDWluCciJx8vUi7dHsguSy8yOLPQOIYAScoKUiwhSSw1AGJaEnyqdErGVwfA7mB3JAU1HXElngKGjVWac4TywLfYGehXSqldA+8eFYSZHWiJPGNxHGkbntWbNaWQK2V+I4qLJSlhvZ40idNS+gb4V2RXNUlZZJcZtGv4L0QwKYRAwyCL0qVXyEsSXA5krqcFRFKLBKVaA34bDBfz+uB9kqDfnENJEpvEKJKSdGS67DyycWonKRtNhbnzpzSie1Nba7Ntb2xJh/fZhaXio3rjKctNppbG+s6dWJbWxtr8oK+ZBzdvc142r2DrStLZi9QVIhD1EE5RlX8y7lyb0ctuE8dybgQiy6FCAqfogE/dxmjaTaXcqcl97H65ABAER4kNjorZCVOOuaQBP5H09mzcMzZCBfiX1lMcEeT21WOfSV23hyM9IsrIiuljprgH7FVikiSUrvfop9Q01ewbZJBpyJMP2DroBXxNCJh64qYDsIWiJb4N1IPy0OvkBlNXsDDeMJvDsPle+5u3xfHwmM5gcjQjww0uy2Pz4JQ8AkZHgMZIwpP5lGrVsRsiaEjcfR/5hfcyNLiDhNjUAoVZIzmZ7MVKeNf0YDtK+wQ9DUyT+D7Mm9mPBXuleBNtcq2UOVE6lB+vbX0TzkqKRE7xzXPsrp5p67LkqoiRMyIBCVNFcZNRUDKAU0CVVQ9HhhTK/oid9gyqkRSwhY/wIz4HqknB2TyRFLYihqMqaoqITN0eFgUMVef52yc1GgPS9b+KN3mVd0BhtT1uRJj9QRj+tFHHtJMRa8994wW16/q1KzTzlqvWWBPWYg7oxkBTyShGbw3b9zVN77xtF566SVd5zR3gczcr6mbb6Gr12Ls2Uw8gK9Fb7zygmK4rVNbMx1Cd3t/VQ9Xsfu9H/99X/7T/9s//dyb0j5m3/98myKQvk1y7ov51gjsLw8PfzJqfHb/YHHz7beva4/32jlnHR4c6JlnntHP/dzPqWdR+djHPqYHOKk4dfqM1jnWiwjtQyvKtfU1edHpcsg3KqekTL2jMe+zdlhcnBBu7x5Mm4of+0e6dPEBXX7oYTYsG1rf2tH7PvgRbe6cbr+aVaNX6mdakPBSZFSQCFKidD1JTm4kspHE3pIoKaIESYhMMRhPklmRkAcWhUJCIz9AQSKBqCZsRFbKWfbTEBHIBjRdiJkSJrIKMtxOkZRyJ77oU5v0+4f+zYaxyUnIXPGkP5BkLaWi9xhG7ByAEVkR2d24EFN5RGc7Oha0wFIn0JFFfYRnyc5q/2CfhDmo2YCeYx0W0HRQqUpwhlChga+BGBQWCfKwTAPJ/+RjfMFH226ImGzy05VPEkZsMN52eQxYwJLNlvvMa5vd3+dOxh1gp/Hb29u6yAb01KmT6rusPietzWfaZkO6zWZig01FRpfjZb7d3V3duXNHlj1jrK2vrSkiZD8dC26ZWAH4DM3HysIwrIoSsTC/7TCM3HNcVo2kscJS+ZJI2GOTFYpWJhbFAQLbGhHoXSjnBCELAxtTWYgYLwYWiOogQmdpHk9tTBzJRjzxDTmOFZzv8ch9c919BvNVdKOS5Qi5yK/E3TwjOkqojQe0I0vIggZZxXQIqABVGUaEDMAKHcf3mG5ZRgSCaJhe1COmttCBRBV0jgZ4R8apN00aQxW6ET6GjUoNjWwGDJUxZBpMEWxAlf0fGBcFxAgDhWzPiEzjSqn4gCdmQj0tGRBPKTmUBaYROh3RWBcrvRL30xARmJ/ljVFyXdiIU45p5X7QUoRpwmJVkIXZCA/qpeFMW0DaL/YW4BFA3Gqp2FvYaBatuNdLOv0AwnDiBGGpJfG4ucva3c20vrOjdcbypQcf0KOPPqoF4/sVXnMc3rmrHnHznDQnyfU5lKMqiNc8ddpeZ/xixsYsNLBLHNDRk882NjbVz+bkjqXmvEJ55JH3scna04svfJO5scYD1kzL1YFu7e3p0Q99aPkf/u//o8889MBDf/2Ljz/5ku5f39YIpG+rtPvCjiNQ37x+/fl/4/f9vh/5/b//3/zS6TOnDm9cv87R9r78+9CHi6WeeuopfelLvygvEh//+Mf1Xd/1Xdra2mJCzHSaI8DN9Q0mVc+ECgUTNpMkMlkjkTQ4BaSvawvKpnf52+u6euOOnv3ms/oHnFQseBXy8Pse0Q4LzwaLzaVLF3WKd44DE9OLqBeYETmVRFNjGgItUZCaCjRjS2JMZLxJ0BhE30CiM18xL31BX8BvXgMoOVGZPiJaPSJ0fEWEovGEFICmq1IUElLElLhsn8GLgjcqfloqJBZlbE0Ba8AR5M2qgi2GrutaOyFfNbWnWkKmzAbHi3ZEQItEkJlElXgiH71QoheBSjmLMMOaGxRUuMt+FSqFmLRED1FB5+g4URbkYQzRsRdCVMi2iMu6mz3UTTcgw4u9ffOiHhHyhnGDE5b5vIe3aoTmgE3nPq88TLfgiNawv79HktzFx9J88lNnP+vV9xnbRRJftvFlOm8k9kie0+lLgaZjgznXDB0J36d7PDRZoZAAu2Eb7VdEyPb1s5kiprjZZ6pyv+v2a4oNSwsibHfmHrhPXO63r45FZQEqxND0BAq9OoI6VaB3n2VbDk0+rBwq3LMJRk5Tip9Y6fnVPpYV6IuIZj/fOt6suM86CvfO9cqcwogWd4/twWOCe+B+Q9NlOVTqEQ9V3GDsVQA9ppvGx9jspbP5ZzoGEzj8DLRQFMbPwDzyWLA+84607fuKzYjbhlBgU233wXLcP2KXbXCfcfcAubXZUlSxx3VhRHEdOcpJiXlhaDz2B3BXgAhoZVpk0FQEWGQW/DUo7Cey6befjd51eDxmKvwuR9oG9hNivQeCU4ysYBNxc3dPm9sntLVzEluyLpw/r4sXzusOryNe4NXujatXhfHTOGWT0LWHjKSRsVMTY7zLmjMeNzi52ODU5fT2TKd2NnXh3Dmd5pWgfXP/CXLhwZ1run7lNeW6UpdTs+Od67fUdbO9t6+888PPPvnUf36o17/45S9/+UD3r29rBNK3Vdp9Ye+NwPDylStfJel/6vSZMy9u75wYOK3Qnbt3lZksq9XIsd2TevLJJ3WOSfG+971PH/rQh5gcZ3TqxEltr21olrq2mQiSXmKSM695zTGIWcaGoteMp841FpV1Jtn6etYdngBeee1VfeInPsGJxL4efvQR+fe019jBnzx5WuuUhcW2KmmoVYMTGdDKIlVPXlbSKSGJiZ+m5IJXhb7iJIMt7jfAYCZVEo8MldRyBLC0j20ORZPlxaVn0ckkh8REjwhSkUicRSPJNCJkmlBGXOEpZJT15Jwbv7gsKyIpImhZfW20iYTp5BcRrc98oxMw9pjfxE7cdGo+n2t9fV0p56Z/YHNg+pQz3SHLqvg74pNLKdAx6aqN46head0DtSsiGr9tgU22YcAOtw3W03D46zIimi3eTK6trSkiODI+bH57QcYbNgQ9+kfdZezcunWLjcU+cn3DRDnKG4/jTYhfr3kjMfK0GzHJ3mRT2TNWMLXJTzk1eUtOfgr+cFubvsq9hYBj6lXzIafU5EeEfH8KA2D0gktcxBVATsRMMdEjV8iLCEWEvMhEhAilrIOthxheYvgpktpVMarS2+xwHXBHRLh4F2hHBHInlHlcC74iAnwopakUV8RUjwhaUsHmpgv5761POEigM6XbBYNLqWxC1OJCb/u0PuSMR/fT7UrMKjLtXyNqX7QsrNXFdB2xLyFrQpi+wFeQVawH8mFEH+0R2e6PMP2EiwhV6FAzCUB2KKY6sXMFEk3+Iwycv2WkO+1PI09KYaBBX1IoiQvBzY6mo8r6q4oKpxYFmyr9x3a5JCoTzbEP9DMap5yCrpH5O5Qkv4FZ4NddXiFGN5PIe0LvJU5kL56/oLu3burlF57XnZvXeThirHLCNmfT4PGJSKEa40JdN1MCZvNZe5W3Nss6ubOhk5zQzsl//n9vEAtuy5p158Y76tnKnNnZkvDDf9J7+/S5+kf+2L/7xMbW5t9/4vkvvPDDP/yZQzpbmCjvf75NEUjfJjn3xfwKEXjhhReux1D+7u7d3T8fOX+GyXToVx9+hz9jUVuNRV/5ylfkH6x8hPeIH/7wh3hlcZ6NQlbPwjvrOiZaVheZCZLUtzI4shrCMtkAABAASURBVCwKksYsZ/l9LdmeTcg2x35Jq3Gpt965ok9/9jPa4ynXf9Dl1KnT2jlxks3KOW1sbXP8OEopq0YiCaiBbXLiKCF5lnmCRkRLHF5YWwIkgbjuBdJwnGxMPyU80pCzABBkhEQH4hQk+pSSDBENowj8ANwS14DsYh7ovKmAQCPxKUB2IlKQYEhyWFegJ29hG7bC4yc7uulHIZWK3IrOQjIbhtLoYLn3iQilnBWOASz2yRDoBsknybb4qdBl04deVIlOCdlNB7zGHcehRAjBqsglwiok6EIsCj7YF/OUwGZNl5Oz+x0X+zwjmXqj47o3Pd5Q2AZTRwR+VE4hDthQ7LLoLzTwPn4ELJFuEm9mszRT33fUE5A1m3W0M7wj8VxRFkVwn4j3yKbDfmMmfWr2RkTTYf32zTaknNXo2HgNbIRsswH3lemrxKa/t2FJsj/iSjkhd1QQ14rfBUV80B+NJqUsGvIVAQGVCEogMqnJQKwFJGQcg3lsG3dWFbIwwAP7t3yMyjmUEwSSjvmDeuPn3njc0pRx7o+IVm9zwf0mNAFQDMTNej0uTPOebnq5R/BX7G1CwBRkeAwKRCUINRL3QA1GNg8FeY6j6STHy1qgRo64Kp0R0e6N69VywEeEIoLa9Ank2n6DMfbruG7ZxYEX9OYxICwiFBHcPSG/sIEq3C9KaCtjtnK/m48IrLYTKPgzwlvoa/XWLuSQCgSQgNAhbuwz9/wntYea5IcaxOrMmbN64OIl3bl9Sy+98IL2d+/wqrdv4HyWAg+RL3RhFJoT96/DrrGN547YbnMqu7E2b79Sn2jbz5MndtSRcG6885a03NP2PJMbl20TXvNs+P3/9v/q+d39xX8xdFtffvNN3T+ZILK/GZ/0myH0vsx7ERh/+vOff+valXc+ebhY/sP52tqT6xubZXfvgIV/JPmvtQH/2GOP6TqvRB5++CH5neLZM2c06zomSGZD0Skz6QORXc5aY9HpUlJdrqTVoDUS+azrSEVV6+zW1zitQFf7DZGf/fSntH94qHM8DWxt72jn5EmdYkLPOf0YxqoaWaR7kTs0kuwKSip6xIR20hjJACMTuxiHDWQf11ToBw1ZFSyaulxr3VKVQqGIkCd7iqSIkBPQwBPuwKI0kkzFFfiSSAoRwQI5cCoxgJXM5wqq0CMAe90wMvylJjNikuuugr2t5CtiwvtPR1eSnrgsMxQkp6IBOwp4SKVI+F8VEff0eAPghQCR4ELF8ZEaDV+arpB9ner+DtmfVkNmKxMJkfsTtDP3zzZUlFr3MZjOuIhgTMw59l0zSq2fm+MTCMdr4o/Wp1ZMNueclFNi49DBP20ovMDPGA8Rgf1Vx1dhIRiIf8X3Y5zLiSIU2Lmk36cllZtsvRHRbMFsFXC2a5JRFdw7x6DDR+MTttSwHACbBuuJKUzuL6XSCEVkiX5Ba/2GiKAZrooK3UmOJxw0415bXBWlxlNtn4pxhtY4+gpEJXT8crDMI5Lmj320rIiYdFASND5VNh/R1AOogO5dtJoV1mt+z5MCMZ9GZ18te8lcNU0hdi5NaxqPMZcW6DIioc+91kWYQJpeCo0YUvFHXMV1SjdbP3KDJ3FQsukuhWU5dVTpIeaNB3nmkYJeKGhTlS/LsQ7TlUZfmScANO4Tgm2/wffetIZCf1FS20RH0goF/m2Ow7HqkHcfK4Xmm1tK5KnLDz+syw9e1q0b1/XiN7+pPU4o5jm0MevId4GUEUAaMhL6BK/B+gs+F05MPKa96Z7P5vJDl8szvM7tGH/Xr72j5eEupxi92E2QW2/zkLVWf/+/9Ydu37yz/3eeeO7FL5Br70rNfYr7n293BNK3W+B9ef+TCNSre3tXD4byEzyF/+3FavUNTg7Knd1diQk446Tiyttv6zOf/jQbh6QPvP99ev/7HtWp06fkvpSzIphhkpwGupw0A+edep+SgoV5res5taiazzrNeTrtu+BpY9DzTNrPfObndJf3l2d4rbK2vqmTp8/o0uUHeWLY0sFy0EiWYt5TSoW6uCrgCTyy+DhhoFgR0UChNhuLv42zDS6PAItEVUE/pJRShFtVludkZHCitZ5QyFdCjnW2H4rDJ6NTThK8pVSRTxSkm/BChJ3kMVFI8FU3FLKtk+yiCJJcSAM+jO5HjhRHib6oGI9Q9yfTCr+gWbHR8MmR8QN2WGahbyRp245JF7TgrL8mlLhuQI/7I0I5Z/ly2XF/ZBxJz237bbpjMF3BFkNCXtdhO7K8KcjE4L10HTJ8ejAjobqe0ZMScZJjVFAz2WOc+UXTcq3D4Lg7Rq6nnI/iUZXQG5GIC3XwOfdIhBnCwqYmItQZn8wz6XIUjm2rUI9sRKwXFkUEsoqoSJrk2G/Imk7zOba4SXvqFzzGj8TCZUaf5bluH1xCLF+W5bZLtw2TPCxB6AjwgTzk++T+Y/mhaM3G38YWdjZM0ONY2jM1+xsNAiyrQGt9rhtoIl+qcLltWhpNUuXbuHGsbZOMS9MCTdt181qeoUnAd8TAJfTC47EHrWValu+b5QkFBQGV8Wh8BVlpF8bzBA3b5FSU0N1shI2S2LSKu8Nf4HSslnpFd2kwIHPAhgG5hop9/s0TTJLxju+IrBV2jAFfShobjbRA72KUeHGm6NkcM2ZPnDql8+fP6+6dO3r5xRd0cPe2NvqsLV5jrDPeezZEqQ7KknLwheERoYiQx2sCmVJojVeVmfkUKYupyqZipgTNXTYni/09NhPr6nLS3b276maz+v1/8A8v/uS//6de+MrXv/7T29tf3rNk4P7nNykC0+z5TRJ+X+y9CIw3btx443B/72dPnz336Uff/4EbC55abt+9oyBprq2v6dVXXm2vP05xivAQJxUP+D//4hgvMxlTztAljezQB46pI6S+y20TwTxTRs1a7jjNSPKJxfbGmroUKkz2F156SV9/8kllJuEDDz6k2dq65htb2uE1yMb2tkYmv5PHSAJxcmIGI033kouTEo2GkyxT8JB0mPCVhFKxBWoZyCtQCHg3qU28TtjgzHME8gXKNjo5RSCIBQ0UdldhjkRbESrwiCtoh6KJLNh9jHe92Q7NQBJ08hV0gt40kEoifvQ5OdHgE03uiniaZmDRtB1LTn0sY+C41u0jy2V7RgQ1HKX12VYESRE6voxPKcngesPTPXIvIgLSUKI87h+xyVBQYHq68K82/hmnUUeuNz7TGSKQIyJOZ0Qoe3ygMwL8ERzL9/0zzwSD7L/1mMc0xhvHrWx6F8ulOsbKiD0G06yONgpd38ublIho9qWUG4/ljcMoxy0iGi6wx7ITpf3FAT4h8ZniPWpE7tDiPo0ncTmmhUXM8aCpiEme27bHvAbrdD/K9G4bWpAFqDhUuE/lyA/HfzyK9cRrCmJoWuJI0T6uVg9qoNqYhoWOwW2+apl0jABVdNMHzT1S/FMk7AYfwTIpNVpobP+Iv7BiNvphsu0FXY4XTZnROMemlDrJh6FgOxLhkwo+Ffpag77K2LJc+1fKoIZXyG26FNGMki/IhTqqIeupRtBv/aZy07K5BdzPwqu1QSt0W92A7S4p8CuQE2zYK69QCz6KurRgx3G4KuCqCjkpz9fIN+vyD4bv7d7VN599Vrdv3pA3EZucpm70STNeVaTK9oMNRdIonoZkP5KquqMxBlIef9XjqZtpqEm5n7cNxu7du7p960Z7oOq6rNt+WOv6+tD7P3jw/g995Gs3bu/+zStXrj39mc9YOK7f//ymRSD9pkm+L/iXR6AMae3Vs+fPfeLUmTM/vXPq1O7N23e0u7enfjZTZiJ89Wtf0wsvPK+t7S1dfuhBXXjgAW2e2Faa9VJmeqVg4hY5EUSEwhOO7yDB9PTNU2JyZnlTYcgktpFE/8yzz+kZJvJ8bU0XL11q+vxOEzu0xaaFnbzEouTJ2pIxsltyO/LAScaAKgUyI4KeKiejgu7irAUmHeGpKiJk+0TqOaZzGRFK2Cl6vZGplE60Ux/Dkf6RrDWQxKzTiQ4SPFUD6xrJdiN6RWaEVFXScljJC+FkjzHSgO8FAssRcl1O7WgxHOmzlZZnPe43J2waRhIllUMWWNMVwQP9SDadbA20Hn+CWEgFm8xvrMt6zAPeOIN1CFtStq9HPCBH/E3ExbJd9n1nsjYucs4tZsYbTEP08bdrC3zvhZ5NgPsiouGta2DBtk0G163D+GN5oZB9G7GP/IwP+Iy/HZtY8yyp21/DxBMMk3dtiRQSMqzXMRR3IiIUES0Ww1GshF+WN+Jjsa+ANylLn5A1GkFvj9QuulubcB/ZV+V64ct99t9yXFY4XFI0vS4L47FAaLsH7qH7R3iNM0w8gb9q8i2X7lY3LaytLwJfsN3+RSRGsukLdKX1T7oqthVXJY9HBFVN/wbGpGtBnGwLZkELKXIJOfUq6x6Iy2gEhkUEsiubgdL0pZQ1sLm1fjjbJ7NQJ+yynQ1x9BWUlbnh38rAGFpq8otlY5N9F0RuF9uJvgJ+pD5wHyjgSUDI9Yo/mCZCKEzQiq8V82IwHnDJ3oG5J4CxQ98h99Q0wWLfcYq2trmpSw9cUsGul1+cfgBzvc/amHeao6qPosQmKPGw5J+BUB1UgGADFzYWazK5sQM8R7v5uoboVLu5NndOKVKn5eJAXU5KxPnu/r4yr3Q//D0fP/zgR3/Xk9du3v4r/5c/+2d/7BYXoipw//ObGIH0myj7d7To3wzjr127dvfxr37jF69dv/FjW1snn2bijbu8jrjLjrqfz+Vf6fz5z35Wb711RWd5RfEgJxUXmIzrW5uKLiuz8UgzJlNIESFPsiSJpWf6/W2ST0e7V2i9n3FikZVT0h46vvrVr+vJJ7+hGTIsd5NNy8bWls5duKgdTkWSF5FaW7J04sk5KyKYpC6TfIX4F0kBSEHiE1CAd+cpLHSFfLke0AWNimxDpFDCpkpCciKLsJyKDEnUI4KEUltCtdRIWVKQ9ir40uwbSZC2sUJQyXyIItkNgrXJsR43RmdDhZw8E3IiUut3eySBms7yyYOKyC2BV2gs20+VTuT+eZQBOdYFC/pro7NN4jqWNdJpuywTs9BZFBGyHMtL9tn0CDKN8CgnxzIaHV1qNPRHRLu3pvH96rg3BtcNrmfuj0vDcd2l5RgGNhPH4DhMOtV0RIRJsKCimypNo1Dd4u4NCtj2dGq/HLQUCZQJJdtpiAgF2JyIK/chaBncV7hH1mnfK5oGFpSBOLZ2lUboHRvY22eixWP6jKCbGNZ7YNsKSPNTYNIRoYkZABXdBvdZdqPnyzopTCX3vSuDMQZiamvqa4RxRFuF2EkPY9ZI2zjiVwEqiAqB7Wk41SZjtEx2Du5frUYJmmBsjUc8EvLBFdOVKQ4DK/bIYl3NpOmiW25GhAq8KWdFTPegY/Poex0RcqwNOScZZBwQcIfvC6PV/La9YFco5LIBNNZj2wZ0DDQwSZ4PhqLERiK0GoMNQ2ng1xn+ldAlhIsLq5GyAAAQAElEQVShajGo/VrmCp8WqxGaUcEGd86ria2dnfaaY2dnW6+88pKuX7uqzbWZttZnWiOf9d40HG0mMrYI+zBZKYeEnRVcwhfnuYx/HpdjJA2cye6cOqt+vqHbPJSNxK9H3uHhQkp9ufjw++8+8qHf9YTy2t/6//w3f+kf7e3tva37129JBNJviZb7Su5F4ObNm3dzTV9hgnzyoQcfvLocxnL7zl2mTijlrNdff0OPfekxXb95UyfPnNaDjzyic5cuap1Jmecz5ksvMbkK2SelKYl0TLosqaec5dROKXr6Zsibc7rRUfqnqh9//Mv66le/xjHhBicgD2tza0d+gjjBhmJre1v9bC4nHkOGx5M5IpSQFZE0XfWoYLqTANyICPEBpr4AGRG0Q40XfnFZbiFpYTp9EhQS3xYDWu0KvgGkkwr5RmRFVq2BbeRntwGo2meqNgYdLBYKdB3rUJgHCsoI7IfMi9hItME2eeRFEmjlKaw0cFyNq4IYHusdMY7bRCKuDZofdaoXjC/UKzKbQXwVkrOhUm9Af4GOQhHYdESbu6yUE4v4KKEO7xRBvwklJXxJoYYDTXlcD+oh6xi9SKNPMfXZNv9mhsF19xtcj0iKgFBSaTpCKXnkiKvKfkKgzBNwwefGMxlA//QJ8Q8ZEdEQpjEcNVoBSfOw+Q7Gcq2vwlPprOCqEroNGUw0etCqiG39fNkG4yJCBR8Nk6wy3Tto7EaByKXvretCIl2yzgnEhQyIBuQMbP4G/HOf6SryhZ9BvOU61IUn5hHaFYvVCK2hwm96muivyLcdLkXsHNOjto2AMCIhCYcEVADZCR1NL/18VJow9yW19pEOQes+Q0TQpB8ZpqGlxH3z2EnIyznreNH1XE/4khRKjU/N1mZ7k13RU9vcwlpVFvUKneU6fiticw/sP/YtiMEh4NcZqxLyH6k6ZDOxz65ibznKP4RZIvM+IRSMnX4245R1W+fOn5f/mNprr76ia+9c0bzvtT7vyVNJzk9Z2MbGN1QVIWJhi4RvCUxVDSkxR7rcKfedOniXbLy2tk9oY2NTt27d5vXJLQ28PvavjnJfx/WtnWvzjRM/dzgOf+2//G/+0o+i4hZw//NbFIH0W6Tnl6n517pZ3rx+/crWye1/8eGPfvTTZ8+dv1Ej11u372rJEen6xrq++c3n9dgXH9Pdu3ucVJzXox/4gC7y+sP/8Y1yVjDJpkWxtkBW0kPhCVCANxdz+uddpy6lBrMukVzEbv62vvLVr+rLj39FM95tXrr8oNbXN7Wxuc3kvyD/eqnxGd4mmVnuRCS11pSYSDBU5KToZCeFIgABLgFxRdBGv5MCTT4VKQALawGO5VaSVmu3kn7kVMA5eQQ3QttUIk/BcAXiCOxUoCMnEk7utXJyykkFPi+oib6KZn8smXyK6dQQiFjsIZVBUGgP8AyUReAiJHhFCYoFXywYVa6b1nY5JpFCOgZoIwKWUEFWAysG7Kvb1UppH39sX4K/sHhNZWldEXGvrFipo/tbuL+jf+bjSP7IZsJ+LthIjfhupoqT1hUxyTDOEBGyvog4isGkC4ObBkHu+xABHWNsZGGpIKumy3ZYtibqhnT7GBCqCGS7n9KyhMyJDy4Lom2c44iZUiQ+5pEaToI78JYSgkm2FNDxfUSDRGTRbZUiFEDVCKIqVGNSUqiPCPU9dZ+fuCGBNoRrlBWQIEFOTKVoA6qUMJjeMbYdjqnbdLkb+koJgGh4vqgiC1wRfQCLtcUJW4RdwZO1aqAfGk12NtnwullUZVstJ0FfGS+tC/8jJYl+21FAphQ6vp8ujyEz9yNCEe5XK63NvBjnD7YXykJZ2QTQAy1mNd0DwTneUCwJzpIAL7yZWBUtfVKBbwecSuwtq3YXo3YPlzqkr6Re3Wxds7V18smmzp49rY21Nb3+2it6/rlvKqekzfU1JYUy+jypCnIjknxFyurYcIz4vAKfqXdsTIKx2JOr+tlcvp8nT51sfwzw2rXruvrOO82Pip2YPUSevXH3YPGTL7z2+n//N/7OX/Fm4h3Lvg+/dRGY7uZvnb77mojAm2++uf/0089/5e0rV//a7/59/8anLly4ePf2nb26t3egnonU9zO9+OKL+goL/2Kx1OUHH9Ij73ufznNSMeMoUUyy2dpcYmIGEzUi5KuSaALIOTU5mxsb2gLWmJDHTy67vF55/PHH9dhjX9Im7zcvP/SQtjmh8I5/i1MQ/0XN9fUNJmpFPHL5SKGEjmDyRzQEWYh+qeFzYhiBd7JrNlCPCHqnj3FTbfp2u5AEGoDC5KbPiW+SGiKvkHNIeGSKQlIzD6Ry+a0gBfpzS6RsnFIm7UrL1UoJvHmPwfLtg8ieTsrGjyhHBXJxSUCgGxBQFCRdtUSGufQe+QSP6I8I+R8dqnyZpvA1Yq/lN6HG09tw9NHkE8C7n4i4Z6t9y9xfcdl+WBGD5eh038gmYmRT4TooFXR5U7HkKW1gU2HwZgD2JjMiFDHFpclTIM+9LiunMiNtPOUWinhFTooI8KwaJgMIFzTHNoA4+sRRKVGDx/dBXBGT7GYjDtyLDRU+bcPg+Ljfpe8BbuALzCYAGp542UchT0KmdGSHSxp83H/MCznaoIMeEbLcgc5Ch+XVJoN+mApO4bVKVaNrJV8VelBNjqBBodzGQ0UkNAYoYgEWMfhSjwCb6K3ololdh4CzJyhpGFnNG+z7a5MhJfpCoGUdkKugv1FzL2QeQZWyErodr/Ho/gd9BrqV0nFNja6ZkNwzARoEuTvlq8lBj8ek6wWk7Rzwf3UMGMO6zjhQe+0xlKQVcDiEfCqxezhol/cdhjE69bx+yCz62ydOtJ/TShjxyssv6vVXXlafQ85FPmmYkd8y/gy8HolImpHrIjIxDFXwhfqgkHIvP0D1szUV6A7Ig5s7J3Tq5CndunFdN955Wz0+zrrOPrP9616/e3D4T557+eW/9AtfeuJnr17VLm7d/3w7IvBrkMEt+TVQ3yf9tkXg7bff3nv7+vUvvPbyq//t937v937+4qVzdw4OF+Uqk2U2nyuYWM9zUvHVJ57Qndu3df7CRb2fk4pzFy+om9Pf9RKLaGIByDnLEClJTGSRnlIW3dGeEk6fOtGeGNbZjDhh7u7t6XHk/synPsVJxYzTifPaYrLO2Xx4Q+Gk4B/gzJabMiKjQU5JOSUlJngHvmcyZ8qIkK+WtElErkcc4UhctgcBjS9SUvCvJTJ2DU6kximF2RocsbakO0JTDGORF8sGJNWhtQubjoK3SIEppw7JSbnvSYJOkaHjhbZgV0RSIl5CFc0m33Y0HUhR6wiVGvQBtBtd66PXtgNCV0TCrWBxsA0jdgAQW2sReACr1K4CKdD0QEML+VVePKw/WaYJYXhvOyLQDJK+iFAEbceixVTKOSvhc8Xe43j4Bx3ts9/fGy8l+CYwWymWF4qUkR0tpsex6Xw/c4dthfhhMHqrySmlkOCwfVRohZDaINwlKR1VImxnle/MiAAfqxeUG8wPCt+rKrbgTqvbhgbG4U9VElUWe1EGskIVPIc0QhSWhDUqIlFOfSPLisEyqyacy5G6gMZfJIaOLLtWZIN3vekGUWjYxgjLl1LOQpmCexQROr5MgwfHzVZW7AslRYKOj2n82xkFg1GFDxXd3sAJmdAFAL3gE3bo6KomNg5oVeORJ2gmmTghKcA1aPpoqCpRj4jWZ1pxRUrgk4wsUZsdBdqRQBlcx22NKCaEGmk4RrzVYBOhCTBkQeeBTyX2l+3/5/DGQt2aoptLjKcTJ07pwvmL5J2sV15+SS990ycToZ3trfbfCfjPZJ84cVL9bKYZG4UuzzhVrPLGZYWyBScdltWxOfHmQrlXgs6bnMxDzvlLD5ALb+rmtbe03ldt9vhVy7gq5fXbe3v/7PU33v7h63dWj0s6BO5/fhsiwCj7bdB6X2WLwMsvv3x47datL3/tqWf/39/3ff/Wz6bc3Thkxt69c1fOeFlJT37tSX35lx7XiifQhx5+WB/44Id4/XFJ3axXkChqhJRCic1FpESamBKGk4n/P5BMX587+c95nz19uj0pJOiWy6Wefvpp/fhP/IS2trbkP/19koTgU4uzZ8/qMq9Y1jiyjAhVEqITo5AuLlDq0T9nY5NzwtTaaEYSlBMzLVn/McCi4F8NaoBLQ0SIT4PqihIEx1ooSXB8kC+S3NgW7WJb3gMjK8zIBsO6En65vyMWro/QDfStOK3ANOXUKUVGR+BJJbFSkihrdVnBSSXo5tNaton4kabBZAX/IG904ts6C4KtU9BmFh8vyhB/i/+NDltaHKF32zSNj0pEqNWDBh/32yfj/CrDdeMiJgLXK0m/APYzIuS26bzhsr+uj14VkOeP24VYVTsAIhR2YarFFPcO+zMxGsjwBXsjoJko5Kp57a/1g1ZDSth+JFTYYaKGK0RIOqa1/uHoZMUd5jBA2mis7xgswnzHYBqD2yM+j9jmekTI/hssy/IH+vy3EQpCuK0SNOIaabtvYDzYv5HYIEoNMMj8kv2dfLBM2+zxUnzPlKCa/Dm2c4S5IJdP88H6DPKFKONNazkNsG0E3G0664yAEITpKBQx6ff4s4/GG6w8MRZTcK+gEWzmd5lzkvvM7zIiFBFuUjJ6qacEn4WoNLy/rMP2W77tMjhG3oANGD8QI8OC04TFctDhctQeJwW7i5UOVkUDMYlupm6+rhOnz+jcxYta8tr2uWee0ZU335D/S4DNjTU5T/hvUPye3/279dGPfFQbvGbtOJlQ6hVsKmrukBUNCvOzR16/tiH2GFpgQw/9pcsP69adO7ry1huaZ2lrljUe7tfVweHbd+7s/dhrr1/9/99a6ev4NQK/kz7/StnqUfavlEO/05zxpuK55577wme/8Ln/1+kzZ/5FVb2+v38wLnkvnkRSYP6/wEnFN77xpAaOtB959BF95Lu+S5cuX9Y6ryw6nsZrSqoRiggW3sKuf4B21O07t3R4uA9upYFkHhHa4BRie3tbXvh2d/f01FPP6If/1t/RcrXURz/6Ue3s7OjUqVNa4zTDG4sdjjBN6+RWSaAGxzilTBJLLPJFtsvJyPgaImUVjXWgHLGrpT1V/yNJFWSQfU1KUUnoAEnW8gvlPYDeS9Jx2/JHFgO3zRxB4qXi9kjSMX8iDqYxNJuxJfcdkrAJ2ZC3GAm8pi9sEFCxFzuwz3IaSFCEIiaA6ltshVTTFRKJXiFF8CXdKwuaHY/qEgbbamjyab+3dAwj4OcJchhX8qbAuNVqIMajjvlc2j+D70UoYVrQX6Er+CKuwIYERKujqvU7BCH/Y7y025IYBz33saNfCuLnGFq3uFyHnNr0qSyshVhb9+jNCQKNM9guDDnSL+TZltrKCMYJtAMblYoxEcfy6kSPLcYXxkZREK2p398TvlBNorv5aP2ui8WngVKTM6DDMjCTtpUkeIJ7K40wmG9gHgzYPkJUG0iFXWRBBWagPeCVnWtLyAAAEABJREFU7LvpI0ID96BCMB77zjgceVq3rgmKvDBXfLMMlxjcZIDSAP3A3DUtksFnRUQD6zGteSImHFFRgIywLVUF3QaBNX0yHn9KGSSi1XApFBHITkapXYyliJhwAo0x1mMHQYMRc7RqBD8gbyAGU720OA8g/PMMSzYU+7ze2Gcz4U0FewmJjUTPSULkXqfYTFy8dFl3j/LJW2+9pY21GacSJ7Qijx0eHqKy6lFe2/6BP/AH9dBDjyhzwmqdS3QsEFiiU3RzuSypU6IuNhyJDceJk6e1i4znnn1OGpZsKKrq8sD1/bt3b3/m5vVr/2BP+gYOOSAU9z+/XRFIv12K7+v9lggMb7xx9avXb13/f7Ar//uHy9X123f36t7+oXw0uGAyP/7lr7SfqchMtkcefkSPPvqozpw51/5vjsTkrClrVLTjySWJb0ESW9/c1oMPPqQPfOBD8s9R7O7utondpaQUUs9mZAa8c+WK/t6P/Ih4DaMPf/S7229/rG9sa+fkGZ04dQYdO+o5jYjcSWQi8o/IYySdUd74jC1ZFrqyfNVRvAqQKok6lESHnMicFL0gFZKX23SAJy+0hEmJzQMJBvMFCX1FxX3gR8ALgdvmfRcETW22ePPg5H14sJQv08yxW/jbeG247cemKgLQwJRCVzRwK1Aewp9UoQyg0lfQU1SLaaWIQGxSEEjrKSyW/uFIJ09xNfnsJo7pQcnqj9vViEALurwYDSRtISuU5LpliqvA4LqBJjJsS+N+1wbkOD7HcEwbEfJiExGqgLgiQkE8moSINgZySvgmJdpJlTpOQosCWrT5Hg044Ph6cRzx1/WRm9XuCf1ER5X7Zf21hhzHVJNyQmoQN2RWdFgu5DIN7msC9NQKzpYFJBnqdz8RIZCwVehro5v01Nb2QlhrcNfcjrZIjm5jj0/XBo+fWpkj7p9gRFW1RPDNbmgjoUdCVcgLHl2MrdLk2c8RY3FZhbJATyG3jS8QGzeAly98d+Ex73iNR/iIUPvnkthEhMkatPtFLYKx1fAJXZJlS6YDwBfGhXURCGXwAeAKhNHsqfgeOpaho6tCjtPwR2RwSZU5alqD4zFUYgQJa7yWDIPlmDmNqPJvdPiHMZcK1dzLP9uwvrGpSw9cIg+d1tWrb+vZp7+hPR5iTmxvqu96+ee/VquRexI6e+EBvXPjlr750ku6euMGG4SFDskb1qecVYmD8LmfzVUjdMiponWcOn1WHbgXn/2mMBa5nfrcseEe6q27u2/e3V98mf33aziDtXz/8s/99m9pBNJvqbb7yv5lEai3bx++dPrc5f/+3/ljf/yZ+cb24s7Bge6yqeg4HhyY4V974uv60he/JDHzP/Khj+ojH/0u7fB0kOdrKmwoCnQrJuUe7zlrminx/lF5Td7tFxLBwCLgJOTk2TOJtzbWSTlVOaQb127qH/7Df8RrkGf1/g98WOdIALO1TW3zdHDq3EWt75xS6ucSk7nU0GI1qNakRDtoO2lX5HfRKUgmThAjOkskkmFQy0pshiKRPEhYIxsHwV9qEBPzzFToH1VJQEdQIARSJHIONPQX6u9CKHU8XZMEB2IS9G9ubUopms7MU9R8bQOJySETFjdwP5IbDu8VNSsjtwMylvo/KFItyiw/8z7Y1IX8R3dyVJHrlPAhEz9x2Tb/IOwaJyFz/B5IkiO+dblXrdF04IJqJNoJ1Rlf6FNoxUqEREXuNOcd8ZKYFvBKudHf3duX16AVSXlAZoR5O7RGAy+oI9m0S6EMauC4OSgT7Yr9EtJpeyHziU2HfQWbFNgiemtVzugi4imJhXPUyNN7R0yXJPTCIhyKhi9BWaEpfEWWkOFqDShgbnKQl6h7Q+QNlkpI3OORe2M/BN/oNiJW6Gn+FqkotcV7hcAVftqGwXHEb29IxqEq5cnmAZtGfKv4aPH+mQDYlVJGVWiswaa6EOtQBDxuj1UhbIYQSSLsnMgNlKMQo57g9V3WjPtQbAM6PJ5yzm2cR8rYiDw235V6hW5VxVgKdCaVCGRVrRj/A/wVYFDpcLlosVtbX+OUYhBG8YGO2NqPiFAiXoSN+1ywMaBJ8EiDd+UYlxjDh7xuUMxVao8eSEYAHdV+YUcluNVO4atjNY6BviSPryDmHTJEXx2YVxg+kksGxtoI/wBuRXtUQJLgC15bVC2hP0TOwZh1e3/U3YNRNc812zgBbGnjxJYuXLrQfj7inStv6OVnn9GSB5bNWa8ZMZp1nVTkhR/epd65eVvPvfSq/sXPfkZPvfii7iwO0VEbeFMR+DonTvP5XARJc3LaRV67HkL37NNPKXGCeoZT0w1y2u29Q908WB7+R3/mP7n9X/7Af3Xzj/yJP3H/Zyb0nXGRRr4zDLlvRYtAffXVV5892D/4zz/28Y//RHTzWzfv3KmHHDXO5usaSbZf+aXH9fOf+XnmXGXh/4A+9KEPtb+o2c3nLdk4oR3yjvMqG4Q33ryiZ7/5TX31a1/XSy+/0v4qZyGRi4ScyV1OpOvzGceT69rbX2qPBeynf/qn9XM/91m97/0f0qMf+KDmTOKtE9u6dPkBnT1/TvO1dfU8MXQsTnv7e3IyTCSQtoCSFLwQLbF3dIIjSYmER74jGdYGNKVIoJNG7HACJzdqIBmPYFvCDqnAxKfJd92LIjnOFOCaFFmH+Vr/OPJEtFCBKCKUSNTiGliYKkaaf4CmIiFyUiLhJewO2wh91KQIWk10lZ+uUSTSLCDRdQSBjsqC5MW3qMWTxGwbDH0/I4+GvGD6vfOS06WWsEnc7UmVuLSFh9J2kXNb0l1xFG9/B+6P30Mvl0tkF2UWNYNpVyxEKxYC18Xl8his2/Xjkm7sjRZjKthUqdv7YwhVASitpZpcEaEUCXtWlCHlJI+ntthAYlshUkpJtqkjhi4jkkTcawn54sBaOTpFTG3LsIoq6IROA7RetL3oDcSiwIiKZmelYT8EovkEYsRO41wafC89flwOxM710fcZWb7nLcbc+5F7br4BGYhDCx+bBTTZyK0AwVaB3zgDVLRD5l1xfwfkjgYcgQw7Jaoa+TKNo4pbighFl+mjpL7giL7iN63WV47oR9uMPLcha/G0zohw0aAQU+u0PkyQoRA364wI5QQtnSN+Hvu8KkWVPusUY7pCX8CVUtsGY0U8HJslm4gV+cSyfH+WyDhkbB3Sb9hnE7NHHtk9WGnk4WSNB4qYrbPpzzp55rT8X5DPZp3efONVvfXaq8yXlbbXZ9ros9ZyapuKVIOxNGr3zl197etf1y89/mW9+vrr5KF9rdBdGDdBHunYPMw5TU08sBywcZjRfvDBB3T92jt67dVXFNh0hte0PePu4HCJf/3+n/wP/vQXz5y/+P988/Yb//C7f+qn7v+tCX1nXJ7h3xmW3LfiOAJjv77+iyzc/+2lyxe/lPv+4PqNm3Vvb08pZSbioKeeeko///M/3xbQD3/4w9Om4sIF+QcqC5PPCbHyfnV/f1c3bl7XNSbmigVqbTYjtZEIeaqNWhSqJCVxjJh09tSWck7ya5HHHvui/vk//4TW2Dh88AMf0IntE1pjku/s7Og0yWRjc0MrEmJ4QYEm9zMleAuJa0B/wpMZSdUJoNI2bkXyHNg0mMb2uRxIKk5u7l/SV0l+EVlOhKWGCnJGvr1QIBp8sMYbqiKm0huYET+8gHsRhgWOSkKvstwVi7BxhhFbCnZATjMARJKQjSulIrsqkbQQjXwBSUHSNi6npFbmDJ204jRgxOaROAwkY4N1OYZeoEZ0rUiO9muFbPYTcvIecaTUgowqabKhGAdETG3zBvq6Wc/mrZfLRDzhan7p3lVbu7iNnS4MEdFsNb1jEBGyjhFbK84PxKB4dQLv2BViAFoR5gv5tU1EYKPkPkO7B9CN+LJq961osP/Y7fs5Uo74DIlF6fhyn3VX+NwRMflomcYPxM5x9D2XrLNOepFn+5t91E1j+dZTiJ953S5Hvrg+Uh+woQH33bIH2wi+WL9EXLJSnu5lRIB5zwfjbS8FNvj+4D98Q7NxYANbgaKCPfan0VKf2oIn4QGyI0En5ZxZUFfURxr0cU8rtgu99mPgfpg3oE+RkWsZR3oZ/475yAaTiGjAhwHfRvgHbPI99xix9Q0HvpXQD9hUOV2rODISdONHeAb3IafdP2StDMaja8VpxMD8G4ElY+OQzcUBQFPr2+QGxmLqO527eF4P8HCR8OXKW2/qbWBcHmpj1mkT6JOUsaVD9yyktS6pIOfGtSu6yWuR1f6+gskQ6MxsOiubnjxbVzfflHKvrRMntX3qpK68daVtVDYZ9ztr8xbDW2xMDg4Phz/67/6xXzp74cwPvnz9tc/+Z//ZX9j9c2LKOxD34bc9Atz+33Yb7hvwyyLwkz/5kzzX6hfX1zb/vw9dfuifbG7vXNs/ONQuJwhV0Ramp59+Rp///Oe1YKPgU4rv+Z7v0XlOENY5QdjgVCGTzEYSxsAT0rBaqM+JTcGMJ8eqjL6OhNCTyHw8WUlsc5JBMC+DZDSwWD7DMeNP/dRPyv/xzvvf94jOnT2jDV6RnDlzhpOKC9o+cUKlCv2DRpJDUVIgsyPpZJ5SrD9CiqiASGuCjjQHU4GefCMnU2+ACg0nbSfAiJCTGCSNp1IZx0qyFlco+PYnoSsCWpJkRNBfW/K2TPvtBX84WlRMazAfkpBbqVKrVYXkV4/AvAbQ9E+fiFDEu2A5mcU70Q1aCEB3Aarsg7C3IGDA5qFYfm19FRxNFX+hnuY9vPsQ1z6F+EeEcpeb3oF7eIyLwA50C9+R2mQ13pBy7tSxwUv06eiyHSP8mARt0YhsVLe6+yJI9kUNP8JTFZifOapfSegyPSySJrqC7QWE/VyxSAws1t4Qms56DLZ34J6M0Hkhqy22VRUpCk2l6wTANhTLpB4RSthjOlMb3+r0NVnILMiyBFDIgYqKaXR0VXQeQ6Fue1waXB/H0nyHrXFUKobWOPpyG3RrRRAPjC62kTiJuvubHGxx/RgK+lzX8XVkGGbLm/m4d19C4XuIrIJck4NhLKjZViwnxMnQqFGFky5shn7FHB0Q1sxg8I0YORKFQr1GyLGLCBV8HNgALbk/prG8ET0j9hYl1ciqaYJC3bjRfOAKMILj8AL9ksghPXM+5ayORf3S5Ut64IFLbDj39dJLL7TNRA/vya0trfM6qFNVjx5vJHId1EXRic01ndqZK2N/IVf5QWMNWTlxjpVn2ubkY7a2paGGel77rW9uaZ885781sc0rkI54ZEmHbM7zbLb7h//oH/3Zs+cv/BfztPj0n//zf/UOXRW4//kOiQDD8TvEkvtmfEsEPvGJT+xvnjjxCzsnT/7Q7/ru7/riufPnD/fY3XsDUaC8s3tXT3JS8dnPfU5+Mv/IRz6i7/7u79H73/9+zecz9SxI81k/bSJyUjC5STdKJKIZCcIQLDaG9X4mlxuzmdY35loxeW/dualnnn1an/7Uz3Cs+RqJ5B+qiJEAABAASURBVKIeeughbW5ta2t7R2fOXuBp5QE56RwsV1oMhWciEhaJsyp4gh80ckqSaPdsMjoWvIiE5Unhf+CjgdNFkFBrg2nRSI1O0FUSlv013gkb80lbIXKkakhVUjS54Eg+TqYjtgxAgdj9tiEixEd8yxddTZ/r8R5+LzyVpNgEuxOoEFuWk3PQzinJi3dHHCNCfJRIxrZncNI/pkc51WZrweCRxuSLZBtXHCsXNh6C0SrHobIpgYL2iP2r1ajDg4UWHPOadqTftFJgu4jvKMuNCGXudybOQQm7rKui0/2obfSCT0oqEKCliRoYAwMbA0KnwleFhgLSpNGLE/1Nlrg/5g34oRFlpKyIUIuNxPLHV6UsVSNxcCwLdSsPhQStuJo9lNMHBlfobv3YZox1BzrMX45lmRGcDNCxMsIJYwDU/AnuTUQotTJL0Nkfx3dJPA0eGwP1sfldVCA4Bt/rSrvCJy7bUmB2DIpqi0nBp1pCBinJtBXCCt59CilQ7RhnxshisVClMVoufYqkAExvfeIa2AS4bl2B7aujuI8wRurk0qdwzSw2GG4jEouwA5mR+UpiDhYN8K6Q1+4B/KYr6AtsSV2v5PkOJF4x+OeWVjVY0AUkLUdpAVR05vmaxHjaOLGly7yC2Dmxw2nntfZH927fuMFrjcRrjnl7zdGTX7o6ggut9VldBFDZaGSt56oTazNtzDvNGaPr6+ta29hU5nSTL3XYscPGYnNzR/t393TtnasKAtqnrIhRBwd7dRjL4g/9kT/ymXMXLv7AO4fXvvif/rm/eH8zwbj5Tvuk7zSD7tvzbgQ++clP7i1L+dK5c+f+6gc/+KEfv3jpgZv+1axdNha5m8mvEb75/PP61Kc+pevXr8uvPz72sY/po2wufKKwxauJzc11bW6saTbr5B8qdN7pSEhdSBlVfU7yU8Y6E30NGve5XGMzMnBS8corL+tzbFr8Nys2eRJ58OGHtcGmYraxoTlPE7ONLZERtCAB7PPO9ZBFcumExhPJ4IWAhFYVCnRGJPmq/gpwtI9xRjlJjvAWZNGrcEJR0BUkfSfzUe4rJG7TOQErpn5Y5PaKUwnXybQSXYFecTl5FxJ6sT0QtDpyGl37qo3fMgRjSkmGoK6jy6raiQpyjLYfx/TVnUoaWKRGFuIG0JWmC9vRNekUeo79KSrgIQFnfJUXuYjU8NbtPtNYrn2z3ECPoJFC9ktcOWduQ6+u6+hKQICdwDY2O8DYzmY3dczTCntXthc7Fiyy3sQEvkuJRaxqgMj83vcUeGzPyFchZpaFIj7ow56ArxLvil2wqVbsA+82KD6hCOPwFVnThzYV66BofnOLNCIg4DWuVrV2AWc/UI1sZNBhvmOIQD4M7b7BmwApIFST6zEzML4cy3EsDYcIHV+oaVXrmWSat2okPoMXaEpMaHy2z3SFuFkGBTZC6wY6uR1NVs/mvsXXvAacs2x3jswP++O4FgsG6XYQQ9s6InQA39qUA7aDUgO+JjmVNgCvPwV8QUdp9IPMYxmNNpIqhk3QS7xiKJHvbSIOsW/BeFDqdHxacPLMKZ29cE49G4IrV97SSy++yKK/q635nM3EessdCX0zYj/LSX0OdUlAVcs3bDN9ynCC04ZT25vtlHPOqYdPPvLaXNHn9pCyub6pvVt3dPWtt4XRyOl0uDhUbTuLfPAf/Kk/9Qsf+ND7/+vV3dXn/8Jf+KFd3b++IyOQviOtum/UvQjwWuPufHPn57ZP7vyND3/kuz77wQ9/9GA5lOo/RRskg4PDhZ597pv62U99Wq+//hqnCJf1vR/7Hn3Pd/8uXbx4QTvbW2wo1tuTQZeY7CFlpHdRNesS9SrQCiZ+T7LpnBCy1DPRO/orSe8t3pP6/xb5hV/4om7cvK0LD1wGHtTG9gntnD6rjROn1PnYEnsWJKUlMCKRQn4iXJGMC4kOtRJ6K08yFbkiEZHqocSGlFScBKEdzQg2IqAPRYSc7Ad4CjymW3Gk69ydnCRdgSJS1pKEmJAlLkibigF5Y5M96t7CQGcFZ3lOtgZYmq5EQDKxyDlJoXZFhFJKaCF5I882jGyaCroHA8leXIP7YHK58ikDcLwYlxrwS5BDOX0iwIGw/ohJWaujK3edUtcDnVDeFvcBmyFXRFIA1l+KoxOyfRm7U85KOQt1UogFEb+xz3SOwwg9HxbAItvpunUuOGnaOzyEx36GCgIKork7Mm9Bt/U79oaBWPtemWakb8RRwqp22ZfGK9lGqhI4l7b/XknFcs1fEDRt2FiYkSWuqmjxan1F1Ke2NzW2ZeIrcv/kcIIo4Aq4qVNrMmiJusFtRDHioYmkYNwaj3B/ZHsL/jgmhoJd9s2l+Wya66Px0Lluv10W2hW82hXMo16JBXpk7Mr+I6DQX47oiuvVxIE9QjcAripkOY5xpbt4XAEjfN5YOv7ut33VyqGReagb3+KDod7MDOYh6CuXyJ5+HbTK5YJTL59KDDWpEIfoZszrHZ08fYbXETvy36TxK9PXX3tNb731huq40habi/VZp3mSOvT1Ki2XzBhzSNHIa9ZSVsITZUK8w2ZhnrJmfa91HnLy+kxay+o5Dd3c2bLVunn1qm69c02F07iEjd5Y574fzz/44J3f+33f/8WPfvd3/cDsdP3Cn/vLf9mbCYdE96/vvAik7zyT7lv0yyPwQz/0Q3dfePn1X9je3vlb5y9c+KmTJ0+/fbhcldu7eywIJAZOBV5++RV95tOf1rPPPKtz587q4x//Xn3Px75bDz14WTtM2r7LyiyUXcciFfK6ri6lBn6SCBJO5RWFNxk+nciJOT/r5HoiEfoE5KtPfFW/8Atf0LPffF55tqZHPvAhnTx3oW0ottlYbJ48rTRb572v5ETld7EjU3/FYjY4oSYJUar8K26TiDBFoo0pMs6nIrbDBgabDzqnD4RO9Ihr7RGZqkGyzpquEAlIpkkIq/gzOgEfAblUU3tUJQkiTkfGqF0YFtGwoCldR1lFToHZZUS0voiwyWp4mN03kgQxhhYLgYLFWmxuCrEocpeUFNilCImPwXZGhJoc9LgtLrdHbCyqsj+KJEOFqeLzWCs9EzgOA5srJ2DbUcWF/Eh8uUrp+K+gGYjF4A0OsbO9ltNsi1BEaMk42mdDUYVN1lGlYxrT+V6OxKLJQ8ZxOVBfcjJkcL1ZFhKmYgElzM02dFRkV7CIxzfkI88ybVsr3bbvJoikAGQ+MykUEXAH97BpQUZVsXyDaQCzTlBVBS0cLnXE67Ie4aqmfmEsqptcyxuJVbOZfkhV+arQiLbrzVZoRhbkQmDMU+mwjAFbPLzNn1LmdJAll86ELxQ6viqyfH8bL7a5NAycFE20VQMb7ILQY7qBTdySjd/A/bQNdGFzIMmxwhc2LCP6R2waiKNtGaivwBmW5kf+Av6DxaBDSs9TkRf8CmJ9a0unz57TmXPntc4p5PXr1/TaSy/pxtW31TOWttkErM+yZiFl5m/PHPUMTNRTqvI1kEeWbCoGXsBU/OpSpzn5Yp0TzTyfqfZJ69sb5I0N5sih3r7ypq6/fUXjwYF6e8LmhjgdHI7jUxtnzvzzD370e37wL/x3f/Nn/8yf+XMLy78P37kRSN+5pt237L0R4LXDrSefe+7T12/c/ssbW1s/Nl/feDkij3tMwoODw/Yk9NabV/TFL3xRfj2Rc9aHPvgBffBDH9SlSxfbSUXf9UokBfdRiPSjLiflHOq7RIKo6mnP2UjMaM97EkHfa9Z1mvWzltxefOllPfalX9RXv/4N3d490IXLD2nr5Bn1vPrY3Dmt7VNnleYbGpC2UtIQgJMZi44TrMA5O0fEkXtVtqnh+DLNyJO/gabSEZ3xE7BAwdlSFyJGMiriIQ0VEqigj9xRn+haPzQV2sYDbwQNhY4KMHyOOu/pIKM1AvBO6BO+Ci5FBPoqiRw+RdPVaNxMTKkgvVbrZ0EgmVtUNR2Gmq6AcDsilKD3/YgUyBRpWW0Rh0QRCR1QQpNSVuY+CB7zI2rSC2HBb6xp/LYzYpIbRzJHYq9AltTu4YpFZWQxHADTd8Srxae6f0QF9wy7A72GguSCnohAQmr9VaERI/i0jdqKhW8ARmI9bUIq/QV/aoOKggpxAWoVfkmuj7RdFvgG33fKFfahqPUX+iOyAvsl9JtXOuIvTbf9aHLwc8QG8wjaYz3HdVwS4rCrNhhMD5je/hkqfOIybsSWap+t20A8RL9leKEeiR8kRCeaPcftSY4keG1DwJuAJktHttNh+ZYl3CoIMh/d+DQqoWvEtpyyRjaBBV0oUsUJ1xtvYzYHAhASzLnE4h3Ey1220f7AIp9ULNg5LGkskXXAscQBm8BBocS4yuSG9Y1NnTlzVjsnTjBORl2/do1XEG/q4O5tzXPSNq8o5ilxKlGVUenXprOua7mjYutA7EdOHwuGjkkSPIlXp/4h0NnGtubIL+A2ePWxyYZisdjXtatXdOf2dXxcTDJzrimlXTY+j1+/vftXdlf1L/1f/+9/7qe+/OUv7yOxAvc/38ER8G3/DjbvvmnviUD9whe+cPPnPv/5z129ef2v7+yc/NFz5y+86R9o2mVTsVgs1c/m7b88/wKbiic4TfBTzOXLD8h/VfPChYva4LixI3HMmOQ9mwVSm8h5Yt1pZSZL8BF7Ca3R39Mx6zKbjI6Tipn6vocudOfuXX3liSf02c99Xrfv7usim4oz5y6KVzNa2zqpE2cuaJNNRl7b1KDMU0hpf/1xJJk5aRb5CpKw80NVJZlWFsVkY4DRCwvJybiIQCeWQkoOJlWJBUpycracFYmsOHsqtIKHQpFT67djI3JhNVpoUgTyFCwscNNhmbamYIOhgjCIcrIHXdRNY4AFXiSh03THMNJ2Ai/IFjrMEoEdZqCtkEaQ9v8eCnwiQWeSspN6QUGFEFEKeBOLSUQoZxZU07Hwi3atwrwAjmwDl3KSIVJAEkrQU5lslWQdiqQBG2zniL8DC7ftsW77YXo8U0pZFSMikrLr8PCR+VNKSuBCSVKACgpA01WId4F3ZNEyuN4AAcWA3lZCDtmRffYlNIKARIV7KmRP/EURCT1ZUrR7XyTupWS5I/JG+AplRad9sozaaKCn4jYkEz0N6x+hHxgvq6MYjNg90heBL/g4omFA3gij9RncPyJ3hHcE3wCeUkMjY3vgyd92wKopPNx/6AuyHTPYJvsbT1WhtLrgnrnuexARjV32Fdt65muxHWwqOAyQO4M+3x/jLbOWQBZdkZQyc5RxUjEAk7SEd1kq9z04LwgtkXPIxoKPAtnztXXN19a0Rnn65CmdZDNxsLfX/nOvd958S5wnaGd9TVvOGVjfY4A3Ep2kLoWcLxL2RCCfY5klc7ckKc/nwJqCB5F+e0ciN624F9sndrS1uam7t2/rKqcSi4NdxpjUISjxHja6fHc5jl+6eXvvr7905eaP/ON//C++KOn+yQRB+J3wSb8TjLxv470IMCUXes3vAAAQAElEQVR18Morb34jR/4fdnZ2PvHQw4+8c+LkqfLOtetaLJfa2Fhvvxnw9a8/qa997Ws6PFzo4sVLeviRRzmpuKwTJIyOSZ5IJpmFLFIoIiQy0zjw3pMnjJ7JPe8yTyWhGWVPggWleZ+1Npupo+0/uf0SR6Gf/exndYdXL+fYsFx88EE2FVvaZjPhv665sXNK/fqWRJLjZLgtGE7K5LdWL1SqUF2rKnr5VtD2p9aCSQBlRCgixBd0UEEvLvNHBClOsh98qzUQGgH+qGx8Or7AQ9QSMnLqe6AQg4kKHVTaN/1UkYswwUu78YCsLCSlVuGGhD6XIwm8gK+0FQl0UIQSMUvEOgXtEPL4NN7afJJCEaH3XiP2WOsks6KnYjl8EDUb3I+MVqcE3WREIAcYWZhtXxVtFhiBc71UacVqs8LWdj+QWmAuxLrJMh0sBZkG0NgIAXx8EBMNJp8mH1PuwCWZti10yLfMARsHFFqPwTjEohE/ApnoglEESAr4ASryZV3Wb3C90UWolaIEmiy+UNFkmtb3cQTRfAFr3IgdlmGYbOBeChsaL3GlND1sotpiXXCmyQIxEMsVC/xAzJo/CEEk47ho6ivU6z1eRFOvcow8FiIlFRbcFhvk2Y6KCxUfQlMM9Z7LtHSDwU7TA9ZdKM0jeKzfOMNIvEeMNxjvjU9B9gKbl6zk7CO456zM7CRM07PAr69v8lpjU9ss+Gfafxy4rt07d/T6qy/r5rWrPFRkbfGKYo0cMENvZyCefQoeMoI8EPi+YpOyUgWHs5iVpW6m1M8V6EhsVvqtLY3kjhm5iZyl2zdu6cprb2jgZDVXWKIquijtj3IOyy/d3N37W7du3PrHOH8dqMD9z++QCKTfIXbeN/NbI7B8/Mknn7t9+8YPnTt/7sc+8tGPvrG9faLu7x9owTFmz4bBf63y6197Ul95/AntsuBfvvygPvKRj8rlBk8InvyZE4dW5qwMJCdrklIAfgpx4pjlJEMf0iwl+bdBNkgUmyQKkXBffulF/fQnf1rPv/CCTp46rQcfflT+Yc2e04mN7ZM6eea8dk6dU+7XSGhVK3YWK5JfJSHWlEnCUkXvQBYkXykiMCnJ9YEkPgKuSxgAFGwrjbbKZUTw3ETOoQzLrKZTkyHoqalSOhFHJEUKFPJBqBcQK6p6t91wEwIseL6NM4oqssAhAkGyKsyRoaoh8ceboIrYCrlxoue4pB5TvRA7w8AiYygIwaTGV+wfXCOLl3FuH9OO0BkGFgrj3S8ul7aTqqzZfQNP4GOThT2oNV7INZjefaaryHTfVKcXGyOi2WK6xiL8hsjtggaqanjognGRGT+iRNO9GIi+guwCU8HfY/tA0xX3gIok2obWmSTqpodVzb6Cfk0gkNZfoZE8VoIe+iis/1hXgQ717f6MVBoc4+Awf6Us2ObNzkg5tPtRxBDVCM8AbjQPdC4NmEIExBM/gADTNTz12mwK2Y3i2FfJZRCbghwFbWQi2m4AFUC4Jj9gURMOQUQ0XsfBvCN8hoqQSFkCSk0aoPWcWjFe/HMS3jxQ1YqTi5o7jcjZXw46WPLA0PWa8+phbX2DQ4M1bbHYnzt7llODDRb6G3r1Zf8Wx5329yN2/Nth2O2fl+hZ9H1a0XNrDP75poI9FdPHWtlUDPImJpN7Mvkh0JNma+o3t7RCf7+xweZlg1OJd3TtrSuCQR2BDHhz19Xo86291fJzN/f2fujG6tYnbkl8dP/6HRYBhsfvMIvvm/s/svcf8JYd13kn+tUOJ59z872dc0AmwCiKVLAshxmPZ549z/7Zb96MPTN+9rPfeN5oLNrPljSCZdFBtkgFkpIYIVKkSIIESJFEJtAI3Y0G0EA3Guicc7x980l773r/tW83CYqSTVIEhbDP3etU7apVq1atvXetr1adc+51C3Se37N/97GTZz+wdNmKe//Cz/zMlWqtkV65MplHJUKiAnKB9u07oF279sh+GMt+G3/jDTdo3caNGmKvNCBCYSvLgEmDh5oIRKwwCOTNieOMQidAhFQrhaxWIhmoiJhYosCrHAWqW1iT2e/CuTPaxvbH9m3bFDDJLVu5WoMjY6oToSjXmqoPDMk+WxEBMlKFSpkE7fvvLizJoWePGTBhBk+ZGOXo1IXypAmza8LMaMU2cTH3KOPNJljnHBOxlTrCzSl5QTY5L5Jz1JulTBx5GaucAmSLl8mgATlRqvyVl5FDAu/Xjmv9WZ3RYqnJdkI1VmiZUBPxAUQ5fXkkZijtbcKlfUaawWSO0do76inOu/dkspzXWxVlHnnZt1NKs2s8BjAy5BhQ6PV79J3KOZfbXLyMz+QZ5Xz0S1P0Ug66vJzkAo6QFF2pND7jz0mS2d05J+cW6+3c2nmrE7oh09pkpHkbq8CmYRjRhvacZ8j18FqB8dCUA3kuT8RFoMrlxBuFtMvfKZPLc7qWWnv8ojL6Sxm79Y14iXqXj8XJOcfptwlzwr8oM4PZ2uX3Ui7DU+flYRf3Oo3lhW5eMtnGa6lRgiCuhDzyqVZOtLPUyk02LMq8w760py/TF2VkL6tPM6+MGyVAhpUF9AlbXmb3Q2b1FFg7I2tj8o3XhQGyaU+9nVsd7DhuypCXuYC8lNCAIIS+TZ5yJx4r7hGhW6gSzt0+I2FAolyp5dscQ0NDGhkeETebzp89qzOnTyjpttW0LY5KSWWec+CISoycAINi3iJ0MjDhAV4Z2xueOswnBaEigIR4nj3Pd1y2Phrq9UENoVOj1dAFtjjOnT4rh2IGJvrtHhHPmkenqXaSbZ3uzH88vTzzVYIkkyper0sLBK9LrQulr1sgef75548/vXX7761dt/Yrt9/+lrNj4+OJbX0sLCyI+VMRD/jJk6e056WXZb+0OTI+rjXr1mnDpk0aHhtVhTCkmCQyJoYgjlSOY0WBk/Op7PvlARNHmfNaFKjCxFAhLeOPYqaskstUq8SqliL2RKf03LPPyv4XyDx7sGvXrdfw6LhKhFWDUlX1wWENjS9VY3BUEROazTNt9pxTF8i7kMnPLRKTURaEsnIwhmyyTJhQbTLNJ9zMM8k6+XwWWzQD1bI6owynw/xNfSDLe1hyMiZK/XXi3PiNFmVjAcpg/5Ysq7OiXA5yrU70m3l0Rbl8RcjkaKvC3NnDbG2M32RmGb1RltE2ZfJNsaXVi5fDpuZYyX7ngaMwfVNAnRFNldGfpXY9Pf0Dn1jgJerBQ5WEk8oYV94PjNfTXDDyZOSVj8tR6JyjKKBAyrJFHWkuGOSu1ZNwao0sZ2R89HJNvifN21BlY/LIzMjnAnjLqHcOaRxIQZZl7Lrl3eDkfE6eQXlslJO1p61yEq9Azjk5cnbkPHTivZV8mxZPOXcBbNfJ+vH068Wlyikh0+fmsBW1N6lcA4/tPH14WnoFDMmhl5En9ZwjD7neeOlC1/gRowTbGaW0zTxtELIoe7FPuwdSu0ZIkQtyebL28Hkoyzz2z3IdEWFcOY/1ldGXgzfDjkZWlqJz/jxkUo9yoz4pw2J8DkDhKJf6NE7RxwcGB5zCUkn15oCqRAsC5oO4XNHo2LgGBwc1Pz8nizKeO3NaIHM1iErUypFinu1QCQsKrxIriTJzQ8zzb9/ksOuQcd3QXJbawiTOwUSkkAhFpdaQFIkgmpqNAS1dOqHJKxd16eIFVcvAE4y3MN9RHFV8td6aTRQ9Pjkz+7GzFxa+eVayD1/SvjhejxYIXo9Kv6o6v/6EJ3sPH97/i//6/b/Y7vd+/7/6r/7a+eZAM+l0u7Ktjj5Ou9Pt66WX9+rxp57S5cmrWrp8pewff2264UaNTYyr1qgzzwVyzikuhTzokSImMwMU+e/yM82VWK1UQrHlEahRjlWFrxwHsg9vOiYXj7O09PTp0/rSl76sHTueQfYSrVqzTiPjE6owodlnKppsi1QaA6o0WnJMPnPsoyqMmJjctybojAkxY0K0SdEm7IQJKJ+omYVtMjPKZ1+uVZ63FLIjyzLmxdSySslbvdFiOVNg5uWNEEBOVufhyyjLSPPza/3kQq69WbllLU1xEhYl6PcTJs1M9s2CxMpon5nell4jRImuZH14bOTNVtgzL0Sgc453zmD0UH7Cm+UzZKS04VR27pzjOjk5SXkd1xZxnIl68weM75oMcnTrRRPqXd5jRl3GWeaFbTz1nHBYOVUKXSAuOyUmzyugsaPCyPr3NMxTyhCR873yLa+jjZWZflJgWeXtGItHWQ5099coy1Nv8qCcOX9z4hbIc/kbMp1zedb6/W7+RX2tXLC5wMk5ZNAipcMU2VZnOi2SSaGSwznH++LhnMvbOef0HfzX2udyqJOo12KfJPnhsWYG5e3gZ7h5eR8g6ZzL87kdjCc/W3wzfss5t8iT53kzeY6LYfqmtJELePeyPlLGZNfMUgPbfc4NXHS4Hzrck/nnJrhWQRQDIloqVWq0c7KoAQsOjY2NEbEo6cL58zpy6JCuXrnMQiJSq1FTTATSZYnKkQNMQDzjEYsIAxIZiwz7WneS9pRxX3KrS+joXaDMObQOFMcVVcp1lYlQ1IlODvG8T12+rOnLl1Tjee+wLdtn62V4eNRv2HRDp9YYenZhvnvX2QuzD0uy35ggKY7XqwWC16vihd7fYYGMswt/dN9Dv4GT+52//Jf+yslma6CzsND2MzOzTI487EQB9h84pPsfeEgv79vHlsewbrzpJiIVm7Vq9WoNDQ+rUqkoxLlHcawSk1FMPmYyCfPVSqZ8u0OpcP+yqIVNPiXuIPsFvOGBuqIo0sLsrC5euKBvfvNRfeUrX5VFS5avXKMlS1fJAIVjwqkCKMaWLNPoxDL2c1vqMzPZFoilNjH2mAwNTKSZA2RIqReTqYNI88k6k02oXkxk1DF2OUc9joQm8C0WpkQPUpZ0WZrJQIBn4vXUysxhb7B55HGYiO8gKzdW47e8kTEYb4K36AMgTKZN+KaLpSn9GN9iOS2ZaJ1zcs5Z05zyHEKMPy/gzdp8+9w4Fsdiq1JY8/Y5OKLKBaGCIJJTYOotEkzWtxFZrpCXycuwY64b487Q2ciT1yter1BNzjkFLtD1l3NO+amzkvyNewmjWa/WkRVDnvx1cm6Rz2zg6TPn5u16fZ7SRlxziTHA7+Ws5BqRp8xOct7rfKTeiDFZudUbwS3n7N3Ovk3OYUPv0ddSKZO7RuJ+8t8mdESk7L7J5LVoL0uduJwyp51hs7y9F/WCi/5MPom1WeSxvhdtB5sQK5qpC7D3dGD2yEg9HTl0cY53hyx0zGDOSHM51/IJ95fJMTDBsJUh3u67FBkZ7RcjK6EMUHQIBbR7PXW6PbYYUqUmG+cdEjWwyEGJiESj2dLEkqU5OefyX7w8duyYUgBIkwVFrVICTIiFQgSQYPy9DsolCnimvJDJFmj+v3HSPjZJRfhSjshmGEdy8MRRSdZHxLyR8sAOtkY00BzS6eMndYTFTH9uTg4Q4tC/0RrQklWrumMrlj8/MsJ48wAAEABJREFUNDr++3sOH39SEh3yXhyvawssPgE/uiEUPb26Frjy6x/+nd/etPnGf8NT/nCpXJ7qs0K6OnVVzFdqEBU4c/a8HnzwYT3z7HNMCpHWb9ykNes2ELVYIZsQQpuIAAYhoUmbjALn5JERsnKplCKVARi27dGsltVkEiqHNu90FNJBTBSj1WywDVLWzMycXnppj754993au3+/lq9apQ2bN2twZFTVRlO2pRGVy1q7caMq9aayIFDKRNlnMrJJMmMW9ZwLp2Pk8tTp+ssmYXMsNlk7t1ju3GKawcS8jTybCpkcOUesssyjrJDqZKzOWepkon2QUeaozLAVqRZf3vTIm7nckZhcm/xzor3CUDa5p7BnxoswfAKTLvy0s8k2cKECgIBzLu/DucU0YMyLtHjunIMvUIjMyK4Bqa69bKyWdc5ZIheQQnSplA5zZ0N/pp8nTTOvxAAVimUwpRRmlHsfiFMok+dPQg51gSQXQs709rntsoCxOWogiqm0w9PCKzckOSHMdDPKKBXj99DiNaSHTDhDL9PLyBxR4LxMnnNOlvGWSvLQ4juNyOf8pLlsdMwYZ+YzZTkjbalz6BZCZkerp0jOOWVy8pQvjttzTfNGpPSAgAxCFOceeZ7U5NHGO9FNTuYY8YHymctJPgCYZtg7pT6T6WVAIcGhG/UBAdZvGAQyx5nZih4nbzwpPAxBATqZjkJHLyfUkOmY+kwZHRvZPZ0hiw4U2Ei8ePdKYE5MP2RkpHaNe4lXu5tqvpuozU2eAjbjSlV1nqkKqeOiDgwMad2a9Ww/1HXq5AntfXmPLl04n4OHWrUkghE816FsSyNL+iqHgQYAGdUS2xPcCaZT5hNljAdFeNYjhUE5pyAsEwVpqsJzL/qu1hpsp0yoB8A5sH+fTh4/riqAxu7nFFAyNDyitRs2JUOjoztPn7v0a5+7554vS5qEiuMNYIHgDTCGYgjfaYG5keUrP3f54pV/BCj46Mq1a09UGs3UvtrZIyRardbU7vS09amn9c1Htqjfz7Ru3SZt2HST1mzYnH/WIWACcOWqhMMPSmXFpYqcc8q/VsqkF8grhCwsWitFAIuy6qxUaqxOIiagEo5wgL3YkDaXLl7UA/ffpy984fO6SP6mW26mn/WKiIZE6BJX6hoYHs2jFRH95s45kxIm2IRJ1TmHjn2cI55RgRyTlhEZZehgfH0mql6/L5tgE5aVGTN3l7CqnfeZyJln5Z2T/QWkRrJJmj5IFARBTp52RjaB5um1/kMiNTaBG9jJcC4yPVwoZw5XAXqEUJRHWrp9L+MLsYHJsEuToF+KczcZGVpYn1aXEVo28uhhjta7DHavMAwWV7boEyKHQjknmV4pOuUn6KzAKYgi/By6oKOD0gx9fIgvokzUKVDgQsEps4HZyyiVR2ePzVLsi7PASDlwRCYNsL9Tn1Z9ZLSTTFTLdHC084zHoZtzJlWKXKBFXxPmv7yYcR7icBypRAt4fa6/Ry8ryU9kYzEnmWVYBFnOOaVmE/pAZSVZX0nuyGhHEwWMg+vvkWeCHM1MZ+H1fZbJxKT0l0jqIqeLU7N7yDNSkwc7IkIIfZGRy4E/cIGu/zkUNRLlEfezc9zRqawLOQ+XEXd/QH1GnybDOSe7Lfrce31skyY9Qv9IwCiI1kJ7AQfbReWM8RkhjwYeWYhANprRrzgXmpjcMuPM2l2FXG/f79FWUhgrpXyBAc4BIDJ0C+Oy+sjqcd0Dthpsa7GEU3fcF3FUBkis1drVazQ3O62Xdu3WqaNH5JDXqpXzrctGKQRAOAkgYZ+XqsaxojDkemZyzskFgWxMPfpz9Bv5SLFjTggqAJCaqtUhBaW6FFU0yNZmY2RI5y+f1779e9RdmNMAQMN+4jtxsZrDE/6d7/2pzrpNGx+YnJ379d07djwlqQ0Vx2vSAt+/UsH336Ro8Rq3gP/bf/tv9y4vLFy4Oj/zsflO5zcajfqeTAJUzCoImRCYhHqAiwMHDurBBx7S5SuTbHus0eo1a9gGuVljhEYDJpaAFUqJVU4MoAiJXDjaMvUpuzaB283D1KMSTqhE5KIah6rRxkBGrRKRj1RhwhKTu61WvvSlL+nBBx/MJ6pbb7tN4xNLhF4qAyxK0NDYhOybISEy5hd6+c932w9noaq8AiWZV8KknUL4AwV4iYAJT7xSJl6biI0W601T09DlbbOMlEnbycGtvF8DHtcda0Yp1RIynXNypF44HjnRrVI6XKQMPTLZarTXz2Th5i4Ot5dlOEjTL1FKPpPknJNMBumibGRRktehmnNOpn8QBou8qLyoPx5Miy+P9lZmjstSo+v5hDGbHkaWt7rcDjRHBaAd/SETc2E3j15QPo5MNhYbl5fDWfHuJOcs9fl5isJG3i3agBocKjx+kUS9yBsWylKPjTynDrsG5C2lEgfkqfOMU7l82pLnkOA2+5stMvIUfPtYZJAlnnYZQMsLmeieobT16amwepPjvNX6b7U3+xgJBse9GXCPOOcUWD5PA/KB7GV8HpkM2g408YwBWT7ARvTJ9XMKJaGIJLOr9S/OAxcoCELxJo9co3xM1tzIGZeQ47lfIO6Xfi/hPsmQQz/0m3JxEsjSDOEeyog69ODLvMs/6xAAItLMq0v7bua4ros27rJd0e2lCnme681BxeU69yZtymUtW7ZMN93AAoFI4tGDB7SPqMTC7JSqcSCLMNZ4VktEFAMAW4TECBuH6BsyjoCxmS59QPrs3IJQR6LMY4cwriqgvyAqq1SlP/ijck0jE0uxQSDbRjl95rSiMCBSWVKpHCtm/lixZk32d/+n/+nikuXLPt/u998/1znz8OmZmSlJWIr34nhDWCB4Q4yiGMSfZIFserp7ojc1/7nBoaE/qNZqB7qdXnr16tV89RuGobqs4A4ePKR77rlHe/fu1ZKlS3JQccONN2kpE1KlWmVyDdTjkWfakotKCiCbWFJm1ZTJzybAIAgUAyjKTFZlS4mhVknrcSj7hb1yFIIpEs1MT+mlPS8CKh7Q4UOHtW7tOt18yy0q00+5VmfLZUD22xUDQ2MaHB1TFoTyYZwDix6OKWNSS3EeCf3mhA42gTPvSkxsNgnmxBaNqHNofz01p8MwrIQZLICsFqJxZpRJGQwZNZwqdR5ex2TqlFJhtDjxUw5vij62ckssAoI+mU308OWfus+Qgp6yF3o5x0wNIV5WjGoCk31Lbgp/CjhIKUypNHLOwUtfdm7lyM6gFOeTwZ/LQmxm9bTN9QDYwCqrz+AzZ5nnKUzgSSlbPBc8Pu8/E1OAM0JZBu7IWzs6z3WkVJgkJ0+992QtlVNGmnGeUZi3yZm//WZlmTFQxHDkAifnIDlKOCyhPc3pzuelzrk8pZbDQfSHAibLI8vGdV2mVTq3yOOslYMXYRk28ZDDYYahk92foQsUwBsEi+fOwaxr/Ngzg7y1pSwlNcroN2OMdi+k5K3MrlGCPVPkW5dCjqeNUcZbYm2FbUx8EMlzDweWwmN9JFyHDEbry665nVua0c76S0lNRh997f631f0c0TZ2NSQceQbQnW132OLocVrR4PAQz01DAc9bGfAwsWRCq1au0NjIoKanrmjvSy+y7XBYLuvlAL9WLqlRLascBmxdZLJ/xIWZFDKOENuQcF9ksgVHHwATBbH63YxnIVJI1NLbQqNWVdRqKC1HahKRGBobln1b5OSJY5q5CmhhjmiwQIjCSAtz875Sq07NzXW+vGfPnn8yPzf9K4qqL2zZsndeQixvb9bjjTju4I04qGJM37JAcuTChUsLs517161f/4nR8dEXZucXuvMLC97AhGOiC3joJyen9Mgjj+jRR7coDENWN0v19re/Qxs2btTQ2JjK7Mf6uCxz7vZVtCwIlDJpCgqCUGEQKIZKYaBSKCYrn1MlkhZXQk7NOpMQsq9emdLRw0e1betTeuThh3WVCegtt99Bn8tlK61as6WQrY/G4Igag6MSK6K+AnVwhl3CyeawEwlH7/NVd8LknKGHC0KJ2dA5p+sTtk3aRngr2Yu5miz1crgHx2zmGIcENhBiXkFWbuRlshL4EwBDkol+da1NRjuIhsaT4mAypKY4ptxBkFp/1i/NSRy1JBzGb46kzwqzxyqwyz67rQatnafeYUvn4EeA8ZpMS43y8cBjMgP4RMbKMvrLcl0ydM4Ig6d5mjE4fBjj9vRv0sWLPFnYdZ1k/eHEhB3pVua8PTJppG8T7fLWptsiGYs5Q++oQAbvMn0slQvk+Fs8J+cWiSKRlcuZUCTvgBMKcjlkF9uQuXYYlzXIU8pglXNOASR7obRzVsoJShmAtN4DdAgDctQFgVNOeX6xzLrO4E9pb7JtLEYJ2xUJ5RkMKXWYkeueafFapIzRasQ95K+VZdjyWj2C7PmwZyX/gKTZVMbrlMtErsmxvFEu/zv6cWxtlDRHp3PcdGlYAtQHml7oaGahLbsfA7YYS5UyYLyiEk6+Xq9pKWBi2dIJgGCqwxaVeGm3eguzquH4Y+RHLuO5dGxRoSBRQ0IlMmgdml2widk8ASz1uWFs+4ZHjvqyquUmz2RNjucypJ8+C4QebaoDTQWlSOfOn9fx44CJqWlFjLUJj3NOs3MzWRiFM1yoj0/NzPzak/d/8+Ff/U8fOv7bv/3bXcyBErwXxxvKAsEbajTFYP4kC/jn9uw5OTw29OXVa9f/3k233PzA0PDwCUBFNmPfAJGTCwLNzMxoN3usW7ZsyZ386Oio1m/YqJVEEYbYGy2zL2uAQlGskC2JgJSG1/rzTNReMZGJShwQUnWQVA2dqpTVCXuWo0CWNusVVkWprly8qJf37NGWx7Zox9M7VGKyuvUtt2vp8hVqtIZUrjU1ODqh1vC44lpLiQ9kv1vRYdWUbzGkHqfpKRcUMNmjimMskE2M+AA5pizPrOjwmo5qO9CUqZVpFHke7+XhoRrH4HAITOTXzj11dJHLTbFRSuMURpv8M1IOHIlnTk5JM8jyEBUJlNGLUa4L5zRHimlh5HFInv68UnMYdGRtUDUvz9vAjd/JzzPLIADVJMYnRDgXKHBhfm7iTa8EUJPmhGwKDUyYc/ToAqOcgpxEauMzW2SMM6M0l03qnMv7FC8DFD6jtYfQwfRyOQ/2QwZVQnU4OWgn+sno3/iMjFfwixcSeFd+5vSKF+0QT5+LZVa3qAvSqEA9y8gaOme1ZLlfnXNyzklCX/EiH0DOOTlHWSY5SUHgSN2iDATbPUGxnHNQIN7oG346yuS4D5SPycZl48skgSUXrxUFsMnKEEWNl12bFNtkpislGQwpcris8AWAXuTRwBx0wgXOCf7raZp57l94ENiHLCLRocOFNNA8NJc4zRKemOn2tcD2Rp/71rEIKLEVWSqXlQOJZUtk/1U4jkOdOX1SBw/s1dkzp+TSviqRV6McqlGJZc+mT3pKux1FXKsI23AowBZC5wxd+kTcDFB4cY0DuFykoFRVpTGggKhDFscqt0E7/JAAABAASURBVFqqDw4INXXx0iVduHBenfaCyjF9lErqdDqaW5jP4kr5ym23v/XBtNv75EsHjr544PLlWYmOeXv1j6KHPw8LBH8enRZ9/sgtkHzuc/ecXrZy9dfGly394Op1a++66eab9na63dR+QbPfT1VmgrKJYP++g9q6dauOHDnKZNXU2vUbtX7zDVq6crUaA0OKcPwBIU2LbHgmIs9QPKsaWxGGTorDgIkllAGIMmCiTGGFia4aR/nqqBoFqjO5RZLmZ+d1+uQJPfvsM3ryyae0/8ABwrcDWrFmnWqtQVXrAxoYGSdKsoQJbJhIaZ2VW6QOs/UCe8xtIhZdJukeKyoDGSmTbYaTTfPJ3Yn5MXfYzN84DeXnGf16Jk9BlmYePolZzkEBPE4ZdXm51XnqoAxK4bOUrDxjl/FBi87H44i8MhhSdMr7lGSOxupRiTMn55zwcnKs5KIwUhTFCiMm7SCUF31fay/yKULMMRu5wMm5RZILRG5xTMYPWb85+Wt90ja3g53DncnKIVJPTxTz7hYJuwkebx6CvOlswjNW6R7Fvc84tRZwOScFAZlrtqI+804Igkf5eD1lnjJaUeyVoYvPm8PHkeepR4jstcgPg5W5IG9jZVZnunjKDdjYOWrKmS2MHMI4RAtLAhcohNAONpPnc1Bpo7T2PtfDXxejgPZOgZwzDpMiifbeffvcI9jLyUyT0o9n7D6vd/LG67U4PpGBT5QZZeQ9tkwTLwOLvWuO2py1Rdn68KfwZNyvmUIZUMjBBDfLAm2muwlAwmu6k+jqfFcLPKNBqaIyW4MRaYV0bHxcy5cvV7PR0OzUlE4cPaIzp06qPTerGL3r1Zg0y5/FSsw4iUrwSAIsuN+8xzamJYymRybAD7qmThn6yO5L+nFxWVG1LlcqK+DZrw8MqgGg6PPsnT9/QZcBFBnPXxN96myFJElf7V63X67Vjm++6ebPDI6NfPj5QycOSepBxfEGt0DwBh9fMbxvWyD9+Mc/fuHee7+2fXTJii8sXbHiD5YuXfLC9Mxse3Z+3veZ8GImDJv8jx8/qSeeeFI7dz4vc472OxWbb7hBq9eu1dDIiCq1GvONOUKIVYmnDyPzKI6J0m6qiIk3CgMAhlNMQRkgUY1DJjenCvlmraJ6tSSfJvm+6/69L+vxLY/rmWeflf030+UrV2qYCbNSb6gMNYZG1BweVbU1oKBSAViE6jL5WcTCAIYBiy4TMQEM9TOnjMk88y6fJFMm6Szzpp7yF8pyoKleQU7eQcYHk2eeZY5FjrWD5PM81Uy4VJrjAATI2iDM08CTpjCYIyehhYfog4rMcsYrJ0fbIAoVhJFC7Bfa5B2Gcs7Rh9AZbtqYU/VytLzWBpuKc87yMrrMx+TpbNHxWl+SjdXOKV4EOcgyGyRM/AnX2VbHVu9NAA4VkYgNkKn85XG8Vm+Owr8CTOSV6CjIG1GQ83nGCclRwOEhx4mljAR7WY4S2ohy8bKSnFDyWzKsnEIOxnVNJice2Sk6WQqLnHPiTfayLJyWzYsWQYIj75QPiLYII29Xk4RzGx+1OY8LzL7XyqmTW7QDatGMurx/S31uV9PBaLFeMt3T3Eao4OAjEfeeibL+UxhTTszmecp5H0q8UwqYSK5Rjzbt1AEcpPm+B0ykUCIrc0QIonJdYanCs9fQ8MiYxoka1qo1zRFZPMl2g4GJqcuXFdBXk+dzoFFTJX/eGA+RiozIRIRuAXbMAAOO6x7Qt0wPng/TMxP6B9yHLBisrwj55VZLnns1LJfVGhhSKS5p+uqULpw5pzm2K2PaD8BXCiLNTs9l07PzV2m7Y3TJxCff8vZ3fuzBT3xuh8QuDW/F8ca3QPDGH2Ixwj9mgd4zzzxz9NL5y19asnzFh2v12lfrjcZlgEX+uYqoVFIURbLVx3PPPa+nd+zI82yTaOPGjVq3br2WLF1KJKGlKI4VMAHFTDIOZ8c8qdQmLDLMawqDQFEYqpSTABOBFkEFaSlUsxoTii3nZY4ox9TkZb0AiNm+bbuOHz+RR02WsgIbts9xsAorN1oyYDFA1KI2MKywXFNC8LbHRJyDCyIDXcBE34dKFSphku5nzGYQVTgID+lPf+FlmB9fUU8BZ/gU5cSg8vGRept8jWhgTiXDqZgjT+nIUk+7zOoR4XE0snxOQhaFCmTlxidenjpd43Nu8bE0x0UVh5NzjnTxoHsyjrJQynnhZ6wmw/rMtDhmLgN2ENfE5yDFQGMPZ2KgIk09XEIGbeXImF7KX5ldQzoxB5iPi3ymTHkLt8jL8lbeYU9BjF2UO+cUcM0tn5OuvWjonJPLT3n3RpyYXNp6KCMPmxXm18h054S8g6SM+8P0ojshyqosm5OdmMjrJ845OSs0yoV6zj1npispfXEi51xOlr+ug/XL8OnPK9cpZyePUdNr19b0sLqcF1mejCc1ORn5nA/72r2SorfZkVMRWAPsCiDs1UulPkr3uQ86WaAFzuf7gIme11w3zXkUlVWqNmS/K1GpNzUIqB4dHdPw8LDsB6nOnzmj44eP6OLZs8r6fZ6nilrVCs9TxDPHdSXChOWEBWVGZLhcH8ZMn3adPP0zJBYNynXLXKggKikEuETlqgJSVy4RHRxUc2BAKffOpXMXdAXKOj01ef6aFfgy5+fn5hmeu7xi1aqtlXrto8vWrfjsv7rz3x04zHDNLgW9OSwQvDmGWYzylRbYu3dv7/5HHz12aXr23rfcdutvLVu24ouDQ0Onpqdn04VOl0knUokJZaHd0Z49e/IPUB48sF82Ia1Zs0ob1m/Q8uUrWLEMqFQqKwhjWWUYxfJMSgmTauYdE7KTlxOLQEXeK2SCi51UDp0inJFtiTRrJTUAFhW2RCqAjKzf1fEjh/Xk41v04u7dmp2d0fDQsJYtX6lBVmaVeksV9nObgyOyfzhWaw0pLNeYnAO1+56JWEpdlJ/3magTHG0fyleEmWQTfoZW3gjPcd0RKH85SvUtyqg3x3Gdx8Nj5zllXhzfopRKI6vzLpA5Fe8X5Tnncr5FR55928ETMTAnn1zvB1sJ8tfIIUeyR9RJWqTrfXrxQr4Ym6fOe+V9WP8JTCmUIDdFKVsdW6g9ob+UaT+lbNEJSs65nHizE4BHin7oiJP3WMJTb/YykpMMRARhIIrpL5XxyMpRABWuww45LnpK/845Wd5saPU0kHOUQXkZ7ejYipHnlaG3naekDrDqTQ94OGRjy2WIl0MXWnmrQJZz6CQnG1dGv3YWomeAHnDnB02MQ7zR0toLmRBnCf3l14KImadP68vkpNgso87OTbade+9EFzJbWmrnOXF/YQDqsBb5pN+T914JNvfomNJxqkB2L3YZSCdzst+UmGV7Y6aTqp2IfYFIWVBWGFdk25BlonENgLT9XPaypctUJYo4PXlVp44d0wUARa+9oEoUqknEr1Ep589WiFIOvR19WP9BEMjI038IYIhKZXELyCIlqaSU8hS96FRhqSLbUgnismL6rjUbgImmuu22LgBcZq9eVYg9mjxzdZPDVoyc646OLzm2dtOmb7zj3e/5eMVVv37XXV85gWgPFcebyALBm2isxVC/0wLZzp07p5dNzT03NDr+4fUbNn6y1qi/cHVqev7qzKzv9RPFpRJzhSNacEzbtj2lXbuex8HPEm4d08ZNm2T/AGyQLZCIiccmySAuqWQrlqgsm5z63qnHZGqhczFJ2/5txB1naQyoKDHZ5z/fTb5eiVUvl1hllVQrRZqbvqpndzytJ7c8LvuKKXOkhlmdjU4sVQswYcCiQZSiNTQqAxWV+oBcXGWSDMT8LBZ5stVfqlDdTORDpS5QgqCUZZmtGi1vzsLLKaXcJl8vLebz8xTnkFKyeFi95fARsgkZsbLaxbyTx2lkyLK0T/uc99q5ye/jrKzPxXymfr79kCplguaQ9W1prhMnLgjl0Nn6+xYh1DuhlzmqFGcFMZ6Ehibnemp5UyFBuYR6c4gZDf11EkJMlvcykMC78G9cr74SylIa29hsPJaiDnyS8aGSiK3Lc03dNRkm39PGdM9IzYElSSJLA8dFh4/G9i7MJBdgL848fZEgmHM6yTIva5OZjBDnyrk1cLJ63p2DHUZrlydezrm8DYlMB/EyGREgNQwDBVSYDgFNkZLz85bbPUU+5snzCU44ha7rZDqkVBp5+KzLPI98hq6EOkvFPZYBXjMzIHVOmYLQIzOVw5knyKSEaJqDgvxe7CTSfC/TTLuv6YUeWx1eaVhWUKmrVGuoCtVrdY1wj68ASAw0mmrPz+nsqVM5mJibmlLkJAMR9tzYsxR4eskyOaIiQtnQOQUAfPFCfckFaOby69unII/ecT9kQSh7dkPARMzza1St19Vge7FSrejihfM6ffKkegttVXm2G2zBBF5amFtIkyS93BgY2H7LHW/59E//zF/86Je+8eCDT+3Zc1W6frXJFcebxgLBm2akxUD/RAt8dOfO/r3f+Mb+lw4f/43NN938ocHB4Wfn59uXiU4kHaIVpShWzMQ+zQS258UXtf3pp3Xy1GnV2YLYsHGTVq9ZqxH7rAMTXsrE6gP4qzVWOmXZRMWUyiS22LVzTmEQKGKSj5ndY+6+2NLQqUp0olaOARQVtVhtVQEzPunrLBPZ1iee0BNbtujE8ZMql2tsuSzX+JJlahECts9XVOotohfj+Qc4S4SGE/ToMFEmLlTXB6z8vAxUGKAwx9dngu/jDAxUZEzCaZ7P8hkwYyI2IuHc2bysjMnXyr5NkrWlGanlpYz+dO2Vy8twvUzgXo46jw18LstjAyNjtTr8vVKcgPWRWhsqSCjzErzCaVzv1/LOuVxOShtzaAljSZJUCU4koSyFMhwbboU+4TV+9BC2cJCwv1wgD9mIU9qZfI8dEgBAviXC4A0gggXVQ5lcR++UOUc7SDYWL8e1c+in/EWZrE7U5gWy+ms5EhjtcLzBR8EiI31xMCafn7u8DlkU+mukvMzJXotlloOsCOLI25sNnXMKGGMYhjhT8pyHAfkwkHOcB4GcC2QvelSWYQX6sbIA+wTUWd5IcmL4yJZgy8ljh5yo8wqUcZ5mPr9eZqeM8wzBppPZNeXcbNnlGi1+3sfn4GG20wdM9PKoWhaWZFsMcaWmEs+OPVsWlVs6MaGJsVF68Tp3+qQO79/H9sZpsd+hRrWcPysW2SsxtpixhZ6O85syzRVOyVPCMBwUKkNnA4t9ClPGmmEXSx3PuPVri4EwLqlWb0BNIjCpzvKsn4M8+tfRLaSflPxCp9PrpdnRgZHR+wH2v/3Urh2/+7VHtjx3/PjxjorXm9YCi0/Wm3b4xcCvWcAfPXp0+hsPbbn3f/h//D8/smTpsq8FYXx4vt1tz83NMyU61ZhM8F06dOioHn3scT373PPqdPtavXY9kYqNWrd+o5qDQ4CIQD6KoBiK5OJYCROYRTz6/UQpQpiTFBOmLbGCLMWBSlGgClGJcujyvJ3XyhH7wSUEkUjEAAAQAElEQVRVYqdee15HDx3W449tkX1w8+yZ86pW6wL8aHhkXKPjS1RnNWW/YTEK0LCvudoqT0yOWRSrx5Rsv2PRpv8u/Sd4hwy3x7SLw8xYlSeLq00Uy1K/6CSYfDNGnubEHJ5BjCOFbDzmbJPMMx7IUpNJXUY7EszqcrI5Pncs1BsIMQdm5xm1NKMv5HJicpn/ZalHj5zXZJHPTFccPmy0crmDS5HXZywGjCxNUCjhPEFIimAOmZxcF5ykckInS5HrIOWVmQKHTCSntE1QIPFOKXyWGhlQTKg3mTJeL3RAK3TyCLk+Hm91OR8MpJLjgGQvL+fI22FkRUaeE2/y7AQyHlFG1sCDFJBb1I/Mdx/WllLjTYkAkVVoYCIIaOkk5DEUBWT1rRdac2Ey9GcUOFr6z5lC2EN4LeU+lsuvTwYvZuHacK4A/kXylqddCl+CHgljSSHPeUZfPa5Jz64JZZ0EIAHNs0WwALXJJz5QBIioNweUE458iGdoiQGJ0VFFks6fPqWD+14mPSml3RxINCqlPIpXJkQRsa9hQCLgOtgYHSmjURiEKpXL8uiHGjyX1GAXu44J+onnIipXADBVlYlGlImGVKAyEQpP/dTVKZ06flyXL15UnbImPClAwrnAd/v9hU6SvDg4MfH7I6tW/uZkP3t4586Dl7ds2ZKoeL2pLRC8qUdfDP6PW2DmF9//7++NffQfbth84+8ODg69wFw6t9Dp+nYHtxxGrFwamm93tH3HM/r6/Q/o2MlTWrF6rTbdeLNuv+PtWr9pMzxNyYWK47Ii9llDyIUxk7PDcfvcCSNXYRCoFIYqAy5CJveAwjgHFaHsa6aNaoloRZWVWDkHGr1OR0cOHcz/N8jXv/Y17d+/XwEy7Otzy1as0gShYfucRb01SLRiRMO2PTIyKpssRf8JE3viJR+EOWUukDmDDMfAHK9OL2HLxKOfhG/FabpFnfEO+G9lmaPcyiRzMuZgbcWXAwtOLJ/JKwhDOfTKJPh9TgwNeYv5jArvHbXfPjLam1PMqLxOdm6h9m+fC+lShnJZak5RuUzTJfWLshPaJ9gyg9Mj3jtcDZm8ntR4Saix/p3sL4BHCrg2gCtk9zMHCHTqpU72+RMfRsrgWbSVyyV7+vg2mUSHTA5veWFfOw+Qb/0vlslTZkSpIGfkeDe6xiL6cejicz7lL+dIIO8ZM9nvOig3GxmwMg7nYIbJxkqS28jEW7HZJUX3DDJ5Vu+ck3NO4jDyuWdmnJwbD5eG6y1x2fI0RbcUgSmpN125nzL0TinrY3+L8niuv6c88RYhy/IPWrbx7D2Fwour2hzUwPCYBodHZB94Hh8b0xIifa1mXYQGdeTAPh3Y+6KOHzmozvwMACLMn4NaGfANyA5dKk8EL+v3uF8Tefo1XfPxo7+DetzP3jsFXD/e0N8BLEKFMc9TtQqYqahcq0GACrYta7Wq5H2+vXHsyGEJmaODw6RSr9fn1GdxpTpfbbWeG1265DdLpdrH7v7KN54HSMypeBUWwAIBVByFBV5pgeSZ/fsPfv2bWz5y8cLFX3/Xu39864qVq6bb3V46O7/A6oRFiAtUJmIxyTbIo0QNtjz+hFwQauMNN2jzDTeR3gjIWJ1HDTy8QVhi8qoqsBUTkxsS1E+z3IE56stEEqIwUOi8QnnFTIb22YrIOQCHU5Uox3CrqaFmg/NQ/W5HF86e0batT+pzn/scAONBXbkyqfUbN8p+3XPlmjVM1iOqNpoaHBnRxPLlWpp/DXVCtYFhxXXCuS5Su5sAIlKcplPqQiVZIHOmvdSrD/Lok+IDRAI5SGjnsFUgp0CLL2dzsMzpeEozJnDHWITuWeaZ7FNlTMwe5oym5syMMiRloiCXY7IW5ZhTyPmZ2BfzXim6sDMhfCDEOateqhWgs1MoR2p5yWSYTAg9vBE6ZNeJgeR5lOHQK1+egoT6Hvv6RuBH2aq6iwFS1sop/aQMwCNT9OOMPPZAtry3M4qdXvm6fuYptLGQ/AmHk3PfpusMzllZKAYpGCQ52SuXZZlr5M2O9J9h49SMlLdb5DU7W79GVg9bfi0SVtpGeZnJxX6e+zBFZoa8FMoQkfdFamV2btSHp59mgC2IPvvYI1Ww+NkI8n0a2c9m98nPsGU40+4SBXNyRCKq3HtNQARbBKoBegeJQixfsULLuT9rOPQrly5q357d2vPCc7p04YyyXlfDAw1NjAxqsFlTtRRx/zuVub8Cbgaf9eSzvrx9LTRLlPlcc6EC4EGck0MPWOHzCgDuZUBDzJaiD50C5NUHmhphW6VUiXXu3FkdOXKI56ut8ZFhWVRiYX5e7XZb3rn0jne+89KazZsfD6r13z587th9D23bdlESnfBeHIUFsEAAFcfrywIOdaO/9bf+FrMtuVfv6J+bmrv3qW07fu2mW2+7/+Zb7zjT7fv2pSvTfmp2XrMLTDJBJJuEn3v+eX35y/foqa1bVSdse+utt8r++dfmzZu1ZMkSReUyfIEynLgLIwnwge9SH8fYg1KoFMeKw0COSdoxA8ZRJNsGqZZi1atlRU64tEyteoVJtknEIpLt6zqcyJkzp3TvvffoIx/5iA4cOKAVgIe3vu0d2kT/o+MTAIuGHPJCIiW2NTIwzGRJaDkGFKVINafZw8n0cRQJDtLSPFzdz9THoVIF2JAS8ik8GXOoORcmWXLm0pS/vHkscsZjzixFtwRiSJQyNpyXsVh0wchWlebUvkWM22RcJys3WZYamZ2SJJGldi6cp5FzTpaaPuJlM7xzTrmemXIglDEu0ylDgUX5okmggGtITlSLocnG3uml6hCyYYGr+YUeZcgAbKXeyUNi1e1wwqKPXJYWX2ixmHnFu+lCo1eUmAcym1FDAxc4xDjqkS3IW53knMtJf8IrV4H6vAoxHrtl2JmLkbdxzuVV9uaRZ2POuAg2/tRSeC1vY8Y83Jte+TkFyXV+Uru3bcyLlMnq0rzc5/k+/D3kdblButirQ9qzGwMAbZ/lqTYGVGkOqD40rLp9kJjzoFzT8PhSrdu4Kf+HfCiswwcPauezzxCV2K/27DTAIdTIYIv7vKFaOSRisaAu234+6fJ8pEr6PHsACR4XBQGjDDKuX6rUQAX6ZGYPjFFmS4Na6jIFUaxSqaqYZ6BUKas+0NLEsqWqADDOnjunw4cPaWrqKs9aVYPNprJ+X1cuX9bUzLTvpGnn7/79//mUj+NPn704+b9t2fHcPadPz0ya7IIKC7zSAsErT4r8a98Cg4ODA2vWrLmFcP9NaIt35v3VO/yRM+ef+NjHP/2vH3r0sV8K49JDjdbAbKfX95NT0zp/8RKTmGRh28mpGT3y2KO678EHdObMGY0Tvr35lpt061tu0+o1azU8Oq5as6WoXJU59qhUYjIEkAAmkKcO2xnOOUU4fgMWFQMY5B2To096gA2nGm1iF8i2R+qsqEYGm6qWy0ywfVZVfV1mAvzSl76sD37wg/rmN79JP5Fuu/0t6PCWfDukSsSi2mioQRjX/jvixLIVGh4bl+0hZ8jt4KxtZdnHKXRTL6M+YX9wBE41y1elfSZsc0rmoBbJazHN8Js+p6SfLjp9nI/n2lD6XTwZdSYnZXwJDs4ozWWbww2UeZfbNqEOyblc6ydBx5ywW3KNsowe6AiR8AnihH4zkyePLL9YBgMH+W/zBIzbCUfOmBGjHtGQLuHtbj/Lxz8z35HlvQBwUAZ5BYsyaJDSB9LpzQ7kkHjr5HqKKs7RA0TRtw/KUe3b5+SsmbW1Kk6/dVgZGsu5RTnOWfqtanQxC2V5PW8cLq+0dtcptwX2stT6NZ3zOsbguQZ2PTJSux5GJtH0sNTOE+6H6/a2e6CPskb2mZyOfTYHMJFhFxeGyrBpqVZXWK1LpYqCSj2/55auXK31m27I/5uvPS/bd+zQlse3sHW3Twsz00QepBbgeaBexcqpup159Xsd2dZfs15GOvdV0mF8/hpJdMWbV3YdTDB077gO6NfpAkDIVyw6QgQkApyXoDrPwBARiIXOgo4eO6Lz588qCJxarTpAoqvLly5okmjJzMxU6oNgptxoffPjn/mDf/ngE9vf/8CWLSckZVBxFBb4LgsUgOK7TPKaLnDvfe97N/31v/7X/wmvf4Cmg9CrfaRd6VAn1R9enJ78F8tWrvjtm297y+lGq9W3z1VcYqthlrBoiVVPuVTVvn379eV77tFjjz2mDuHeNWvW6Y63vV033XablhDarRLBiKKywhgqM9mGJZnD7iZeQRBBgTIm74zlciSnUhSpzmRYDh2gQqpWItUqpTx6ETEJlqOACbeqwVZNPk0Usmyz/0vy1FNP6a5PfVr33PtVXbh4ma2Qzbr9rW8T2zcqA0L6OE18oar1ugaHRzU4Mqrm4IhS+jRQwSKdULVkTiPF2SZZAKhw6qNnH4WTNFNieuKQTM4rKaHM08a7AN8VCDYoy8kcWsZk73PS4lhpnJeTvvJiWpnxWZnnzRyblWU+w2Y4HPbQ+4y5ByUAD1TKdUrpkEOZd8z8Hh0EOQnnYnIyKS/PKDVZqbXF2fZxih1ovufV7iVqAyrmO336Qg7XxhNhkpx85pVB1h8JUiiT5JxJ98q/hsr40kBKKMvMDpA4d47eqYNLxi2PXnK5PjZWakW1PMx5lb77FcDvqBfjsTGkNDAyeUYZIhNslGHPjDqTm5BniMgOJHRxCmUv40kZiKceVnkaezr2crLU5HPJZVsdPfq0n2+aAzC2MXAXvh6UIMuxbVeqVnPQ3BoYzCN1dbbWli5drhvYCly3bh33ZqgTx49p+7an9MJzz7Jtd1bi2hmIsC2NBmCiFIcKsFEYeNWqcf75ojbAYnZ2Vv1+T84xOBTP9cb4pifqy3RM0UWO9iHPURirRASuzjZLyHPWRedSuawlS5fmP9V94SxRiYOHNDs9y7NU5jnjOUTIPHtdM7MdH1aq8zfcettzSRD9087k7N8dHlv2paNHj87QtYeKo7DAn2iB4E8sLQpfqxbwL7/88oUnn3xy2xe+8IU9KNmDfhRHRif92dnu8YNHD3+m2+n+h7Vr1j/YGhw61e0l6dTUtJ+ZmxUzoaI4YkXb1/ZndujzX/yinn/hBYWlWOs2bNStt92uG266WePLlitm9WYTsW2DKCopjCtKmQzlQ4XB4mRvbi9wuB6fCNzApCfFhHcjKGTSjQOvaikEcMSqlCO1GqwE2R+uM7EHKDw7Pa3dL+zWPfd8RV+8+8t6ec9LajYbuo0tmY2bNzH5NxREsQKcQaXeUoUIyuDYUtWJYES1hjxgxxyGOY8ODqePzASHk+IpszRSkgQClygvw6mkGeAB8grE3CxzZg6AY2QOz5xa5jxzvpMLAskcgJwChwOA8OsyngAQ5QFL5syMAmwqAJWV+byZk7d653DYAc6YNBNgh6hCkqqHh0lkZV5eAbwBthXgKFPCPnuCPXtJn+vUVULoHDGAnURtIkEdL3Wxv415dqGjG55j/QAAEABJREFULIwUVuoKyw2ZTSy6ZH0n3isVL3hpojSXkzFmrOS8EmozdE7QM7EOcHA0EacQWtHIOSfMJUwqAyEZbahUCqPJ7ieZ4BTDwblLzjmqnShUxvUwIIBPpRVyqFMk2e9jJOiSgB7M/iYLMZILFTAW5wJkOWQ40kBOAU04R5BHplHAdQm4PiTq0bhHXR/ONop04e/kFCrh/ggqTVVbw9xLQ4rZzijFZdlvRqxiO2Hj2jUaGRjQ9OSk9vAc7NzxtI4d3K/O9FWVsNBANdJQrawG0bZyHCjCOAGD855xc536dj2ISJh97BlSEGOLQJZyQZSJcx8pCCuKSzWevbJcUFIYV1WqtZTxTLXRNSYyt2TVao1PLNXklSnt5Tk4f/q0anFJQ9zzYnxzc/Oamprzswu9hergyMsr1m3+xLlLs78yuZB8/cDly3NbFr/BwVVT8Sos8KdagLvzT60rKl6DFjh27NhZVuD3Tk1NfQn1ftSfru6dPXv5aNRNPjs/1/4/5+bnf44Z7EulcnV6mpXO7Oy8IsCBY/IOmbwvT07qyW3b9OiWx3XuwgXZD1NtuuEmtiHeqhtvukWjYxMqVRsKw3LuFBwTdKlSVcRE5xy3JtOXTezlUqyQU8ckGzLhxpyU40h5eRRQ51QCGLSaTTUINdeJOrRaLVkkwn5Ua3Z6Jv/k+nPsUz++5TEdPHhAA0z0byNycsNNN6k1YM6gohKh4Yg9ZvvQ3BBbNA2ARanWVEiExDOZd1ixLxDe7qVeZGWgIUXPjEk7MWeD87EQuJUnTNK5M6Pc8hkXyxyUd87mbxxDBnml1Btf7vwYm4fkYObw14jESi2RgkCO8SsIlblAGcx5fzjhBEeU4hStP9t2oUiL5JVRnuJkrT7vi4qEsj5lRqib92HOsw0oaYOULN9jZTtgv/dhAMtFclGkIKJvtPEulEKAlY0Bsj7oiD4NDkiZg+AzPUlEhcAaOHChtfJX5l1+7b1zMnLOUsnGjplzHnvz6GvyzeFbapSXIynD/p7UKKVlbk/69kEgj41keqJ76p1SHyjLiX4QkMkrtwNj7kMMQx2iM91uoiTFbsjIjJCRhbFi7q8y4LPaHFCtNaAK2wcx90cZEDsyOqJVq1Zq5fKlsq05+/2Gl3fv0t4Xd+vMyePqzM7ILFcGaFW4b6uQpaXIKaYsgsIgUH55lWGnNLdXRFmJZyPmHhd5Lgm6Kb8He+holDG+GJBeBTzEPEMuKqlcb6o5NIyOTZkdjp84oaNHjmhhfkFl7vOYa9lZaGt2Zg5gnGZjS5bOvf3H3r19en7uX9UbrfeHc3NbeLCnMJOHiqOwwH/RAsF/kaNgeK1ZoH/06NHpXbt22YOe/Tko19+ya9fUjl27jkxOzz1cbtQ+sGz58o+/453v3Hvl6mxy7sJFP7+wgFpMjEyAc3MLeumll3Xfffdp2/btTISpVq9eo8033Kibb7kl/8XNYfZzq7WaFifLNE9tv9cxsyY4vB5OPGNKC4JQcoEyTswpciJmSgVhpEazqdVrVss+CDo6PKJSXCJi0dTI8JAGiEo4nO301FUdP3Jczz79rL758MN69tlnZY7DvpnyFrZDlrPHPWAggtBwwGRbZUIeGh3V4MiY7D+t1nAiUbmq1IXqO6eevLp4IAMZ8/0+WySZPDom3uOkpH7qcGAS6sIZ4E/RPwsBEZKtvvu0XaQU/myRj3Eafz42c5KcmzPVK17OBQog5wO2TIQ8D9EPd4PHaWY4mQRwY01oLoau3GbU5yn1lqakPfhMB7Iy3gyQ0QNM9JNEjhJzOj324u1/SNTqDcVxWQHX1RyUjbOH8+USIX+xf+vTTgIyjoEYBcg0JZz3uUyqkOzFqWVzcl7UiRcZq0Vpj1N95dgtb9c9oz5zym2b600TT0HKWNJ+qhS0l2JbG8u32tAZ6nyrDXcZMQLllHItjRJsB47gOjrKA3kAhAtiBUGkUrnCPWYgtaJqtaJavap6rZrfWxPjo1q+bAkgtamk19HJ40d1/OgRnTpxTJcunFdnYT4HDLVKSdU4VBkgYURWFmWz35KgN8afASK8AhQNGFjE9S35UCH3DO8KuO8cZRn1CkPFbDNWG3VVm03F6GL/xCtDdkSUrjk0oKUTS9QEAHUAECeOHdfpU2fU6XQBE5V8TPNEoKZn5+g0muXeP7p85aqvT8/Mf+jy7MLWex966OLOs2ftQfYqXoUFvkcLBN8jX8H2mrfAj1zBjB5nG42h3Y1a63eCOP6F8YmxuxfavZfn59u9WVY+5jTN+dgEOEm0YteuF3Jg8dzOnYpZId3I9sdtb3mLNt94k+zbGBVWeuakPBN8iENHJs4rkgtsupUy7yTnZOcGIhwTfUqZKRLj6JcvX6kf//H3aNOmTaqWS7KVXRw6lQKpUS1BFZWJbCS9rs6cPqNdz7+gLY89ln+A88CBg6qwyrzp5pt1y623ac269ao3GvQZKIhKqjVb+WqvbtEMHKsjnOwpFw7WAV4yF6mDE1vAGXdxxouUETKXUpxdhiPwipQqlOlsZONJRb031yl556AAIpWjBqJM0PVZHVYcMWccguzc/HXGm8cQdm7lKE77QI6yLIORVB55EKzK0gxw5wEyPtcnk6cJZJUICsMAUBbnfZWiWGvXrdWGDRtkH8AtV2rKXKCOOXDG4xkb3pf+HIT+3in/y7wCSnIggWKW2nngRL3yl4eXTjjQkX5zAIAOGfmMNI82oJtzTi5AtnPoqZyszqIIaeqV0hdHnuYAh7IM2VbfJ2+U0atRQs9dZLcBH/MAogUAq21n2PaW51qKaxuWa4ogi1pVqjVVGXOddJCoxPDgkCZGABFLlmiCqETMoC5dPKvDB/Zq/96XZM778oVz6neIBEROdQBqowoIKccqYVe7J/H7WE5yjFNE3rggDCqDuCMyT7lTyD0VYmdRnBI9yRiHsEEURarwrFgELghjOc6jclllQHkFgFFvNQE8dU1evqRjhw7p9PGTmr5yVQ3u21ZrMLfdQrtr1z8p1eqHo0rlD1Lnf6FUqb//zOVDj0myxYqKV2GB79cCPArfb5OCv7DAtyzgDx8+3P3mU08de373vocHhwZ+PXPBf1y1bt2z5Wpter7dSRY6XW+TYKlUVqfby3+2+5lnn9NjW7bo0OEjag0Oypz4W9l+2Mz2wxiTdFCK1feSrfZD2oVMli6MpABnglMw55HgELtMsj2cN1nJBerjSepMmjUmVideHteR9KW0J1yjKky8VZvUARUZ7eYIQV84d0779+3VMzt2aDvbM88+t1Onz54DTLRk+tx0y21atmKV7OumJULKJeRXmi3V0LtJJKQxPKwqTsbCzQYsxATfA0D0MqmLw80/3NhLcb4ecGEkVsDKx9e3seCMkyxQQpoqAHA4JnxSZCBC3jESF0qQh99L8pZ6ykllZHnIe+po5Mk77OGRYUQDCdl5Gf14ePCni87XeODFh2G/LC8LsXM5jlnJllTF9p1uW51OW0uXLwNordMQ20EVojdhqaIMvTJkZ0LvjG5IGYACT4+c22rbeY+D5ISOHSwBPA4im6uWedrCYwDhOmWZNzHK4LDr7Z1TTl6USSlpAk/CQPqkHNIrdEkZZ5K43OZ2Hbpppg4AwkBfl8Zd1DGy+yxh/GK8QbmqwEAEWxq2XRBXaipBDSJTo6NjWjq2RKuWLddy7tFWra72/KxOnzyuY0cO6dyZU7o6eUkLCzOyz/iU40D1alk1ohIWhQiyRKG8wkACY+QUOp9bLmAMDtsE1GN6eAIFjvtdVuJEtXIbeKfAhdxiJQVhCEUKuafDKFYFsDPE/TjAfdnt93Tq9EmdOXVKFp1IAbm2BRjDl9g92e15tkamiLxtbzRan1AWfvTAsTP3/+GXv7z36NGr01o0MUlxFBb4/iwQfH/sb17uYuT/WQv4CxcuzD+/Z/+uSj39o9GJpR9at37jF4Oo9CgroaPtTq9jE1nEhBYyAV6dmtKLe/YAKh7Xlsef1EmiBbby3cQ2iH0jxL6jP4CjjsplZUGoHs4gy7sPCO3bqj9Vp9tXm/Btu9OXfe10gfDtqZNn8g+BHmOfuNNekMtSRdzh5SjEwWX5hB45pxCqlJiEIasPMq+FuVkdO3pUL7zwAuDiWT3Ddsj+A4c0Mzen5sCgVq1Zq/UbN2mZbYvgXGoDAyrVGopxLNVmS3Um8hrAosx5qdpQWKrKu0j2T8oWQBcLxNLnARbztiIm7TCxdwFAHSPy9vmMLqlRx4ASY4YNR+IAGQFOlLFrMc285Z0yHIy/RhnAIF+pp6JcrPhDUkd75amXk6e9pbAAYLzoDnJKvISPtRUrPFLENSph+3I5Ur1eVZL0dA7gNTM7p7GJJbIP2Nr/UrG9+oT+M1lf6IYOsnOEOfpDCXuHvCzPW36IFyXotXjquR5GGZwZFUbpt/JuUTdkgwfEboYW9dYrUp+XY2ZAkcfmEExtszUXoG1EwwUEmG37JjuI5OKSAkBRhDMucS0NLIaVqmIiVWXOW1z3Cca7YvkKjQOimgBVc9DnuV8PHzxEROJQ7rSnr15VghMvcT81G3U12HKolkuqQFUDsGGg0Ekkihh7IC/nX0GcB04yCmF0MHruewM7PWxptgA9yMWhHNcmCA1IlIgglVXjfhsaHFCr2VTKfXPpwkV0Oq0rFy8xSq9GvaaR4WF5jNrp9rJemk7XmwMH43L1XsD6b4Vh+fOHzpx5+fLly7Oo5qHiKCzwA1sg+IFbFg0LC3y3BVKwwtSlK1P333TDzR8pl2sfSNPsI/1+8tDc/PzZ2bn5hHlNMRO5rbjOX7qoHc89q6eIDOzAgduHOC1CcRNbDpvYBrHfiag3W4rLFdkEa43xEzgih4N1OBQcCY7X9oIvXb6iU6zInkPO8ePHmFz7sjCyI5zMYpFQs5PtVTscuP3KYDkMVY1ZhROtqFfKbIdUFRFO7rMSv3zxwmLU4pkd2rZtKyDleZ04eVLzbONU6w1NsEpdsXqtlq9aw1bNUqIXg7IVe7UxINsSaQ6O5Gm50VRYrktRWWkQq6dQnVRqJx6yVPk/ilrA4c3nlGgxBSzhADvwGXVJjfCPygkj4hvVw9m8kmgiWJV6R2okUgh+s1uKu7AtJbM9ZpPZ0z54abLs3LlQURSrhJOtmDOsVHKHND42poZt/2QZtvcyULFm3QYNDI/KhSWuTSw8nblFeR/kPJmEHvBTatsY3yLOwQZcP6s3csocbaDUf1tny6fIsjEZsOrhgE1XIysznW3sZhdMh129crBGpdl3IcXGKGF1fSE/iBTEFQUAPaOISERcqatUa6hcbcpAYIV8i+2MUcZrX68cHx/PozTzAKmzp0/nH2g8tP+gjhFZu8SWhv0UfLlUUqvV1CCAcgjHPTIyogHOy6WI+0kKg0BRCAVOoXPikDc7Qj7jgshezt5yyhgnaqtHUZd8D7uoFCvgGQgAeSFpCQBUJppS415sNVrIDTU1eZVoyf0K0GMAABAASURBVCldOndRSbunaqmsJtcsBDETsfDVeiMZGR8/3moN3VdvtT7S6ya/u//oiYd27t17ko77UHEUFvgzWyD4M0v4oQgohLyRLLBz587p3/jIR3YfPn78m+xLf0aB+63xJUu+Pjg0dKafJP02Wx9ByISL80pYVZ06c0bP7typJ5/aqhd2vyj7hsGK1Wt0w823aO2GjbkDbw4MKcLRKWA1LIezwhGJ29cFMgc5T0RienpGFy9eJOy8gDk9k7mDg0mbcHMcOpWJVOR72E4KWfeXmOTrOM5yHMryDULU9UpZceRYQab5h+nsR3/2sS/+7DPPaMeOp/XSSy/pzJmzi+CCiX3JkqVavWYdtFZLABqD7K0TTlatOQANqj4wqCpU4TxiNenKVWVhWYmL1EOLLk6zkzm1zQH2tQgwWGrbuTnDTiK1zUleow5ph6WrAY0OKMFW4e1+wqo8U2J2MXuQJpIQKVjzVbttC5hTpjlAwuoWbYj58/oMZx7FJVbVVVWwQTWnSu6UlkxMaNnSJRofH1O5XFYYhhpbMqG1gIohojVBVJaDFETyUEr/Gf1nZnqcojnJlJB+Sj61csjSFO/KrgR6ow96J7Rj6ItbQtikj04GJroMhPtIPeRZvdnFtiss7VDXBg21SQ2sdbBnH7um6GGfcXE44LhaV7U+oCrgtFpvyYBDtd5UszWooeExQOGExolEjDCWOit6B+iZJ2J18fx5nTh2jEjEgcXPIpw4odnpKXn6qwAkGo0aEZyaavatIoDI0uXLtWr16jwiUCPKEWGngDEamMoAsv4aiGAYWMBJ1IlxKwgkOYCYuDZ+ESg6r5T7NeCejJAfIc8ARZkoSYtnoUV/JcbW7nR04fxFnT97XvMzc4DmQHWiLCWuZafbJXrXTQCAlwBHD49PTHx8YtnE71yeXfjD3QcP7pycnJxR8Sos8EO0gN3JP0RxbyxR9Xp94pZbbrnt3e9+93JGxgzAe3F8rxaweTOZm5u7dOHK9BN/7a/+N79/ww03fX5wcHiHC4PzhF+Tbp81KKAiw+13WXofO3FK23c8q6e2btNJnHaDbQXb/thMtGI9wMIcdnNgUCUmTMckbI7KuUAhYWAnHCSTtnOWUz7pCwcWONQltWhFiKMos2Irx4FiKoxKAI2AKIZje6QSh6qWY/a9Y1VLpIANAxilKMp/+vjc2dPa+9IePbfjGT33zLPaA/g5feKkOu226oCFpQYuVq9he2SNlq9alQOhodFR2T8rK9UbilkBxzgyo6jSUFiuQzWFlZpcqSrPaj91AI0sUO4cE6mdkwdoZDmwWEg8ZZ76TAYoOiACoy7eu++Fc3bqYwsDDznh/MwJWx3mVg+nZuXGbyt8+wwKIE9hzJhrVdVwWCXGXgE41KoV1XGwcRzJyOqGhodwyFXZnv1KxmrbQE2cmwEJH0Z5/6iozKMHfVm+T5r/QBh6MRx4TM/rBJ/x+gDdAupCUgcJkOQBRE6maxdBi+BCMhCRjx0Q0ef6Z0GsLChJ2NAB2EKuRW5jgEQJm5ewfYmyCrZvoat9XXnpkmVatmyFJsaXAJpaCvjrAErtw5Qnjx3W/pde1IF9L+GoT6m9MKdQmWrlWC3s0ahVVAZQONrYfdthOyuIShqdWKobbrxZK7j2Jexn92fK2DOuixHROuziuQudZPdpGAp0hmQH+Fsk7yiLQtnnhkrobKn9kmsJ8FpF/4GhIVWJPFik6erMjM6zxXF1appb3akOT5l+e72+7/b6PZ6Vsy6Kt9148y131QYH/uPBA0c+8Y1vPr7t8OHDlyQQNW/FUVjg+7bAf6ZB8J+pe7NXuXq9fusNN9zwd97GC2MUtsIIP+DRf/8HPvBM4MLfvem2W39j3boNd1drtRfTzE8maUbi5INQJYDCfLujl/bt1+NPPKkXdr2o6ZlZ2e9XbNx8g24iYrFx02aZI2PVRah5QOVKRRETcADAKDHJl5lQ4ziSk9jX7qsPUFlcIWZsgyTgigTnIJXCUDFX1MCEpaVIyj84B7gwkFGlwKiCrAr5ijlZ8qGTLNR9+fwFHdy7VzvYrnnisS3aCcA4c+qkkl5PAwCh/EN8RCxWrFqjZStXsaJfpkHARXNoWAYwKo2Wyji6cmNAlSZEWqasVGsqrNTko5KyPwYw2qm0GLHwhPczzROZaBugwFv1jHBcXSPyXYBEx4h6q+taNAP+DnsFdm4Ovpsk6lFGE3E9VMNZlisllQAXZscKtowAUwSVlMBrFIYRK/sW/FU1mg2tXrtWq9etU9mcHM69a/3h6A0E9HGaPRxqnqeThHNzhDm4IYTRR09wAuDBAx6UUy8LcuB0PSrTx2knlPVSB7AIlHD1UhcqdRE2KivKty2aKrG9tEgNlYlEVK5Rna2IgeERDWB3i0CMjU1oZGhE5nwdOiywnXHhzDnZZyIOcT3PnDim6SsXlHTnFStVvRzlP4fdBEQ0DXBhH7sX4ohaxmmf3bGIW+q5MdCpDAio03cXu+LUZaln3AoiZejtuO8ceXG/e8Zm7XJygYTMiGcglwF4qCGrCiiqAYpaA4MyMBSXKpoiEnfq9BldvHQ5lx8TqYh5DrCr5zr3vAsuAyb23nzbWz6/fM3K/3DfEw/82ufu+aPHXzxy5CKPRQoVR2GBV8UCwasi9Q0iFEDhNm/e7N/+9rfbiJgxLCnoB7RA8vmvfOX4H/zhF7++Yu3K337bO97xm0uWTnxjcHj4YByXJtsdpt40YwWn/DMTFy5d0eNPPqVHHn1Mu17co6sAi5Gxcd18y22yfzx24403asPGDZogFD84OKABqI5DNFARMWmbIwzCUGIytwCFCwLyknxG9II5FUdHiSLK4zAgdYpAC1EoRUQvItaRgTJRpBI85diiFyXViFpUARYVGO0zGSlh5akrl3XkwAFt3/qUHrj/fj2BzrtfeIHV43lZ/yNjo7JV68pVa7R0xYo8cjG2ZAlAaVytgSFVcR4VyLZJ6q0B1ZpDarSGZU6xhFMJWXUHpQqKlXGiJWVhrAQH1PdO5nBTBZyHSkj7mXC8UOpl+R5Ou8tY2/0+jjrBeWeydr0UHsAFIlQjKlHDdmEUKcQWcamkiNQ5Jw/A6hBW7wGUUkBFn9TC9yVAR4x9re2aDeu1ev36HCCZszf5BmYS9FmgDzwc/dIf19eiJYkcOnhC++iCfqZnlzqjRZDhGItTGoRyAKugVJbZoATQKuNcq2xbVBst7NRSvTmoxsCwmoPDMuBgW05DbDsZCDUAMUx+aGREQwAKA0ldxnKe6Nd+wMPuF3bq5Rd369Sxo5qfuqogTVSPAzXKkQaqJQ0CIgYg+yXLSilUjE0CJ2EUDnRPAKwAh4wxtAHCJ0+d1nM7n9e+/fs1NW1RA8nqjDy2dDYeoikh10/kzQ6ZArm4JLvONiYDmRb9qQGUalz3idFxNQAVpSgmEtbRKbYHj9vneTptCXDnotgrirtZEE77Uny+VK/vGhwb+/Lb3vWu3/vqIw/85lcfeOK+/fvPXEFr7gze/+QjpLgs3VQiLY4/Xwu8rnsPXtfav7rK+2PHjm19//vf/4G///f//jfpKoWK489uge5dd33u0LYdz31xw+ab/+Nf+2//2w+99R3v+rp34clekrblQkIWUsAEaqvnk6fO6NHHHtfXvn6fnn3+Bdn/DbHV/8ZNm4hY3KSbbrpBmzdv1KqVy3EaAxpsNVSrV2XOo4RjjEslMenKVsIeR+YCbnmn3CF4wAUuk9JM9hPf1ChyTiFgInReRhG8BhziwKkEVWhfi0IcT6wmq8IWfTUqZcWBZOBibmZaJ3FQe3bv0lNPbNFDDz6gR7/5Te3atUv2+Q5EaxgHt4rtgtVr1mkl6dLlK2QRlxGch62k681WDjKq1x1na0B1gEcDp1gnZJ/nW4OUDajWauWOPEIXHIt8EAKDnFLGYY4qkXDmmXwYKsQWVt8FGNj/bGA1S5NYDaILtWpVAWMLw1A5GCNPU2EomRPu4sD6/Z763Y4yHKmBrgB7ZNiwwsp9HeBuPdEj26bKox8AGvt8Rz9zeeShS5ooVFCqyFbgJfR1USS5MCeHk41xoJVaQ43mACCB8TFu+9yDAa0G+QZjblrKar0JtbDFINGH4dEx2WcglgHWlq9YqWXLl2kUEFfmuiwszOvUqZPav+9lPf/MM9r93HM6cnC/Ll84rz5bHBFgqxIGgIhYg/WyhuoVGZBoVmLVABFl1ItchuZ2P2TYIyVa0yPy1cUWlvZkvzx5+fIVHTt6TLt379ahI0e5TxfYxpAy56QgVMj97AKujaeMO06MOwIsGUiqMuZarck1b0BNNYhWjQ4CgpqD3HOReoCVY8g8dOCgLl+8wi3klHknnpd+u59cne20X1SpfP9b3vaOz//3/8P/+IHn9+3+17/1sbs+fvbs1ZP6Hl7Dw8P1n/3Zv7bun/yTv7Lqe2AvWAoL/KkWCP7UmqLCLLDAm6H7eVKmAt6L44digePHj3e+8IUvvHTvvX/08UtXrvzaX/iZv/AltgaemJmZOz49NTXb7fTSOK74gInXJuLLk1e1dft23fOVe4lcPKGrrCjHxsZ044036Ba2QjZvXK/169Zq5SqcM+V1wvFlVnbmpMK4LIVRDir6rISNEhxJZoTj89nipXVM1Z5whj0UoXOKcTQxTtOcZ8SoQ+pCeELykfOKoXLocDyRmrWyBhp1DTXrss9iRMpwWG1dxdHkAGPXC3rq8Sf08AMP6EFo61PbdPjQYbXbbbVwkitXrNTa9Rtk355YCcgYs9D8yJjMYZoTNadTIhyeU7WmSqOZr87rtF10tIM4YSIbA4NEa0Y1MDQiG3u13gRgtWR85WpD5sBMRqVaVh3nWQcMVKolzBPg5jIxbMjhsLzSNM2pT3Sjw8q+g669Lk6UqEz/GrDo97r5h2ArRDluvu02LVu1UgYYfBCpTuSgjHMso0Ol1qC8qYaBAKIGLfQzUNAcaBHKH1Q+zoHBfFymX0RUIobKRCVqNlbI7DCMTZYuWaYVbCOtXLlay5Yv1/jEOE64rvm5GV04e0b5h2ifflo7uF9eJFJ0/NAhXWBlb9/giQAHlShQkzEPMP5WvUQ+AlBE+XU00GhU5rrHTteAhFdIu4BrX4pDhVxzA1OWj6NQKVGKeSJo84DJGbYjbEvC0T4qxzJQ67iPFARyUKlU5rqUVQbAVRsNriHXh7HVmk01AYxj4xMaH1+i0AWavnpVe4jOvfzSy5oiXymX1YSvFMdpp9PtzM7NHwYcfg0A9+vnL07+wtHjp//9v/yXv/iF+XkRGpNhSX0vrxUrNrZ+6qd+bPPf+Tt/Y/33wv+65imUf1UtELyq0gvhhQX+CxbYu3dv77HHHnv5i1/80i+cOHHq791w443/ZM2aDff0++mZySuTbaIUqVPgI0LsLgx15epUHlb+6le/qvu+8TUdPXxQdcLSFqm49dabZb/muJ49/fWE4JfgbGrNliL2mCv1Zu7FIrAfAAAQAElEQVTQwriiMDYHGstFsTyTPJgCx+mVASwCR2+UhTiBiDQmjXFAcRTKKOKcQxbRwO3KZamcTxQCIEqBlzmrFk56EHBhZE6rXi4pFitTnHB7dlYXz57TAULuO57epgfu+4bu/fKX9LU/+oq2PfWEjh0+rGnA0/DoiJatXJGDjI2bb9TGzTdo/YZNWrV2nVasWq2ly1ZonG0T+z0Io+sRjiGc9QCOaYAtgMHhUS0DqIwtWaoxnNTE0mVauWYN20TLVa3V8yhOvV5TyJgzwv1YAC0NXGWyyIOXl4GJlLoeq2T7cGKvu6AuK/uF2RlWzvMSEQr7bEWn08k/O/KOd71bq9FxgqjLEKCo1hwgijIIUBhQRBg/LtNvpUHfVVWISFQBfVUAUpl8rdHU0PCIJpYu18rVa7WO8W5m3DfecJNu4dpu3LSeyMOwHHa+cuWSDhJpePaZHXrsm4/osUce1vM7duglgNvxgwc1ee6CevNzKnFdWpWShpo1NSqR6pCBiIFGRQO1kuolx7XpS0lbaY+oAtcoIxLjGFcYOpXiMKc4DLn+juueKVCKzTJFoRShi9gWygAVnsgPTVSlv7gUKc0SeYBIqVRS1QAEti5zbzS4J6uMOwpjlbk3h7lmE8uW5cCqw5bSydOntefll8XzkNu/SpsqtguCyLfb3X6n1z85OjaxfcnSpR+cnF7456dOXfjixYsXj27btu2ifoDXiy/uOP1Lv/RLX/nJn/zJh36A5kWTwgLfskDwrVyRKSzw52uBlEnxwvZnnnmQ1eQv/cN/8A++unnzjVvbC92Tk1euElVusz0f+ebAgIwSVs9Hjx7Vg2wpfOnuL2rrU1uVUbZ69SrdeuutWrN2rZYySa9Zu17LV61hRdiQCyMFABOxevYOb8AqkOW4nAIRfIC88hcnmUUvIItYhPBFUZSvNsulSJVSoGo5zL8NUq9GqpZClfAuJbxJCbRhTiZyTmUnVSlvsCodqNU0RNRklBX5cKuhRr2qKivOKAjV63RlP0h04MABPfvcM9q6davu/sIXZaDp8ccfz7+qevb8OS2w7RCXSjieARzuKpzsbXrLW27X7W+9Q7fdfkc+7ptvvlU33HSjbrjxJraCNmvdug1asXKllgMsLB0ZGWMcZcVxSTV0KsXEUgBEWYpTZdw2Xht7nuIoUwCTnff6XfbwFwjzdwASC2oTDbD/UdFHp4W5OU1OTurkyRNEChr0f4smJnCQA4NaTiRh+aq16LtWq1av1qo1a7UWwLGG7Z7Vq9doNWVrSNdvIDoD2FkOCBwBTFXYEmkTETl/7ryOHT+ip4k4mC0e37JFTzzxhOxrvAf279OZM6c1Mz0l0yVpdxUCfuqMabhZ1fhgU6ODLQ01ampVY40ONDXUqnPdIsUulcu6QNW+yoQiDGjUKyWubaxyFCsMnN0VYIUkJwEinOP+AGiU4kg5cW2rpVhN2hlIqVfKqlJXIy1xncQr4r4Jw1BlrnW9Xica1ZSVNRoNLbctGiI6FYDGFSIQBwBCL770kg4cOqhp7Bsjt9FqSkHg20k3vTh5ZX7dhg1HNm7a+BvseLwvquqeubk5+8YGiumH8fqzyvlh6FDIeB1bIHgd616o/ga1wNnJydOHTp78uTtuv/0fr9u08X9dumz5r/d66e4rVyY7c/PzPgU4OBfkDrFWrerK5cvaufM5fe5zn9Xdd9+d/wqnTdi33nqbbrz5ZtmK2b5+umT5SjVaQ4pLNWUuZAvEScgJcAxxqUR5WSwphc/AibA+J3RhztT6Y8kuR4WTV2DOBsqdjnOsVh11qbKkp5QVboATDuErRTEr4LKarEIbOJQGfVRwLlVATe58cBj1akUtohkNVqEl9PA4xG6vLbGyXcCpnDxxTC+8sFOP40gfYKvkG9/4hoy+9rWvEdX4uh5+6BFt3/a09r28T+fPX1AHcBLHJRx7U0uJSKxnG+XHiBr85E/8lN71rh/T2Ng4q96EiEymMAzkAQ2iT3I4UKmP7t2kLxtzn62ONEnh76vL1oY5+LmZGc0TnZgHRMwS4p8j4tJjVW3n53D+B9jnnyAiMj4+rjXrNmnlqnVawjkrapzpkMqlCrIzzbJFcOHCBVbhJ7R3394cIDz11FOyaMPDDz2obz78oB5/7FHG9pSe3fEMkagjOs92hoGHlAiC2apeLasJMDNwZp+dWTo2pCVDQxppNtXCrvVSrEoQKMKWIePsd+aVdLEt18llfTlAQhR6gQGUp6GIYJTRsaSIdp77zMbWZYun2+uohw3sJ8gT2idJVxkgLAJEVkohQCJUmbzp5ZhV6+g1MjQoo3I5EuJULseqAx5Wr1mpJUsncnmHDh7SM888oxeef16niUzY/WaAOYZvcn5WF6Ym1U76c+1+/7mf+umf/r/WrFn9Pw6Vmnc9v2f/C888s9+2Y72KV2GB14gFuPVfI5oUahQW+LYF/N13351eXVg4znLuqalO50PveNc7Pr5+86YHXBjtn1toL0zPzqYzc/M+c4HKhMwjnHcXR3MZcLF1+zZ97gtf0Ff+6Os6duJkHtGwFfDtd9yht0DrNm5ku2Ap4GJAcaUmhwP2yEkBAQYurpPD4ToHhGDlnuI8EhxthsP13rYEEjBGKqpRMVQZ52VUwjuVohCHJDBBXxkr+7TfkWhvn8EohSGr4EhV+CrwVUsRTrGioYGmRgZaGjZiZV0DfFSNyqWctxw5EUTPHeICDn3y0kWdJSJw9NAhwvy79DRRjUcefEhf+8pX9eUvfzkHVl/ABp/+9Kf1yU9+Up+665OAjwe1b+/L7MdPiqEpQpcUp8nwFAQRYwlk2xfXqddL1COMbw611+3ln/eYmZvNV89zbCdMAy4uXb4kAwZG58+f19mzZ/XSnj2qVCo6BwB4ggjLQ/c/oIfuv18PA4gee/hhPQk4embHdtkHV23r58SRY7pIBGby4kXNsN3TRXaGrePAYatYdRzxAA56mNX6yOAAUYcBDbcaGqyz4ifK0qpVcx6zcYqzz3D2InVpT6H6sohRHHhVLBJRDvIIRbUSqYLcCqCujJ0jroVd1w6AMAFImWP3XFznHHeFy0FQv9fHToHiqAzFtK8QaaoDEuo5uDUQOzI8rCFATRkA6ZzLyw3ELSNaNgDQ6QFO9u8/AADemQOpCxcv5PKbrUHV2ArpS5oCrHW50eJabbo2MPyci8r/v2qr/k8vzl745OiqU7s+e//9s7BlUHEUFnhNWSB4TWlTKFNY4BUWMFCxc+fOPo7qSliufXahnfxct9P9+dVr1n34jre/fXtrYGhyemYhnZ1rs7IWDt7JBbFYVMt+H+DYsWN6GAf21a98RY89+k0dOXJYYRRp0w2b9e73vEfv/LEf041sjyxftVr2dcM6E3oQl+TDSA5nG8SRQsjhbDKHfKb+BEDRxcn26MSoj/PpG2gAMAQADfw+zhrnn69WLfWKIq8YCqNMQZjI4eQCKCLsHrFKDjIcVdZTTL4aSfU4IIwe5Xv+TRzfQL2ikWZdY4COPIxPfrBaVrMUqQlvhb7KRjhgsU3TXWBLYn5el3H2F3FY9i2HffsOaseOHTp29LB63QWZ4+3iPMET6qdSB2dpJHNTnBvQMKeaMlYP4rC6NtGPuYWOZuY7mpxF/vSMrkxP6zLh+stXrujSpUuy/szu9hPo+3bv0kW2JNrwzLPSTtrzEit9h71i7FjGnpWA8bKFZGMZYpzDrbqGAQtGgwCFFlsVLcZaZZzlUGwjZSqhZGy2xm4xdiv5vkLk2fDjOJRFAkowV8qRKqVQldArClKugSDHdkXANQkk+u9zHe2a2q94Zl5yhBIyZHcBU+02UQnqgyhWudZUpTGgCADqOa/WB9QcHKaspfrAoIbHJjRiv7YJjRORWTKxNN9uGh0dZ3toXkcOHdbLe17SsSNHNU9Up8R91qg31TSZ5Ofoa3J6zoelSvKTP/NXJm++9a2PLVux5v+rNPy/Z3HnD6LK8O5HHtk5c+edWxKZ4rwVR2GB15oF7Kl6relU6FNY4I9bILv//vtn9u3bd8oHpce9Sz4yv9D51SAqfwhQ8fDI2PiJqem5dq/vsylC6WmaKQhC4blJA7U7HR1nNf80oeVt7MUfPnJE8zhd+wDgrbfdrne9+z1ELt6mVezrL1m2XOMTE2oNDqlULgsBHIFCAxiQC8L83LkAdySATKY+HjnB8bBDogCHxD6CQucVBgEOLFAUBpQjijLhrAKcX759Qhg+gIidK6dr+RAe/KBKBhJoWybF58qoHEhgDNXiMF+V18vxtbSkOg642aixaq7JtoIsSuCckznIMPSyvu2HtzK2ODx9GBjqEMbv9RPGkMjGkGG7HEiANK6nCWU9gFO709Ncu51/JXIaQGG2vgqomJy6qmnsPr8wD4i5rJmpKZ23b1UQ1ShFgaroOEAIf4itnRb6tchbJGZsZEijw4MaaNbUqlXUZJuiQcSgDoirxzGRmYBthFDgJsbsVDFbgBrsw68lxlO6fi6HbaiPIviMwkVe7FYG4ZXRoYJMssoASAakLFKQcs1EW6+AsYttnVRdbJFKikplVRtN1XH4cbmqABARRCXKa9wXVbkwVuYYW62u4eERDY2MaOmypVrCVkaDdgkgzD73Yv9s7uTJk2pzv8k5lUsVlWKgVCbuwbampmd8t9vvJV6X2930efnw44cOH3nf5NTcL9ZbI/fuO3bs5OHDkzN79+7toRYXkffiKCzwGrVA8BrVq1CrsMCfZIGM0Pr800/vOnXw4NGnwjj7WOiiX+j2Ov8qCKIPD4+MvFCu1i7MzbezGVbonW5fCctOcwYhq0DLX2IlvZuV4hPs128HYBw8fIjVeU/2A1l3vO2tuo0tkVtuu1UbNm3UshUrNDI2pgHARR0nUQJghGEkFxiF19JA9k2RzDucUqYuK/2EKEHG1O/lBJMcjienIFAYQGGoCGcX4xxDnsCI9DvICUAiLZZZ3iRlykGIMtk3TKKQemSERgE8nMdRoFIpUhXHXK/XNYKTW0X0Zcn4EgBGjb4jGdhKWH0ngKAeulokp0MYvoej7QMi+pZCCZRybqv3PgCkB6DoAD4WWEnPAhxmCMvPzM5pdm4hjwZ1AG0ma2GhratEJBY4T9Isd56hCxVFJdWbTa3ApmvXrsEJDwG2IoUYIGYwUeAUAtEsyuMAVpYGjNURtVkct5eVOcCYpQYOylGgchRBIQACwrYlJ0U4c5PluA4MWEYOXVwm+ggUB7FCKAUBtts9ddqJvA8Vl6oKAQ8+jJW5QCJ1AAn7DQ/vQikIGUescrnCPTGoJQDPiYlxTUyMaXRkWAKkWZTm8OHDOnr0uE6fOqNOt6dqvSGFoQykpM7J7HcF0BWXK516s3mg0+t9PgriX04z//NJ5v7jc8+9cO/TTz/9goFoIRUqjsICrwsL8NS8LvQslCws8EoLpAYsdu8+eGbf4cO7L189/Y2gHPxulvpfSVL/b9/6jnd88y1vLpSvuQAAEABJREFUueN8JrcwNTOTXmFf3ib2CFARx2WlOBpzhqdOndazzz6nJ558UjtIT5w8rXKlKvtQ4Q033qy33H6H7FsTa9au09JlK3AcyzQ8MqZGc0CVah3nUlIYlXMKcD5yoWxliu8SeqifZFCqhDQ1ogJfJ8+btzx6CCfkcKTORkd5npK3FKyg0AUKcJSBc+IATDiFwWKZfX1SSilnpHjLDEec4fxDGGuAinVr1uq9732v7FsvzUYrl+O9U6+XqrvQU7+bKE0S9EsWIxSszhNAhNknybxS8lmeZowjEY4vj/bkwIFIxQJkYKQPX5/xdAEosCO/J4eO1n5RVqZKtarly1fo9tvfqre+7e2y35EoYWvnGItzCtA/sLHk9lgETWHocP5BTqUwVASFYaAgcHLidc1+3lIDGkaM36GP0IeBKWNMqZFFI1AuIe12+up1U2UeWWFJzq4dACNzobIgEp5fAaAh4F4RdRFRhTrX3MDlBCBi+fLlWrZsmcYAm9VKRXMAq5PHj+rAvr06eeK45ubmc9sBGGTUQ7/MBeqmqb8yNdNuDAyfXbVu3fbGQOvzXuFvdXu936oG0Rc7nc62kydPHmVkV6EeVByFBV5XFgheV9oWyhYW+G4LpGzhT1+8OH107+Fjj0zOzP9ha3DoI6NjY79Tb7Y+m2bp1qhcutxLfTa/0MlXjBkybLXocB5twvgXLl7S4SNH89+32PLEk3rmmZ1skZySghDHt1o33nyLbrrlFm264Sat3bBJK1evJbS9gjD3mCwkbuDCHEeI4zHnE7Aadw7HpEDeu9y3pTgz/J2yzAngkzscc7hZhjY4UV0jc45G8p6IhAdQOEUOCgJFRmGo2CgKFbFCD6E8pSyjg36vR9Msj1K0mk0tGZ/Q0MAQbWLkBWjEI5+J/jN5dHLOdLTzNAcNfZwxplJG/wnyEhyzlXVxyp1OV20iFEYLbfLYzkBGj+hFn/qMMVgaokuKHLqR1SXk41JZJZx0Sp/zRDHayJKcojiWAYUIkBA5KQRchSLNx+wUW3kQUu4UUhYGgQJ0dpI8/RlJGZK8xLmRQ4YRBXBxwC9kgOlklCmQC2OFRCTsekWkeb5SV7neUrk5oEpzUDXsNjg2oYnlK7WUyIp9NmJwZFRlwNFCe0Fnz57R8WNHdfzoYV04d1biWoYuUJUoRxyX0SIAhPXZDprzrcGhPvfI8ahUuTeI4g/Wmo1fj8Pow+3Z+S9fnl548eDZs5fRtAcVR2GB160Fgtet5oXihQW+0wKe04W5ublLf/jFLz925dLVu1qtoQ/5IP5gXKr8/soVq7YPj4ye7iXp3MzsfDI3N+/NGbowwqmVFJDOsrI8deas9h08qGd3Pp//59Pnd+3W0eMntUBovNEa0Eq2EDZu2qxNN96oTTfcqLXr1mti6TINDo2o1mjiyBvCcSgqleUIxwdhrABnhgeTB1x470mvk8gbvfJ8MW9Aw8jnTtLjMJWTPbDOOQVhoAj510hhiCtGdq/fk0UdnJeuTk7q4IEDOnn8hDqAKUf/RoFCXGoo5wIFAXnkiZf1lwIgMpx+inNMyPdJDVD0AA0dIhBttkcMDHRJbcvEyu2zGGmW2ECUkWa0Sb4V+egDQtqan1/Q5ctXdPDQQe3d+7LO4YB7bKE4+jUjBKSL5AE+XqAuCSCSQR5gkxJ5MPLINv6caGOHA2QY0UrgNQGVxFCVuUDEb5SSZjZOrklIVCSq1pSn5Et1rhnXtcG2VnNoWC37PMTouMa4pktXrtKK1atlPwwWlSuaZQxnz53XkaPHoaP51zyvXJlkm6snA0x2LTJsB3D1CwvdHqBrkjZ7ytX6E5l3X0afDzeGGh++cO7SH9z3yJMPbXnmhd1HLly4yBjsyx0kxVFY4PVtAXuGX98jKLQvLPDdFpj++iOPnNzx/PN7pmYXHpjrzP3eitXLf2tsYvxjTPz3pJl/Dkd4vtPt9S9PTmt6dp4wdVuADYVEF9hal33I8ARbIC++tFc7n39BO3ftkn32wv5PwyWciFegsYkJbbzhBt18y60ycLFqzWrAxVINDQ/nX0mtNRpsjdRUIixuK9YQAOCuOT9LhaPzckrpMDHKPNEMCGCQ4jgTI5y6pXaeWTlkqSe1tqK9pebIUpyvfeXRfiJ7dnZW53F+u154If92S7fThlPXXl5eGf1m+GUv75xMRkr/CTL6bAsk9Ns3nYzsHOoSheiwTYLZiDyk6sNj/YrWgclAp4Dx9YiSIFiJgRuAgAGO6amrOYg4fuyYTp48qatXccT5t0wS9MKatDcZBjCMPCAiM/kAqny8pjk8pqdR5h22EuSV62q2CpwSeBJL0SMNA2VRKF8qyQEIAraBSnWuSaupSqtFFKKp6kBLrZERDU+Ma3z5MhmImFi2TK2hYRkgnGY74zQg8/Cx4zp05IiOnzylcxcvyD6MagDLdJEL80jElavTvttLekEYn3cueqrT6X+i3e3/+sjo+K9dmpz69Utnr3zmpf0nnj1+6dJ5hmNf/SyABIYojjeOBQpA8ca5lsVIvtsCnqLOpUszh778lfu+cfbi6Y83m/XfKpfKv1lrDXyu2mg+nfjspSguXZyZm2tPTs1kV6em80/f9xMvfCkhcq/5TkcXLl7WgUOH9cKLL2onTvqF3bu178DB3LkkOOfBkWGtXrNWGzdv1vpNG7Vm7RrZ/5kYtS0HVr3NwUHVm03V6vVFkFGu5qtanI8URFAgH/A45hRyHskDODIGYHpcp4wRGeFr80V85gOiAi53qhkVnvo2+l5lH+gqTvvypUuan5tTkvTw8akCJznIm6PGafeJJNAkL7TUAEWPaEQfAGEAw9I++wQ9wIRtZ1jao+5bYIJGaJ1HFRydGwV0EEIOu2QAFLojSjGff/vDgMXszDTnC+oCKPr9Llwe3SREoZtJk8jk5160Dpw88jLymQS/Fm1lUZkgVIadEijl3CiLYrG/ooBIRGwRiIEB1QF5VbsGQ4NqjY5qCAAxsnSJxqDhiTHVhwYUVcrqAYAMLJw+c0aHDh/RfqJVlp49d07TZkeAiwdAZArU7afpfKe7MNfuXJWLzgyPju91YfhNtts+Ozw8+ptXr07/9mwn/cKOXXsePHrq3HMX5uaKaATXrzjeuBa49vS+cQdYjKywwDULzB84cOrsnv1Hnj914fKX1m1c++ElS5d+cPnypb+5atWqz7cGhx+LotK+IIqnU+/SyekZTVvkgjA3q8wcWNiKNcVpTrP6P376lAxUbN32dP5Py/YQxj9/6aIynqiBwcE8UrGScPlqoharARcrV63U8hXLRZ8aHhvXwNCoWoOLkYwqq2bC4iqXq4qMCM0HcSx0kcJIDsBxnXTNmWWZA/C4HExkgAoPOZxqAK8Bgfl5HPjstPpECaQMh20EoEC/MHQygl22heAzL+ecgiCQl4hcpErSRCmAw9I+6CUHFoCKBICQACgseiDvABIO8bh5eK21p10ckssyRYETOXhSwE+iFF1SwIqnzoAHheifynsABbweHcy+ts2SoFMmZAehBFmdTD/LQw67hHFJUami2LYuqnUAQU2leiunSnNIDezbGh0jAjGqkSVLtGTFypzGlizVMKBiYGiIbaoGkZZEFy9dYBvjiPbs2aOX974k+6aG/aZGh60dLCdH36LfXpZl7GZ0+kl22QfRvn6mx3qpv3t8+YrPvPcnf/p3orj8H2r10oeffvHFb7SlU5I6UAoVR2GBN7wFmF7e8GP8swzQ0diIpDheJQv8qMWaz0weeuiJY48/tf0rL7588A+OHT7+wY2bbvgPm2+48bc3btx0H85mR1wqH+h0e6fS1M+2QRSsWv30zFz+oc6U1X0QhYpKsbpJX6fPntWLOKKntm/TU9u25f/Y6eTZM5prL8hFEeBhQEuWTWgV4GLlmjUyoLFq7VqtWL1Wy1at1sTyFRohkjFgn8NgRV2u4BjLNSIYAIyoLAMWLozlwkjm1LxCGWWAiMw7nLLDKdujHCoAUITwmZNOAQKZTxWEUlwKIUc+U5j/yBb5QLhsnDkO3ntvJ3JBAPwQYCLLiVJljLcHiMidPAVZTk75izqUUf7BSoBEBPkskXOZEK8YO5UAR2VsFUcBfIHKpUjlckmlvCxSGKJgAJHaVzQpkBiHokjOxkKdAYcKwKvWaMrScq2uUsWoqkqtwRbToFrD4xoaW6rRJSs0vmwlIGKZhscBD2MTRIcGVK7WFUYlxqM8CnWO62b/P2XvSy9p38svy76hMcPWTB8QEcehKkQsnHNEUnopgKo3Ozt/cb7d2dvudh8HSNwzMjb20TUbNvyHIPD/7uiZC7/5gd/56Kf3HD7++ANbnj4uTAgVR2GBN5UF7Jl/Uw34+xnspk2bRv7m3/yba//xP/7HQ99Pu4L3dWMBj6ad4+fPH78PhKF4+ydmpuf+3ZUrk7/w9ne94z/K6feWrFjxCCvZXYPDQ+ddGC50+0linyFYaLeJWrB2xeGUazXZf5EkaCALjb+8f7+eee45bd/xtJ7f/YJe2rdPJ06d1rT9pDQdVnCGg6ycx5Yu1bIVq2T/Z2Tthk1avW59DjIMYIxNmCMcUwuQUQFkxJWKQiIXRvZtifyDn3FZLiyJN0CAIw3wxaFic+DlsqrVMk6xpJI5bhxkhHOPSEMce0iUwjkZFiBQQESCrY8MACJezjllgIyEMuccUY6+EiILVAFczGTK+xEGykAXURgqBkjEEWkcqWx0LV8irderarLV02jUVW/UVGUs5rBpnkdDur0e2wd9ZS5QTISmAnAow295G2/IOGNAVhng0BwcIrowBk3kIGx8yTKNL12hMUvHl2h0dEITgIjR0XFVyg1FQUmhK+nK5SmdOH5K+/bu0/M7n9eLL+zWy3v26vCBQ5q8PAn4CVShn1IM4GBMbO94BpuGUdQDRByr1ho7vQu+ODQy8p/GxyZ+qa/w31+ePvPpx7c+89Tx81PHeV3/XISKV2GBN6sFCkDxp195Nzo6+q6JiYl/sGzZsnfB5qDX31Fo/D1bYMsWJTuJeZ8+f3nL177x0GeuTC98YGx47BcW2p1f/O/+27/xB7feduuj40vG946Mjp0LwvhKr5+2p2dmk4V213sX5j9gBPBQpV5TFMd59OLS5KT27tuvrdu369HHtujxJ5/UU+Sfff75/DMZZy9c1EKny+q5xqp6KVGMtXkEY+36DVq/cZM2br4hp3WcL1+5UmNEMgZHRtRoDRKub6rRaJEfUAtH2xwYVL3ZUrVaBUSUqKurVqvl0YAYJx9FkYwW8yE8EXWxQgCGI9LgiWZ4UoMZ3nsZoLCtkwxw4YIA558BLAAf/RQQkikMkIEDjgATlg8BFiERhQgqUV4qlVQC2CyWh7K+S3GsMiv/KtsU1WpFFcBFFR2r9YYMaJWr6At4qBroGh7RkmUrtHrtOraQluW0ZPlKTSxbrtEJgMPSZVppEZ9VqwAS46pVG2yvBJq6MqWTx07q0L/4ghsAABAASURBVP5DgIaX9dQTT2rviy9zflBnT5/T1ctX1V3oqkFfQ01sVqqklVK55zyXotOZXJhvX+y0Oxek8OBf+av/1S62qT52+x1v/eU1G278tf0Hj9/98sGjOy9cuHDs6NGr0zJj8VYchQUKC0gFoPjT7wI/NDRUu+mmm5a/4x3vGIbNQcXx5rFAj6G2v/HII/uOnTr70L//9Q/+i207nv8f/sb/7b9/31tuf+uvDQ8Of2psfPzpMIoPLCx0Zs+dv9i+fOVqNj23gEt2rLTLqhBij4kqDI2NaWhkVCHO1D5/ce78eR09eky7dr+orWyRPPzIN/UYaOaZZ57ToUOHdOniFULybJe4UAODA1qFw9y4eZNuyL+quln2j87Wb9yoDZs2ac36dVqxaqWWEu2YmBjX+Pioxs3ZQq1WS3VW+ha6z517qQSAKOPQK+hmoKMsAwLOLUYkMrY1jCxsEQIODAA45/KIh4GKHpGEIAhkdXlUIT8POY8VhKFcEMnaxKUKfdQAMwCaRhMdGoCfeg64agCHulGzqVZrQK2BQQ0ODWuUbYklAIXVbAWt37x5caw33qD1jNHA1SqAA45dgPycv1qrsv3UlX0DYy8RoJ07d+rpbdu17cmteu7ZnXpx1x6dPnlKF85dUJZ43L5TrdJQvdZUo9705XLV95Osz7ZWe36he2F2enY32ylbuXifvemmW3/rrW9/+4fTLPgXTzy57Z+1++43//Duex9+9tln7TMRC5IyqDgKCxQW+GMWCP7YeXH6Cguwv7rl61//+q999KMffYxiZiXev/Mozt48FvCTk5Mzv3Tnrz5012f+8DdOnLn4q6xW/z/jS5b/4nt+8ifvHh4Ze5DV9fl2pzc9MzvXmZqZ7V+Zmkrb3Z7HaSmMS7kjHJ9YgsNfIvv/D4ODgxqEApz01NSU9uEYn3nuWb2we5e2P701p2ee3aHdL+4CgBwV/cs5p4GBAS1ZMq4VK5YT0VipdRvWEsXYoE03bNJmnPDmGzaTAjZwwqtXr9bKlavhXaGly5dpYskSjY2N5z/LPTo6Qn5UI0ODajbriuKQKL+X/Y5FmhKFsMgE/WWkdm5RC6M+2x/2wcpqtaqBwUGiIwNqDQ3h7Mc0wVbNshUrtWzlKi1ftUarVq+R/ZbDCnRYuXot2zobtI7Iy4ZNmwFEEOBhI7T5phvR/yZZVGYV7UawU5lIhQGXyatXdfLUKT3/wgsAr8f0yCMP69FHH9UTTzyuHTue1ssvv6RzZ8+q120rYiunCdhotRoaQqd169YRJamqVm9mzgXpQqfXa3f687MLC1NXr07vXbJ8xZa/9tf/u8+vXLvhnw2NrvjffRr920eeevqDX7nv0Q+9fPjY13bs3P3U4cOHu2+e27wYaWGBH9wCBaD4z9iOieTSgw8++PI999xzDrYCUGCE4li0wFW80dzc3L5du/Z85Wtfe+D/9c5bbv+Hf/Fn/9Kdqdw//9mf/cv3Llm28tleN9118fKVi1euXO0eO3HKHz58XBcuXNb09IxsK8E5pwoh/0ajgUNv5k5+ZGRE5gxtu2F6elr2mw27d+/Wk2yVPPLII3rggQd0/wP36cGHHtBjjz+qZwEcBw/uR+45LSzMoVymUinKtz3GiIwsAUCsWLFCa9as0/p1G7Vhw6ZrhDMnv379eq0lKrBy+Yq8fwMJBnAMQBhw6Ha7MgqJQFh5t9vJdd5E5OCOt94h+78nt73lDt1661t008236sabbtYGAIMBiTyiML5Ey5av0lJAxhggoTU4RPSmoiTzmp1ri6iOTpw8TbRmt7azFfQwY/za17+ur371q/qjP/oj3XcfY33wQT333HM5qLp48aJmZmbyz3g0iXJMEImxMY6MDmO3pgaHBhRXYpXZaumi+9Hjx3Tq7Jnk7KWLZyqt5pnxZcufCuLKB/7iX/qrv/p/vO997zt+4fm/+VufuOufPf7M808+tGXL/mu/EWFRiCkVr8IChQW+Lwu8tgHF9zWUgrmwwJ+bBfzd999/eXa28/uTk7Ofee6Fnf/q6MFj/2BwaPwf//Iv3/n7f/W//q8//J73vOezm2+8aUsUl3ZfnZ49Ozl5deHMmbOdQ4ePd69cuZRNTU36dnte9gNUszPTAIJK7iDHhoe1ZHxc4wY0GjUFxOTb8/O6dPmCjp88qgOH9hPReF5PbXtS33zsET38yEN5uuWJxwAcW/T4k0/IPr+x49nnWOHv0osvvqR9ew/o4IEjOnXitKYmJwUwUq/PDo/3CiOnuBTm2xxxHANOSjIgkbIdYlsesMgA0BB6xURd5hfa+Y88XZ68qrMXTKfTOnj4qF7et1+797ysXS/u0Va2Ip5gK+KJJ5/Sk09t1ZNbt1O2Q089vUNboZ0vPJ9/TfPEyWO6cPEcQGNa/aRH35EazZqGhgdUb1Q1PDKo0bERNYk+RHGgJO1pbn5WU9OTRG8u+7MXzurk6ZP+/MXzWRJk/cZg69DNt936wP/2v//TR259y63/R1qK/05WCv5pUir99rFdL/7ejl0vPX78uOxrnSpehQUKC/zZLRD82UUUEgoLFBbAAv7uu+/GK6uzf//xU1fm5g41h4Z2jZSb/y4oN/9NFmX/Z7+b/o/T3fbfesc73/FzP/lTP/2bK9as+rVqrfLh1sDQc3LR0ctXpi6fOX85OX/pij/L3v+Zsxd05vxFXbw8qem5eXX7qRxO3L5V0moNamR4RCMjwxomtD/Qaqleq+GES4qCUM45sX8hizR0213NEBW5cumyzpvc02d15vRpHTmC439prw4fOqRTJ0/JfgRrDr6FhQV12x11Oh0l/UT2uQqLVmTXtj7Onz+v5559Vo8//ri2bd2mbYCErdu2sf2wQ88//zxbEC/r8OEjOk0fF+CdnZ1Te35BnXZbBkqyNAOkhKqUKwCFJqABwFBrqFFv5VSrNlQuVZTJ5WNe6PTU7vZ15eq0zC4XsM+Vyens/MUpo7le6s8sX73m7Fvf8a6T1VZzy613vP3u//l/+V//IJX+372e+18atfDvNUez++fmujvDsHqQ1+RDL764cO16cemKo7BAYYE/qwWsfQEozAoFFRb44VoAX6Zk586d/f/5535u6q677pq6//4nL+148cUzly7NHO36+KGuSz8S+fR3KwON36o26j/XHBr8p6vWb3z/X/lr//VXFZU/1UuDrcPjS842Bkev4jEXLl6d7V+YnM3OX57WhSvTsp8Mv3JlUlcuXdH01Rn1On35hEF4KXShAoX88e4CAIbDQUeqVsqqQZZWKiWVy0ZllUtVlXDgcVyWUZk0CgKJbQneSTNlKcKJjpTiiC2PskpRpAjQEgVOcRQohr/KNkOZ7ZYasqvIbtQADLUqIKGiVrOmoYGGBlt1NYm0VOGJo1AhMuxDoH3AygJbFFMzc2yDTAGipnTpyrS/yrinp9oL7U52tdEcuTC+bPWZxsDIg63h8d/5sff+xF3ves9PfGyunf38TKf/v87OLfyD2YX+P+v2e790YXrm/eHk/PYHn3zy/Pvu/E8X7757e3vv3r29LVu2MBCwiqxXFa/CAoUFfogWCH6IsgpRhQUKC/znLYC7V4pTm77//i1nd+47cf7v/b1zp0aXrt1ZbY4+PjA8/tnxpUv+VaT4/d5Fd7qo+m/DUvlfN1rDv7lu0w3fvOX2t79021vfceDmW+84smbdxiON2sChdrt/cmZ2bnp6erZ3eXISBzytqZlZXblyNU+npmZ0dWpaU6zup4k+2PZGu9POIwX2wUoH4HDobNsaURgpDMNvudooz5vKkvEYeUBF0u/n7Xu9nnqAADs3WV3yvV6i+YWOOtRZap8VmZ2d0QzbOFevAoAuX9ali0RdLlwEOExqampWU9OzfnZ6rptmbrJabx1ftmLV4be+7Z1Hfuqnf+b4hk03fiMqV34jSf0vdlP/r6r1gV+rtwZ/KwjKv7FkYsWvTqxc88G+i+67eGXuiSNnLj959tLUSw8/sePor/7qfzy+/fTptr41GnLFUVjgdWuB14fiBaB4fVynQss3lgXMS2cMyd95p7L777+/SzRj4cknn7z04Q9/7ODF6eljzaGhrd1+/4tBXP7DUqXy0Xqj9avlSuVflivVfx7EpfcpiN/nvf5FlqXv66fZ+0rl2q/++Hve+7V/9I/+ye61azc81mwNbCmXK9ujuLzDB+G2fpLtaHd7u+bbnaNz8wtX5ucX2rNz88n07KyHcPizAIGFfIvDuYDlu1OSpOqw1dBl2yP/1c3UU58CJvpsQXSpgzpdLbClsggg2n6+00nbII2Z2YXp+Xb7/EKnc5SuXpxbmH9qYaHzYK+f/FFcKn1lYunS+2677fbH/sLP/qVtP/UzP3Pf0NjYvw9c9L4s8z/vpfdV4vLPlyrVn2/Wa/+uVKp8tO3dF3tTM/cqjj9faw09tZf9mo9/5jPHPvWpT52anJycYXulffz4cfs8RB+7WoTIiOwPdBh2Kv1ALYtGhQXexBYoAMWb+OIXQ3/NWsCbgzx8+PClF1988eL+/ftPADaeOXTo0KPkH3r00Ucf2P7MMw8cPH3ugcl2+o2gk35xeGjkE3e8/e3/5qd++i/+/MSKZb/UqNd/qVyp/GKpFP8iUYdfzhT+cj91v9zvp7/SS5IPdvvpZzK5rw0Pj2y9/Y47Tvylv/yXZ//iz/zFq+9+97uvvuud77r64z/+41d//L3vmfyxd//YJPnJ9773JyZ/4r3vvfJe6D3vec/l97z3vZegiz/+kz9x4V0//uMX7njbO86/493vPv/u9/7Embe/88cOuyi6q9fP/m2/m97Z76e/3Ev8nUmW/orkfrXZbP3qxMTSf71x/YZfuv2Ot/7L29/2zl9ZuWLdx1Xrf2n/idP3PbNn34M7HnrowSeevvf+B5/c/vyxc+dOzs7OXj45PX1127ZtF7du3Wr/qTPTq/Dy3of0MfR3/+7fXfcqiC9EvkYtUKj1w7FAASh+OHYspBQWeDUt4BHetxW4EXkL5V+n+avS9AsHDpy98/2/9tzP/jf/zSP3/NH9W3cfPLr1wIkzW46evfjY2SvTWybn5x+d7XYfnO2n96a97Pd7Lv1QEJV+fWRs9N+tWrnqV9Zt2Ph/rV2/7peXL1vxy0QPfnnp8mW/vGLFijtXLF9254plK+5cuXzFncuXr/jX0J0rVqy8cyW0YuWqO1euXH3nytVr4F9554qVa6DV/wZ5/75Urn/U97PPTdHfVC+9f7qTPD7ZTp4+P7Pw3J4jJ3cCFJ750O9/duvP/+KdT/yLX7zzmfu3bDl9+PDkzPWxnZbap0/LxmifebDxU/UjOQzMpWwB2XdwfyQdFp0UFnijWKAAFG+UK1mMo7DAd1rAnLCt4i30b07ZtgK6sMzgpU/3enrp6uzs9ud27Xnoiaef+dwffO7zH/313/jQJz5216c/cdenP/uJu+767Cc+/ek//ORn//BLn/z0Z//wk5R/8vc+edf/obdRAAAEaUlEQVQnf/cTn/rk73z8k5/6yMc+cdeHP/rxuz70ex/7/Y989BOf/sSn/+DTH/3U73/mwx/9xGcfuOszd5+fnNxPGOEK/Zljtn5NB9PH9KL4tXk457K//bf/9uxnP/vZc69NDV+PWhU6v1ksUACKN8uVLsZZWOA7LWCO3Rx8cvz48c7Zs2ftx5z+OM3T5I/TK3nAJnkU4TvS45J9lsFk0/zP57jzzjuDT33qUxt//ud/fi356PvUwnQ3IPZ9NivYCwu8uS1QAIo39/UvRl9Y4A1pAUBS6cKFCz87MzPz7osXL1bekIO8NqgiKSzwWrFAASheK1ei0KOwQGGBH5oFDhw44AAS7fn5+ZlTp05ZxOGHJrsQ9KdawL4d86dWFhVvfAsUgOKNf42LERYW0D333DPy8MMPr7rvvvtamOMNP/Fv3769/YEPfOCuz372s1//2te+Zts0DPsHOYo234MFAmw9/PGPf3zVP/yH/3Dge+AvWN6gFigAxRv0whbDKizwSgtMT0+/9erVq39jbm5uI+VveEDBGIvjR2eBKMuyW7i3/rr3ftOPrtuip9eaBQpA8Vq7IoU+hQVeBQsQmZj7+te/eunaat0+kPkq9PL9iyxavCEs4IkITT3xxBNnXnrppdk3xIiKQfxAFigAxQ9ktqJRYYHXlwXuvvvu7Z/+9Gc/95nPfGYfmheAAiMUxw/NAv0vf/nLL7Ktdi/AYv8PTWoh6HVngQJQvO4uWaFwYYHv1QIFX2GBwgKFBX50FigAxY/O1kVPhQUKCxQWKCxQWOANa4ECULxhL20xsFfbAoX8wgKFBQoLFBb4tgUKQPFtWxS5wgKFBQoLFBYoLFBY4Ae0QAEofkDDFc1ebQsU8gsLFBYoLFBY4PVkgQJQvJ6uVqFrYYHCAoUFCgsUFniNWqAAFK/RC/Nqq1XILyxQWKCwQGGBwgI/TAsUgOKHac1CVmGBwgKFBQoLFBZ4k1qgABSvyoUvhBYWKCxQWKCwQGGBN5cFCkDx5rrexWgLCxQWKCxQWKCwwKtigdcloHhVLFEILSxQWKCwQGGBwgKFBX5gCxSA4gc2XdGwsEBhgcIChQUKCxQWuG6BPwFQXK8q0sIChQUKCxQWKCxQWKCwwPdmgQJQfG92KrgKCxQWKCxQWKCwwGvLAq8xbQpA8Rq7IIU6hQUKCxQWKCxQWOD1aIECULwer1qhc2GBwgKFBQoLvNoWKOR/nxYoAMX3abCCvbBAYYHCAoUFCgsUFvhuCxSA4rttUpQUFigsUFigsMCrbYFC/hvOAgWgeMNd0mJAhQUKCxQWKCxQWOBHb4ECUPzobV70WFigsEBhgVfbAoX8wgI/cgsUgOJHbvKiw8IChQUKCxQWKCzwxrNAASjeeNe0GFFhgcICr7YFCvmFBQoLfJcFCkDxXSYpCgoLFBYoLFBYoLBAYYHv1wIFoPh+LVbwFxYoLPBqW6CQX1igsMDr0AIFoHgdXrRC5cIChQUKCxQWKCzwWrPA/x8AAP//S24fEQAAAAZJREFUAwAZELp+LsLKAg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636" y="1848870"/>
            <a:ext cx="3875284" cy="387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4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435" y="1818441"/>
            <a:ext cx="4738646" cy="3489056"/>
          </a:xfrm>
          <a:prstGeom prst="rect">
            <a:avLst/>
          </a:prstGeom>
        </p:spPr>
      </p:pic>
      <p:pic>
        <p:nvPicPr>
          <p:cNvPr id="6" name="Tartalom hely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t="38057" r="19214" b="45164"/>
          <a:stretch/>
        </p:blipFill>
        <p:spPr>
          <a:xfrm>
            <a:off x="2315818" y="407167"/>
            <a:ext cx="6997148" cy="15309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664227" y="512912"/>
            <a:ext cx="4300330" cy="1325563"/>
          </a:xfrm>
        </p:spPr>
        <p:txBody>
          <a:bodyPr/>
          <a:lstStyle/>
          <a:p>
            <a:r>
              <a:rPr lang="hu-HU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Project’s</a:t>
            </a:r>
            <a:r>
              <a:rPr lang="hu-HU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structure</a:t>
            </a:r>
            <a:endParaRPr lang="hu-HU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598544" y="2236040"/>
            <a:ext cx="4507395" cy="2733525"/>
          </a:xfrm>
        </p:spPr>
        <p:txBody>
          <a:bodyPr/>
          <a:lstStyle/>
          <a:p>
            <a:r>
              <a:rPr lang="hu-HU" sz="32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2 </a:t>
            </a:r>
            <a:r>
              <a:rPr lang="hu-HU" sz="32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different</a:t>
            </a:r>
            <a:r>
              <a:rPr lang="hu-HU" sz="32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part</a:t>
            </a:r>
            <a:r>
              <a:rPr lang="hu-HU" sz="32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:</a:t>
            </a:r>
          </a:p>
          <a:p>
            <a:endParaRPr lang="hu-HU" sz="32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pPr lvl="1"/>
            <a:r>
              <a:rPr lang="hu-HU" sz="32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Game </a:t>
            </a:r>
            <a:r>
              <a:rPr lang="hu-HU" sz="32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-&gt; </a:t>
            </a:r>
            <a:r>
              <a:rPr lang="hu-HU" sz="32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Tower </a:t>
            </a:r>
            <a:r>
              <a:rPr lang="hu-HU" sz="32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defense</a:t>
            </a:r>
            <a:r>
              <a:rPr lang="hu-HU" sz="32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endParaRPr lang="hu-HU" sz="32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pPr lvl="1"/>
            <a:r>
              <a:rPr lang="hu-HU" sz="32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Webpage</a:t>
            </a:r>
            <a:r>
              <a:rPr lang="hu-HU" sz="3200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endParaRPr lang="hu-HU" sz="32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pPr lvl="1"/>
            <a:endParaRPr lang="hu-HU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5" t="19323" r="20784" b="9132"/>
          <a:stretch/>
        </p:blipFill>
        <p:spPr>
          <a:xfrm>
            <a:off x="7235687" y="1684682"/>
            <a:ext cx="3697357" cy="4363280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5939" y="4043431"/>
            <a:ext cx="2598313" cy="2004531"/>
          </a:xfrm>
          <a:prstGeom prst="rect">
            <a:avLst/>
          </a:prstGeom>
        </p:spPr>
      </p:pic>
      <p:sp>
        <p:nvSpPr>
          <p:cNvPr id="9" name="AutoShape 6" descr="data:image/png;base64,iVBORw0KGgoAAAANSUhEUgAAAe4AAAIUCAYAAADc9s+0AAAQAElEQVR4Aez9abBmx3nfCT6Zec55t7tvtW8AqrASXMB9AxcQJEEAJEiKFEnJLXt6PO6eiI7uCY+/2D2NMdUj25Jpt5eZUIQnPBP9ZcITMR1htyVx1WbZbUvcJEqkKQK1VwG13fVdzza/f773FooUKVMyIBaJc+p9bubJk/nkk/98lsw8773lrbkaBBoEGgQaBBoEGgR+bBBoAvePzVQ1gjYINAg0CDQINAiY3V6Bu5mRBoEGgQaBBoEGgQaBPxWBJnD/qfA0DxsEGgQaBBoEGgRuLwSawP2D56N50iDQINAg0CDQIHDbIdAE7ttuShqBGgQaBBoEGgQaBH4wAk3g/sHY3F5PGmkaBBoEGgQaBBoEQKAJ3IDQfBoEGgQaBBoEGgR+XBBoAvePy0zdXnI20jQINAg0CDQI/IgQaAL3jwj4ptsGgQaBBoEGgQaBPw8CTeD+86DWtLm9EGikaRBoEGgQeBkh0ATul9FkN0NtEGgQaBBoEPjxR6AJ3D/+c9iM4PZCoJGmQaBBoEHgJUWgCdwvKbwN8waBBoEGgQaBBoEXF4EmcL+4eDbcGgRuLwQaaRoEGgR+4hBoAvdP3JQ2A2oQaBBoEGgQ+ElGoAncP8mz24ytQeD2QqCRpkGgQeBFQKAJ3C8CiA2LBoEGgQaBBoEGgb8oBJrA/ReFdNNPg0CDwO2FQCNNg8CPKQJN4P4xnbhG7AaBBoEGgQaBlycCTeB+ec57M+oGgQaB2wuBRpoGgR8agSZw/9BQNRUbBBoEGgQaBBoEfvQINIH7Rz8HjQQNAg0CDQK3FwKNNLc1Ak3gvq2npxGuQaBBoEGgQaBB4LsRaAL3d+PR3DUINAg0CDQI3F4INNJ8DwJN4P4eQJrbBoEGgQaBBoEGgdsZgSZw386z08jWINAg0CDQIHB7IXAbSNME7ttgEhoRGgQaBBoEGgQaBH5YBJrA/cMi1dRrEGgQaBBoEGgQuA0QuCVw3wbSNCI0CDQINAg0CDQINAj8qQg0gftPhad52CDQINAg0CDQIHB7IXDbBu7bC6ZGmgaBBoEGgQaBBoHbA4EmcN8e89BI0SDQINAg0CDQIPBDIdAE7h8KpqZSg0CDQINAg0CDwO2BQBO4b495aKRoEGgQaBBoEGgQ+KEQaAL3DwXT7VWpkaZBoEGgQaBB4OWLQBO4X75z34y8QaBBoEGgQeDHEIEmcP8YTtrtJXIjTYNAg0CDQIPAXyQCTeD+i0S76atBoEGgQaBBoEHgPxOBJnD/ZwLYNL+9EGikaRBoEGgQ+ElHoAncP+kz3IyvQaBBoEGgQeAnCoEmcP9ETWczmNsLgUaaBoEGgQaBFx+BJnC/+Jg2HBsEGgQaBBoEGgReMgSawP2SQdswbhC4vRBopGkQaBD4yUCgCdw/GfPYjKJBoEGgQaBB4GWCQBO4XyYT3QyzQeD2QqCRpkGgQeDPi0ATuP+8yDXtGgQaBBoEGgQaBH4ECDSB+0cAetNlg0CDwO2FQCNNg8CPEwJN4P5xmq1G1gaBBoEGgQaBlz0CTeB+2atAA0CDQIPA7YVAI02DwJ+OQBO4/3R8mqcNAg0CDQINAg0CtxUCTeC+raajEaZBoEGgQeD2QqCR5vZDoAnct9+cNBI1CDQINAg0CDQI/EAEmsD9A6FpHjQINAg0CDQI3F4INNIIgSZwC4WGGgQaBBoEGgQaBH5MEGgC94/JRDViNgg0CDQINAjcXgj8qKRpAvePCvmm3waBBoEGgQaBBoE/BwJN4P5zgNY0aRBoEGgQaBBoEPhRIfD9A/ePSpqm3waBBoEGgQaBBoEGgT8VgSZw/6nwNA8bBBoEGgQaBBoEbi8EfhwC9+2FWCNNg0CDQINAg0CDwI8QgSZw/wjBb7puEGgQaBBoEGgQ+LMi0ATuPytiTf0GgQaBBoEGgQaBHyECTeD+EYLfdN0g0CDQINAg0CDwZ0WgCdx/VsRur/qNNA0CDQINAg0CLzMEmsD9MpvwZrgNAg0CDQINAj/eCDSB+8d7/m4v6RtpGgQaBBoEGgRecgSawP2SQ2yOLm4lbptPg0CDQINAg0CDwJ8PgSZw//lw+6Fa/c//7J/d9f/6p7/8nn/8d37pfb/4f/m/PvaZpz/9nn/w9Kff9Yt/69Pv+KW/+fTb/8F//7ff8o+e/rtv/MzTP//6/+lv/8JDf/+//4VX/8Onf/HBf/K3P3P/P/j03733H/6tv3v3//S3/t7Jf/Tpv3fn//0XPnPHP/70L554gT594h88/QvHRf/k53/+2D/5+V+6SSp7od4vnvglnv/8/+lvHvmlp59e+eVf/uUulP5QA/jxrtRI3yDwk4iAq+va//N//s/bn3n66aV/8D/+jwf+4d/5O0f/8ac/feIfffrTd/7TX/iFu/7J00+f+vu79Hf/1t+6+x9++tPfh/7u3f/k//b3T8m/fObpX7gLwr98+sT/4xemPuUfPP308V/6mz9/7Of/5s8f+XtP/739/+wzn1n6zGc+0/lJBPTHcUxN4H4JZ224M7xzPBq9ezgavnfQH71/0B+8Z9gfvXM06L9jMBi+fTAcvHVrZ+PN/e3BG7Y2tl7fH2w/tLO58eob6+uv3L6x+YqNzY37t7bX791cX79788aNUztbmyc3RDeun7x+Y+vk5vUrpzY3rt91/crWXevXrt25fm3jzutXbty1s7F518aNzZM3NtZP3di4duoGZVf7105sbm7u61TVzEGzJnC/hPPesG4QeKkQePrpp90//sf/OL387W/PXr1+ff+15547hm+488bGBv5h6+7169fvXd/euG9z88b9lN8/3Nm5f+P69Vto4/7t69DGxv3Xr169f3372r031m/cc+PG1XuuX926+/krm6fWt9dPXl3fPrmxee1O0Y31549cfu65fVsXL/ZeqnE1fP9sCPg/W/Wm9p8Fga98+ctrv/flL9/3b3/7tx76jd/4wlt+8ze+9Nbf/s0vvf3f/vZvPPzv/s1vvuO3f/3X3/VbX/rCI7/1xc+997e++IX3/5svfuGx3/r1Lzz+21/63BO/+YXPP/FbX/rsE1/64mc/+MXP/tpTv/Yr/+qpX/3X//KpX/uX/7+n/vW//F+e+sKv/MoHv/TFzz3xpV/9lSc+/9n/9YkvfvbXnvji53/liV///K88Tv7xL3z2Xz/+hV/91Q98/l//2mNf+JVf/cBvfPbzH/g3v/3bb3j2298+/uVnnln4s4yjqfsiINCwaBB4ERCY29xsbZ47d/Abv//7r/zNL37x/Z//tV976nP/6l89+cXPfe7xz3/uc09+6XO/9uSXvvC5J3/ri1/84G//1hc/9Ju//jnoCx/6jS9+7qlf/8Lnnvri5371qS987rMf+tLnf4Wyz37o1z//2ad+43O/9tRvfv4LT33x85/98Jc++6sf+dK//tWP/vpnP/uRL37h8x/+nc9/8YP/9te/+Oi/+a3feuvv/Lt/d/hFGELD4kVAoAncLwKIP4jFcxcvLVy+dOn4xfMX7rl0/sKDV5577tXXrz7/0Ob69Yc2b1x/7Y3rV1+/fu3qG0nfsnHj6ls312+8bWvjxtu3NjceZuf9jp3tzXf2tzbfNdjZfje77Ue2N288wvNHdrY2Hhn1t989GY3eNRz23zUaDN415B5613Cw/a5+f1tt3jnY3npHH9rZ2np4a2OTfP+1G5ubJ7e2tvaxcu9G+qt/tfu06Omn4/0v/vW/3hM9/V//1zOiv869iLrtX//1X090TPeDxtuUNwg0CPzZEcC2vGyLtP1fY3d/42/8ldm/8Tf+xuzf3SXleRbtcWC2lE8mx4vx+FWDnZ134Bse6W9vv2so6u+8s9/fedf21ta7drY337WztYXfkO8g3Va6/e7+1hbPN9+9vbml/Lt3KB9s7zwCvae/s/0e/MSj25ub7+HU7tEd0v7Wxnv621sPb2/tvLEYje6QLNE/yF/Ib+zSZ/67/67z30HI2Yayf/Ev/kUACX23h6T5vNgINIH7xUb0Fn6trDVpZ1m/2+nkc7Mz7tD+teTkHceyU3cea586eaxz5/HDnWOHD3SPHtrXOXJof/fY4f0zRw/tnz16cHX+6JF9i8cOH1g6enj/Ms+XD64tr6wtLazuX11cPXRgdfXUXcf3PXjf3Qdece+pg/eduuPQXXcePXjnsUOH7jh2+NBdx48cPHni6IE7jx3ef+TQwbUDayury/NzK7Od9smNq1ffPNnYfkPW7z+UbW4+ZJ3Oa32v95Df7D/k+/3XTXz2+lGSvMnNLLyp6PXe3C6KN6Xj8rU2mdyz9dxza7/zO7/TwzAbvbllnn8Ms43ItxECjz/+eLssy2XeX90T6uJhN+y9o13l79ouy3cPoV6VvyNsbb29PTv7lvFk8paNa9feamX+mk6aHp2fmdl3aP++fXccP7p2392n1k7eccfK0UOHlo4ePLR45OCBhWOHD84fP3xo/hh0/Mih+TuPH4t04uiR+WNHDi+cOHZk8cSxo0vHjx5eOrRv//Lywvzy/OzMymyvszzT7e6b7XUPzHS6d/Sy9IHVxeXXz46Lh0eFvUn+om7Pvqbsdl9tMzOvWq/rV3ULe0W5tXV3q2WHz507t/jLv/zLyW0E80+UKI0DfgmnM018mSXJuJWmZa/TdmsrS+HokYPpiWOH0+NHDmaHD6y2Duxbbu1fWWrtW4XWltv71pY6a6uL3bWVxR752f2ry7P7VpbmFudn5ma6rfn5me780vzM/KEDawt3HD+yeOzooaXDh/Yv7V9bWV5dWYy0trK0vH9teWnfyvIiwX5xYW52sdftLgVzJ3Y2t169uX7tdRdOn33TufPn33Tp/MU3Xjh34Y0XLpx746VzF950/vzZN188d+Etly6ef+tz5y++9eLly28+f+H8Gy9fvHzv5c3N1X6/37nvvvvcSwhbw7pB4GWFwLVr19qjra2ly1cu33350uW3Xbp88WFO695x5fLFd16+dOFdly5eesfFixcfPn/27NuvPnfpLevXrr5xPBw9kAZ/cLbbWVpZWlw8uH/f4okjh+aPHDowt391dXbf6vLM/pXV3r6Vtd7+tdXegbW17oF9UMyrfLm3trLco+7MgbXVGdLZlcXFWQL1bKfVmm2n6Vw7TebxXUupDwe9uTvKSf7QhQvn33nxwrm3Xjp/9k3nL55504WzZ9907uzZN54/f/H1Zy6ced2Z8+cfvHzh8okrV64sf/nLX2Yt8rKayr+wwfq/sJ5elh0Fq8y5qqoIdLXNzc7YvrUVaNnWVpdscXHO5uZ6NjvbtdmZzk2aIT9H2fzcjM3N90x1sjRYWU5AsbQs80YEt1V4rKws2tLiPIvetnXambVbmXU6mXVZKJCGditNMPA2S9/uZDhcuXrl6rHTz5557Zd/78vv/dpXvvqeb/z+1x/5xtd//5FvfPXrj3zt97787q/87u+9+6u/95V3kX/n17/21bd/9fe++rbf+93ffdtXf/fLwnHbXgAAEABJREFUD5z51neWnzvzXPuP/uiPGA+iNJ8GgRcDgZc5j63Ll7PNGzdm//ArX73zK//hd9/0tS9/5c1f+8rX3vL1L3/5rdjh277+u7/3jq/93u++8yv/4d8/8gdf//rbz54+/cDGjeuHXVXOdFqtjIV5srq06PetrbrVJfzK3Jwtzc/bMn6BHXTML8zO2lxvxmZ7PZvpda3X6Viv3ea+a3MzPXxPz+Q/Eu8MvlYVOVRYTVpMxulo0J957uKFu7/yu7/7TmR6z1e/+rX3ff3LX33f17/2tfd94/e/8d5v/MHvv/drX/3ae772ta+99Ru//0f3/fE3v7l/fX09fZlP7Us2fP+ScW4Yg4A375yr68rqqrIsTazX7Vi327ZOp0UADpYm3hIoBGee2aA2beqYV1lCeZI4hX+zqiSdPlNZmnraB9o72hjPKqg2Z5CrVeacVcFbDYcqq8typsqLVdI7KHuVcbxVleUrra4iFWXxyslo+IrhoP+KwaD/wKg/vG/Q37lne2vz1Nbm1qHBzvZsbaP04YcftuZqEGgQeHEQ2NzeTvJi1N7e3FrZXN+4Y9gf3FVMJndjp3eH2u6xqrqXVfv93N9f5fndZT45VJfFYvCunSU+tNLgW1nitLgnNZHyKX4lkf/AC6Q4FxFtjKJIiXd2K+kZfiH6D6Vp8NbOUmunSdJKkzbu6UBdFPeyEXmFFcWrkOVV+WjyqvFo9OrRcPiq4WDwysHO4G7o0HBnZ/7GjRvJi4NQw+V7EWAuvreouX+xEAiJ88Gh/XXtirK0PJ/YZDwylNwG/R0b7PRN6Wg4iOnW5rpNadO2t26lDcsn4xjMvTPibGU7W1t27cpVW79xzTY31m1ne9P6/W0bDuE72LFt7nd2tmw0Gliej62mf4zPL8zOhEP7D7RP3XXXzImjR2cPHzo0f8ex4wt3njixcPjgwbnVlZXZxYX53gLHAAsLc935ublWt921Trvt2p1OcM6Fb3/720jxYqHU8GkQuK0Q+AsXZn5+vu6mnaqbtapuKyvYNSfHDh3u3HPX3e0HH3ggvf/ue7O77zzZOnniztaJo8ey/WtrfmF+ztqcrhlneuPR0La2Nuz69av4ghv4l771d7bJr9vG+g18xHWer1O2Ff3EzvaWsYOONMBH7OBrYhl+qGZzkARH8E9tbrZna5wQ7t+3ahzF27Ejh8OpO+9K7zx2rHP88JHeoX37Z9aWl2cX5+bmZru9uZlOt9drt9qcAqTtdtt3u93GT9hLc/mXhm3DVQh48+as9maEuxoTY9ddlIXlBQGcQDzEUAaDAcF1eAuNYn44HBKEBzYYYIT9PsFXx+R1DNrsknk2JDhv2c7OjvVZBAzhNaLNlAY2FF/KxuOxFXlOu9JC8K7VavmFudlk3+pKtrq80lpdWm6tLC9FWpxfaM3PzrV6nU5GvazNz3aWpe0s9e2MFT0MOjoGsOZqEGgQeLERSJKkboWknuvNeOwyPbz/QCBAhqMHD4XD+/eHA6tryeriUsB+XbfdtjQJZnXN5ndiCt4DgvUAXzHC7gf4hJ3tbQI1FMt3TIv60Z5fYEGvNkP8ywBSmuMrjNPBhN15K0vi6eD83KyxkI+0trLs9q+thn2rq8nK8nI2NzObdVrtjFjd6rT5meEw0laWJUlI8RMzLzZADb+bCBBUbuabzIuMQFnmrqxK550jaAaFb9NVV7WV7IDHkwlBegSNCcw5J2L1LlXxeVEUNpnk8bnSoihvlhc8E03gMaHOCzQx8Z3slitolywWahYNDiP3zixNg2Fn8b3Wwtyc9Tpda2ctkzPAAC1NEgvOOYQJtMEMQ0hC4lPvXVGIg0bRUINAg8CLgcCQYCpbxjRd8N532UnP8h56EdtcWVy0Zd5Xy05V1mm3LEtSU3B1pn9IgD+pS3wG/iHXhgB+4qnF/Hg8xIeMCOwjG7Gwn/C8kL8gSCtwj0Yjno1N7coyh2NtSfDWSjN23RCyyFd0Oh3rdjvWQy69I58hLxnwEaY0S1OXpklI0+CD9xZCQLDm81Ih4F8qxg1f0ytpI1bWkPHamZVxyVF5HtOyqHkOVYbu19RzQKbpcMailzLKy5q0trp25lywEFILHgqJOeep76bEbr4WiZfaiGTMFFYEbE8MxqiMCGwhOPPeWaDMR1I/BbvyidVVaZ42Dl6RzJw351wkM1YNhhcg03waBBoEXmwEEjMXvHd1VbuKhb3s0QjISmuCcsViXVRj04atG7Yq5+LMbI/kZ6rYprK6wpD56JnxoMax6FkJ7woeItVReQ0vE5mZc86897dQsCQE0yW5yiK3klM88Qzem3dmTm1rHFVVeUbgfK1Sa66XCAH/EvFt2IKA865yzlUYBXZXsnOecPQ9svG4iDHQLKD06S4lpAm2ELAfb3XlTHbgXWKsY1n9tnnPzM643SXftTRtEYTTSJ5A7n1iTuSCkZmSeXPOW5KkphVzi9VzEigzo/8iBmutuHc4VtvmnbmO0XJ26vpGqWHYqumcq6M0jCLPq7oMrApo33waBBoEXhwEOrBJIFcHFyoX8tHE9be2bXtzy7Y2N2Mq+xT1d/os/ifYb4mJEr1rRWZn3nvTLncvDfiEBErT1LIss71n5uzm5b0zH15o5723vauGb40PiMG9rvBFteXjifU5fpdMW7xTr6vSsjQhaONP8sIqgjmOzvnK+bSG+R6zJn3REXhhpl501g1Ddq8u2omMACpZNU8mBYE7x/hyQ+8ByWEUhhFOqa5pUWtapuQIvt4HDC8lALegLOadU4BX22l91XuBgu3ljZzbJW9GzrgwdpbsZVWw+8+tIFjri3OlVvSsxuvdFbsEYyXt6qoOdVV572vXshbtm0+DQIPAi4VAiW1hkWmwKiVgpgTEUBE0ZY8TjraHHHEPeHc95lg7x1ZVrufqv8ai69q0MSeY1zJZit0LxDM9F2kDzgM+PI+eiZQ7qhjrcnhM2ysvim1opNQ5F33FaDTEd40tJ0hX+Ap1WMuRlaXz5oLzLnVWt0qbZMk48bBvPi8BAg2wLwGoeyxReHS4ZsNqpGbYopVFZeOR3lsTMMlXGEbJJrYkWOpZXZk5581DzpgepZAneCdJYkpFNQFe9hKJNrU5c86ZuWCOds55c86Z8lab1VQk+LI6riPVtcoqZCpuPsNpqJD7ymrk4aFST9vE6jrJQrBWE7etuRoEXlQEMGgidYbxtaqqaJOG4LFfOqlxGhPeRytgKljqmJtAbwqsho0bti5TLfAlEzYGRVljqnDAviv5FtoXZWkFlUoIlua9M+d23ZLqUa7nBfUib9pRzNJevGpzzpn3Hh6ljccjK1jgq5N47E6fNe3qunLeuYT33XiIuluWZbtol85eyutlzNu/jMf+og/97z399P5f/O//9hv++l/5rx75y0989IODYf+hna3t/c5cL01SjsrHduPGhl2/vm4bG5vxS2TYFXFVcd1jjKS1Qy6PXXirOC6vCMrYlRX8mOQlK90ithuNxjYcjjCksU1Y/ZY8VzCmsWFpfJha50ldJIzK8AYWkhBTDMycYeB0UKshJCchPhWGGAmjRJCEI7deCP7ghXMXX/lvfut/e+BrX/jtO/7qJz6x8nu//Mtp/fTTHjbNp0GgQeCHRAB789/4F/8ie/qv/bW1/+NHPnH/7/7O//bQf/jdL7+R8hOtNM2wwdAfDOzG+g27cuWqbW1vRZuv8RSBxXuCL0l5VdZqtS1JMvyE4QNKG44mpIURdyFZt4tpJZ8iX+ATMxfgQjl+BdOPu+yqxg/gDbwPJn5pmlmSpuZogyz4mIkNkKckYDvnjI+pRcVmoCzpT4yMYkeD2nUno9Hh4Xb/ZNkf3/dzH/rp40//t//twj/6R/+IgG7OmutFQcC/KFwaJhEBV/pjBLpH2dJ+rHLuv8wn+cM7O9tHeDjbylo2HAzt6tVrduXqVbtxY51APsGweGqBH4GmDqNiSjCuCmMrq9qIoVBNwC6jASlgjzgyG8BLxj0kP5nk1CnhJdOGlSwLG3IQd+acMxllIGinHMilMn52z7Kimj5s96owwJIOZazTwF2YVVWSJmHWe398fX3jzc8/f+UNw/Ho/qxoHbje6WRfPnBAwu9yaJIGgQaB/xQCX/7yl8O5mZn2pAqHXWKv39jcfPjyxcuPVubuTrOsVeR5srW1ZdiaXbx00dY3N2ycTwwjtiTLLCVgZ+22tdtdS1ICN75iwjvm0XBi40lBMDb8CL7EeVJvFYd+zicWQoovkJ/xsU6B7bPe57mj3JtPUsvEe5ecD5azeJeP2d7ZIV9YwG947xhiTbsSv1OY/AbOy+S5SGfycX5iMhw9iP96bXDlPebaK+WNsvP000+rIW1/Ij9/oYMC67/Q/n6iO7tw/tzc5YsXj549e/bk2dPP3ovxrREYQ1mUbsxx14BVq75cogA+Gk9Q+BI8HEbjzBNcHYbmnLO9q2YlbNw656hbmY6oCgJrUZQE8pzV9YQUQ6WM1bo55yLJsETOOaMA462trHcNLN5V2Fdlu+YdU+XrmjLIUYcKGGVpyO+CD74qytmN9etHLl26cO8z3/72Q+cvnL5rZ2O8eDFJ2jBoPg0CDQI/JAKTZ59NsjzvfOc7f3zo61//+qtPP/PsfVeeu3woH4/nO52OM2fxV7f6w77tDPoEzNwqnEHO7jbH1rFSUyD2u4G4KGv8QGlj3n/LN1QE8lpMoj8J1BUlFusTwJ0P5EWJafeu4C9KWQSIlPeBt2OMJ2eXPWZjIH+lk72CXfaUquiP4vE9ZVQ157zhx1LKFvqD4bFrV66+5vyFC4zv23d/55tfXbPf+A2veg395yPQAPmfj+FNDtefv9a7cuXKweefe/7ohQsX7tjZ3l5w5jCq3HSsrYDdJ3grj3JbVWFezsx7h3Gh9Eqdu8lPGUd7773VGG6BEe2R2rOjt6LEqG8ajpvyct6cCH4Gv4q3VQr4JfVqArOoqrVooH8zVeFHTR+V1ey6nZmJ4q6b+wCvsix6WxvrB29cv3bP9evXX7e5tXWqTmwpdbNN4LbmahD44RG42mol6XjcvXb96qELFy+9+tLlS/dcff7Kvnw86XW7XRg5G2mhry+ljQbYeMlSurZJkds4z027ZHPBnE/MSMuSZ7xGmxBgiwIbJnCbyQeoDkQdT12R2ogUmKdBu2UK1lnaMlHKyWAM3AT3Gj65+NLnmEWB+lcgL1g8iKb3+B8JVJsFT59maVkUc5wKHt3e3nr19tbWa7Y2t+5b397Y/+87nWDN9aIg4P9TXF5uz//p3/+nR/7JL/7im/7KT3/qqQ++673/5ccf++Bf/tknPvxzf+nJj/yVn3nsw//lxx55/H//8Uef+Kt/6YMf/T/83JMf+2s/8+RH/qufe/Ijf+1/x/14Mnr/5vrmHUTkhZluz0E2MzNjK8vLdvDAftu/f5/t27dqS8uL8Y8ZVATFAUfeOzt9G42GGGSJgbKedrURKw3bMUe+jjseT2EAABAASURBVEF2Ws4xvIlqgnFt1FcgJq8yUa176tdxh63nCtAYVdBU1xh/YQMcwvb2tmn3rzwLDOtv71iZFxhxYvPz87a6ugqt2erKii0j/9L8gl9YWEhnezML7ax1pK7q1/zLf/W/vv9f/C//n/f93JNPvedTj3/03Z94/1Pv+sQTT73rk09++J0f+8CH3/nT7/vQOyh7+JOPffjtP/OBD77tE48/9dZPvf/Jt5C+6VPvf+KNP/3YB9/wycc/9PpPPfHh14l+9rEnX/vJD3zoIdHPPP7h13z88cdf89NPPvnqn37/k6/+5GMfetUe/czjT71S9HHS76VPPPmRByO978kHP/XYB18h+tkPPPXAHn3iiY/cP6Un7v/UBz94n4hn9378A0/dS/k9P/PkT939M+978u6/9NhTpz4OffLxj5z8mSefvOtn3vvkXR9//4fu/OQHPnyH6GefeOKE6Ofe96HjtxJjPi76KZ6LVEekNiLx2KOfgq/4f/ypp06Rj/2qzz8T7bVFbsm/RxrT95Ke3To29aP+RXtj1DhfoJ9i3H8WegEnjVHj/eQHPnCHxv/DkupP6cN3iIcoyrOLlWQVSXbNkcajOdPYPs4casyfej/zKtqd30888UScc55HPZBOfOLJJ9GTJx/8ODokXZJufRydk+596oknXie9/NnHPvKGTzz+1Jt++gMffDP6++ZPobt/gp588i2fgj7x+ONvFVHvbZ987Mm3fz/62SeeevhnsZH/7y//80f/n//v//lxZ+4Nc7Mz+xbn57uLS0vJ7Pyc7/V6Nr+wYMurK7a6tmrLKyuWtVtW4CtGBM8+tqvF/05/YH35jv4wpoPByAbDMfmR7ahMRNkO9URbW9u2sbllSrfxN6Itjr/1/pxFuN1YX7frN25EUn59Y8s2abPd78N3ZGMWBdp1D3k1NxgObDQeWbvTifItLC7Y7NyszczO2iw0h/+YnZlpddqd1cSlJ9mwvHGwtfOupSJ77FPv/9D7P/X+jz76iceeet8n3/fBx3728Y888Zef+vgHf+5Dn/jQz31kSv/Fh3/6yZ/+wIc/gB95+//5v/lvTv6zz3xm6Zf/6i+n1lw3EZA3v3nTZMyclYfKSf16Vo1PsMv8S9CnyrL6ZFmWP1tW+X9RVuV/UZXFz1Vl9XNVXfxljpD/SlFUfyUvq79cFsW7h4P+MVe7uW67Q3DuGktoW1pctH1ra7ZG0F5ZXbFFFL3X61rFDniIIQ44DmOFGu+N0C1yrjYWsATw2kyB+ftQTZC23fp76QsBvbQ6BvCSMRm8QqypHfuQRYIC94Ddv/6akgJ4HyMuOIrTKnwOI1xeWbYVkYI2jmRhft7Pzc6l3U53Lk3Tg1VVv/La9RuP4gjew6r8kbKYvLusy3eWefnOIi/eWRb5OyZV8Y68zN9R5OOH87x4ezkZvy2vqreU+eTNHPm9qczzNxaTyRvH4/EbJ5PJGyZF+XrKXk/Z6/Lx6HV1Xj5UjIuHyrJ8TVHkNykfjV8zgqrx+NXfS+Vo9GpRXlev4mgv0ngyeZVoko9eWQyHryxHwwfLUf5gMRw/OBYV41eUk+EDxXjwwFD/uUpR3g9G95eT8b35uH/vcJTfOypG9+T58J7xYHDPcDQ6NRjmp4aj4uTOpH+qnw9OipQvuB9BOc8q6qjezmBy9yAf3j2eDO4pitHdIvEq+qN7RvDPd4b3l8PJfeNych/P7lO/PwypLjzuK4fVfaPB4P7JUHyG9xeMY8J4wPUVIuVFxWDwQL47tno8uq+AJqPhfXtjHJfju/doVBT3DPOde2+lUdG/50+nguejeypwKkaju5HnbnCIWA12sfh+6Qh89kj1J8M8thUP4STsNQeSUzQZ7dwn+TVHI42HOdOYy90xo0uvmJSTV4yZ2wIqRyVzzbzn+SvHk8mrJmX+qmqcv4ryqD+jPH9NXuQPVZPxa4ti8rp8UkoH3zgpR2+i3puqvHjzpCjfmle3Us59/pZ8TJrnb62K4q1lUb0tzydvL6piSmX5cHELMReyh3di7++5cX39/XVVvbbX6a4S7LrzC/MJ9uV6MXDP2xK2p+C9uLw0DdzY+ojXawP8xTR4E7BjcCYlQA+GIwLs2BTA+7Gce8pjnuC9xcJ8k/fmCtg7BOOdnYHtbPdtr5z37AT2DWjTNjY2Y9De4rmC/nA0tnEM3GMbErAlw4i03W7Z4tJiXOjPzc2ZNikK3nOzszbTm2m10tZS8O7OYpy/tpjk+IH8sbIo3wfGj5ZF8d6iqt5XVtVjRVE8UZT5k9UEyvMnyjz/QDmZvK8uqrdUeXUXhw9L/Xv6CY6w+ewi8GMWuHelfgmTnY2N1sbmjbnnLl/ezzvrOy6fP3fyuUvnT108f+7OyxfPn7j2/KUT165cPvbc+bPHLp47d/T5i+ePXLpw9sj5M6ePbly/tlwVeeqt8mnwFpwjaDoL5NM0seCdeQJymgZLEm81gbsoxoYiky92n1sM4ArKetcMC3O0c85M5Ml778m7m6R7kXPTMmpOP46EMirGoM2inb4qKzj+yieFVTgDQ56S4/ZJPraqys2H2tIsWAbxmiveJ4yILq0isJvVgbG1y3y8tn796l28m3s1OL3t0vmzb3/u/JmHL547/fCFM6cfvnzuzMNXzp99x3PQpYtn33npwpl3XTp/5l0Xz5155NLZM++5eO7so5cunH3vxbNn3nv57On3XT777Pto+9jFM2ceu3Tu7GMXzp0hf/YDl86c+cClc6c/cPHM6cf36MK5049fhi6dO/P499LFs6efEF068+yTF8+d+aCI+h+CPnj+7NkPXTj/7FPnz52Gzj517uzZpy5CyPvhC2dPf4Q5/Milc89+5OLZZz564fyZj146++xPweunLp559mPU+9jlM2c+zhg+fvncsz998eyZn75w5plPXDh/9hPnz535JPQp8qRnP3XpHHT6mU/RZyTafPLymWc/eeHs2U9cOHv6p8+fOfMx8j91+dy5j148e/ajjJF+z3wUubh/9qMXzj7zU3t0/twzlH9/unD22Y+cP/vsRy+d+85HLpx/5iMXzzO2s89++MLZ00+dO3fmQ+fPPQud/tC5s2ee0j34cv/sUxcunH7q/PkzH754/sxHLsCf+h+9dPo0vE5/9PzZKV08J76n4f0CXTwrPHaJ56rzvXTp3JnI5+L50x/VM/G7dOb0T10+o/vTP3Xx3OmfunT2NHie+fjFs1M6f+7sx2+lS+fPfezC+dMfv3jhzMcunzlL3bMfu/Tss2ASZfsp8Poo2H5U8l88+8xHLp199iOauwtnz3yYco2LeT0DTef4/LnTT104/yz3z36I5x9Cxz5IXXTj2Q9eOn/6yctnn0Fnnn0cmR9DpscunD39ftL3kr6XskfRIfT19LuR/d2Xzp0WPcI4H+Fe9O6LZ04/cvHs2Xej1++6eP7sOy+e2aWzZ95x8Ra6dOHcwxfPn3nb1eefe+3W5uY9xWSyP3jfwUwT2ZbHtlutzIh41srSSBmpyo1FeImd5pOxTYhkEwLniN3vmFRleT6xUq/SONbOCbIFqe7rioU/R95Ky6K0EhueUh7zdVVg0qXJ13h8hfyI/FXwlOAfck7hxgTuIYv8Mf3l7Ppr/Jb8WI1MOC6TvN1u27qdlnUy5E9SS7yPvq6uqqyc5As7W9t3Pn/58huY27di92+7dPbs28DpreeePf3m09955g3nnz39+nNnzrwO23jt2dOnHzr9nW8/+Owz3zl547mr+0eDndnW1law5rqJgL+ZazIRgbwcJaPRsLu1sb6yubF+qL+zfXQ87B+bjPpHJqPBoWIyPDgZ9g8OdjYPDHc29g93tvYNdzb397c3DoyHgwUriwSV91J8dB+DMPMocfCe1FkIzlICt0h51eGRuTgTNXZQmQyrwjjgY1iVOWfmaReCp32whIgaQjBPQ++8ub1/VHSOO0czfUidOlC+cgRmI/ia5ZPSxqzeS95VUd0UvJ1nhx+MBYUjcHtkdPRlkZJg5nkug3VVGVLvsrrKF0ej/tHJcHBPPhy8phgPH8rHw9cWI9LR4LXlZPi6stAOZvy6YjJ+fZFP3lAV+RurfPzGMp+wi5m8uZxM3lIWOTuVyVt5/rYyz99WlZO3V8Xk7XWRP1zn+cOWFw8DyMPeqrczgod36R2k7/B1uUvVblq+w6rinVU+eWcdafyuupi8C36id9eciEwpf6Qui3fXpdL8kaos3mNV9YhV5XsY46M4pEeVMgfvpfy9rqrey8S8D+f5vroq3m9l8Rjtoeqxqqw+UBXlB8qi+EAxmTxe5pMPVJDSYjz5gIhxagfxWDkZPUbd9yP3+1Nv702CezTU9aOuLh+F56NWlY/WZfle+nl0j1xVvlfPvy+V5aO+LN9DW9Ejvirf4131iK9F9SPe6nd7qyDS2t6Nurzbu/qR4Ow9kV9VPOqq6lGjj+Dq96beP5p49ygq8yjtHnV1gSzFe+vd1F5IacOzCqIMGR+l70eVWlW/1zMm2r/XrHyvswoeJTyq91lZ7hIYFvn76yk9tpvu3b+/KuLz9zE/76vKnBQZkFHYuBJ56+q9dQVWLxDzV0Ri8flIVRWP1GXxiJXFu60slX/3dN4nSqc6kefvqvL8nfT9TnhJnx72ZfGwq4q3OXbWjPWtVhVvRs/fbFX+JivzN8HjjVUxeWMZdRg9npCf0hsKToyKfPIG5v31VTF+Henrinz8umIyZgc/mtJo+NrJeMgpEqci+fhYVZUrzqxldRVqAijzw4I54V1zgDxEnsCdZYkl+Aw9x4KpXrD4zm1CEC8I0DW+wrM090zc1CcYQdNhsw5fEUy/RRJ8QlkwPQ+xnjNciGkDkaKMWRYsayXWbqXWIvhmaRo3HlVR4i9yywneFQsD5pM2zlQ/eINfTT6xTiezTiuzVprE/hLvzRtXWWZlns/R/rBOs4b9watGO4PXTIajVxfj8avHg8GDo37/gf721v07W5v372xu3b+9sXHv+o31uzdvrB8fDfsrZZF3t4fDALfms4tAxHY33yQgkGVZiQJOWllS9tqZHdi3YqfuPG6veuBee+iVD9j9d99lJ+84YieO7Lfjh/fZicP77Y6jhyg7avvXllBcj8JW2HxuWJgFjKSuKvxHQR4lT72lqeMYPeMoetEOHTxghw8dtHmOmsbDoW1vb9qgv2M5K2ntusVDhiljWpjnOIqjtE67jXG1LU1a5hxH4JW3qnRU9cTgYEaQLlkpV2Vl3nkomNXefJ1Y8BlBu7D1Tfqhv6qubXFpwQ4fOWgryD8z17YkNSyyNJ/QXhRIHeRLq61gLGNrZ4mt0u7AvmV/5ND+5Oih/emxQwfSE0cOZncdO5yduuNYdjd0SvnjR7J7yHPfOnXiaPvkHVOK+eNH2nceO9Q+cfhAm3Zt2ok6p04c65w8caRz6o4j3Vfee6r72lc+0HvowQe6r3nwvu6rX3Ff9zWvuIf8/T2Vv+5VSu/UA3+JAAAQAElEQVTvveaV9/UeuPuO7qkTh7onjx/qnTx+hPQw90ego92TJ/byh7snj/H8mFLRtP6p44d7opPHDveQaYb2MyfvOBZT3R87fGDmyMG1mSOH9olmSWePHFib2b+6PLO8MD8zP9PtzXbbvflet7cAzXfb3YVep7s409ulbvfIvpWZu+86PvvK++6Ze/1rHpx/8L6Tc4x55tQdR2dOHT8yc+rEYeQ+TJ/QiV06fmT25IlbSPeim2WH4/MH7z01Cx67dP9u+sDsa1/1wCwY6X7uta+8f+41r7hvTnVPnTg6K7rnLslzau6Nr3nl/EMP3j//qntPzd9714l5PVO/dx07NIds1D0yy3xAR+fuvmOPjs2duvPIfKQ7Ds/ddeLQ3Mnjh+dPHj8yf+rE0QURPBaY24U7jxxaOHH44AJ6Mndk/765Q2urcwdXV2YPra7OHl6D9q3NHoaOQIf3K79KvbXZI+SPHdw3e8eRg7N3Hj00C+8Z+M1oTpCN/KEZePfuOHywp1TzR50efYPlkS6yk07nHlnQg6PdUyeOSLegY50HTt3ZffX996BP93Ve+6r7O6995X2dhx68t/2aV9zTfugV97a4b3HfevUDp1r3nTzRvvPowRb9tJABnT0S6eTxo+1Tx4+1T56Y0p3HjrRPHDncPnJwf/vQvrX2wbXV1sF9q+3DB9Za+/evpCtLc67dSizPB9GekoDJWWksVrDlCTQ27yvs3BuqZfvXlu3wwX12cP+qLcz1CJLBEp63CbjLS3MGTzt0cL8dOXzAjh45ZIcOHbT9+/bZGu/JV3lPrv+a85DaH9hnB6DDh/bZYXzXoUNr1BWt2qGDKzxbtn37lmxtZcl05J2F1FqitGWLvLs+dIC6+1btAL5iaX7Geu3MUmR3VtmUanxQib/hnh27w2OIMgL6bLfrFufm3MriYjh2+JC75+RJO3nihB0/dNjWlpdsvtdzM72On+m2k163lbXbWZYliZs6JHxS87mJgL+ZazIRgVaW1VmSlBlbkBbBaXlxzghMhgO3uwngJ44csMMHVu3gvmU7sLoU08MY0xEUenlhjsAdWKnWBFEpb21ocMxXWq06szT1kdrt1BYXZm11ZZEAvmy9bgcjHhurUhuNBjFfswqnMQZhGHBmvV7XOrw7z7KWJSEx7wJG4qkC4xoiYDvz1HdWVZKhUvfU4RmBW8Hb1QHeufV19KVjL6ttFgNc27diC4y122tbmsFFwRrH4AnYdV1SqzRH3sm51EUc58LsjC0vLvi15cWA4YX9K0vJ/tWlBKNODu1bSQ7uW0kPQEoP7V9NwSk9tH8l5Vk2peXs4Bq0ukI6pVi+pvxydmB1ucV96/jhg205wpuO8uih9l04xruOH26L9OxO5VkAHD+Mo9y/0j64b7l1cG0JmqbI1DqwtnyTdp+3D6wttakHLUPKK92lfcs43ZXOgbXlzr7Vpc7a8kJnZXF+Skvkl+Y7y4tznYW5mc5cr9Pm0+62Wu1eOyPN2p0sbXehHj5IZaLl+dn24bW1zvEjB7s4+S6Lgc6h/audQzh1cEKGlc6BfcuRDtLvwbWVDrJ2DpHuke7jM+pN8yudQ/tWOscO7+/cdfzITbpzN08Q69x14ij9He3eeVx0uAtOXeajI0J3Oyy49Lx359FDvWOHD/RYoHTh2aUfUuRZW4r5g6vLpLv5tVvy+1S21DuwNqWDpAfXlnvQDG1mDqwszaAfvX1Li73VxYXe6tJ8d2VhDprvri7Mky5A89P84m66ANYLc+A9F7Hft7LYgR+0AkmmSG30pA3vmB5YW47pwX3owJpI90vMO4Q+gVdLdCDqx0rMHz98oHXX8cOtkyeORrqLheYe3XnicHbXiSOZ7u9kEUrdqMcH962kL9AqeWj/Kvq9LxIBNt2/upKuLi8RpBdS7CSD0uWlhXRpYS7MzfZcKwsE6IkZ9hS8i/bFDt8s2j0LZ+wtw18QzIw2+IolW11etNmZrrVaiSWcgrXYBMzNdqbPlxdinbXVFeot2crSkun7NfpOzTLtVgjGKzFdjPVWVxbxPfPQHPeky/O2vDRPmzlbxJfNdDoE5SRShr+Zo9+1lSV4L9jK4pyh9tbBjyUB2QncOCIzfIXI7QZtb4ZHqi0Lwbrtls0SvOdnZtza0rI7cuCAHdy3RtBetoXZ2fi81265DsC00yxtJSENIbB+YVdii3BqPnsICNe9fJOCQFlOQlmXWW1VMJQxOENxvWUsK7PMW8ICMKUQpbJ2K7UO1M4Sy5IwJVaWCXn0zUzhjuPoUsSu29jdOucwuGAJihzrJT4Geu8UGEvalATa0ireZ+kozDCAVppa8AF2jucktbFKr3hfTT1is3MqdxYTajjnLMDfzMUgXdC/c85q+p8QrEt24tyaZxwJjiFJE0uzFGeQWsZ4Eu71jJ6srEp4TOiroL2Z9x48QpQ/+IDsLlIavKVJ4Jnj3mhaREpcbXIwHixFwGd0iSGbpbRpMf42/XVbmbXTQLnH0BkUzkttM+pkyKk2sS71CYjWyRJrJyHW1zP8l6UMqpUk1hEvnqfUTWNbZ+LlWXRQFNtkZDIa6nmyVwfnGXCGKUK2WoyF5577uGBhHqbOqATVitOLyhxzqrI4LtpmSYg6EJDDM/esnqwG+7LIY+rNjGoRn+CMfG0JmSwNhjiUT+9TxixKeJYEi888OHpHv1AgLzl5zDNnCRmNddq/RwYInsITH2gt8i06yCI5SxFC+fg89eyovKXwSILFtKXxp8HUdlqHPPcZ7YVNSvsog+SAhG3CmBN4pLcS9VSWKPVmSlPGliUBGRPk2qUsjXmVpzxLqZNAqfe0ETnmT2RgJD6Q+oFvpnqJh98eJeSDpbTlEfVriPoO8gY/x7MpaQwJ5a3UxwDUbiWM+QVqt1JrZymyBdKEOpn1um2b6bWtjY6pjwQZXiA/5U/HKfaXJt6yNFiWQKQpaUp5ACtvFuu24K9y2GAvNSpTGY9N9RIKPfWcdI9UvNrtzBS0M2SGFfZYG5Z9Cxl6Zdi/j/bYShOLY6CfjHyWJZZFWbwlwcwp0GLjXvOI3HomeZPgeA4hg8N2a+wx5XmHcav/FF5JEmI/CeVUR/YCP5FbySalRubgPTy8Be+R05E6k104/JBOISu9b6eu0hoZnGwGQhRBEJxzAVB8kqRmTdy2Wy9/602Tj3rsq6pK0Dt0bGpE6B0K6CxIiXlQo2SRUDylFUot5ZPiJVhTlmLsKDiKhyIXHE1PoDFBECNzwYJPMKrUsizDCFNrs2rtdDLr9tpQy5RXn+PJyCb5BB4lRlFZzY46Uo06VyIytnfVVmMQlJo5Mw8D5yy2q3blrWSkGGGaBev1ulDHut2OtTsta+EQMmSWTEmSmHfedBUcuQ+HI+SfwKuGtbckSS2wAo91arOaACYiQx3JmvMObgKNrSonVhG4eAfI/QSjzq1iUaJgpvISw63BkcLYVu/sct7dTUajm1/CGfLqYLCzbaLRcAAf+O62K8GH94Y2Hg1tzDO11VxUBEzNzR5V1K+QIxL9leQL2ubCeDy0SUzV55RyycDrisgXWca7ddRmbywF7xdLSOMOgJ2licmht8CxxdxO86m1cJqiFFyZEivpX18u0umK0gI5CskjIl8WE5tSTjqlahezkjrfSxX8RJJZXyCKMoOF0olwgUa8FhlzkiOMlBe+hfpB/gKajMem8jF1lefdLH0XTEtumh/xjwSOpWShzygHbWMa5Spok09Jz1VP9aGK+ajQQ1HNaZCLumroUw0pNRSphqJikyr/AunUp1L7yBe5dnmW3FfklRakmpsJi9MJc6cxThhXno+xIcmldtO0pK7alMhdwKMA9wlthMEIDITDmHulmqfBYAd8BqaynDELn4l4RxpZjr6IxEdUwVO6B4AaGGOsI5nGvUvB++gDAj5DY8uRQX1LJgAw55zJjkWqI53qdtq2t3jo4S9aWWIOm1Zb/YaK5l/52H+Nz4hUmmS5lSp8ljAoNJaIRYld5abxiiaMXZi3Wkn0R90ufgmKvqLVQu7UEvQ9eI+MzmrGNAH3kWwFLDQXzjkL3ltIPP5TFCwET33jqoCmjDZfMa81PgQmjMUgYYULqlWVZXNVuSZu23dd/rvumhsUqcKnxHNn9KjmvrYaR1NVU0WbYFzDwdC2trdtY2PDrt+4Dq3zznjDRhixD8FaKHav1zOPkkqZdwg8G1tblueVBZ9ZCCmBu2XtNqv3mRlbWJy31bUVO3Rov+k91NrasrUxEgXuza1tu3r9uu3sDK0oayuhCjLnIn8fnOmLZTyxmiM3w4iNVavIOWchBMorG08GpLllbW9Ly3N25CjHVAf20++qLfDuqtvtWTyGT1u0Sc0swbCcjceFbW31rU//+aSEh+d5y7xLrGYhkeclx/sjG4BJvz8gndKAo/hB/LWTPrLvwGML2t7N79jm5ratg5/+9Ov6xqZtbG7ZhtJI0/zVa9fs0qXn7MzZc/adZ5+1Z06ftrPnztlzzz9v19Zv2Prmhl0nff7K83bp8mW7cOkiz56z6+C1ybOdnZ34SmD6qzKDKFsfmbaYi4112l67YVevXLMrz1+1569cseevXbUrV6/F/OXLz9lzzz1vVyi/Rtl1/X35dcawuWPbWzu2A/V3+nHsBRh459npd9iNzdj83JzpeHJlZdlWV1c5iuQ1xMKCzXIc6JyLGFxjbBcvXrTnGYvk3QCLKBfpOrJtgMMmmGwx/9vbO7GNZN+hzx3GtVemVHVU98qVqyae589fsHPnzpvS8+cv7ubP76YXYp3Lzz1n165dB6sbkZ5//opdQJ5LGjcyCYdr4Hj9xobtzc8mskjv1edOlIm5Bc9t5IkygKvqiHS/hd7oV4r2aAcd6g9GpoXgcDSO9jLEZoY4+xdoWj4eT2xMUJG9jce5jUYT0zz20bMdMNiGtuh3e7tvkkkyXr+xblcY0/Pg8Bw0HcMNW1/f3P31pm3q9m1Ttous4rGNzt64ccMuM+ZzFy7amXNnI07nhOH581Pde+ZZ++PvPGN//Mwz9iw6KGylb1fQjSv0oz9jPMXyOn2tRz3e3NqMcyY7GLHwHTHeMWMdM66cxXDJqZf3wVpZy5zDzgh628glXdgGW9WrK6yQxV5GHfmKbrdrMzM9W+Kd9srqou3ndd08r7lqKu6wsL3CGK6hw5ubmyZe6lvlW8iytbVhL9Am+S3q7NhgMI6kubnBXF+4cDnqwXPPX2YxO7S5+Y6t7luyQ7wiXOQovqOFPpS1O5awQXEEZsS0vCijrW1tb9kW4xiySKwIyC446iWWspjNoDRL471jE1Thqyo2E5xw4rFq00X8J288we9yU6oQWoeazwsI+BeyTU4I1DobRW/qWvE7llhdT5WoIoCXKKhWkzmGJkMc4XS0SlZasMoOwZuUs0VQJqSi/JPoqAY4rILAXfOO2SBH4EvTFsG7Za1Wxs63hZF0bXaua92ZtiWsUsVvzOp1gLOSa/arQwAAEABJREFUIZdFxULCuFjhYi2SC5s3jxEo5bwApa+Ql4eq5YxnZDgiLooRz3ILvLvW6lmLhbn52egIOrzLarHYkINIEoI278NLFgd5XsfAPeiPGcPEGJ45C5aEDL7UM09ZxRhz6uFoo2Makx9FGu3eR0eN89I4lBdW2h0oVR3RGDx1PyDg65kc+YBx7xAYNnBE13GuN3DMGwS0bRx2n3pTRz7AUezYJo54g0C3wzP9nukeqT/RGIc5mUjOMUFgxHiGOKzBTerjwBUY+4O+ib+cp3jtECDU19T5alxjxjaGx9jGOOMJclc4Yeccc5bEucy022b+hWv7llTlxiW92UFOjUWpxquxq1w0gu93k+TVHIxjv3r2vfU0xh1k3QQD8RVtgptI+VtJdTQ+tRHOIo1ZdbZoL6cvLIS/6oyijo9u9j2SfOA5ukm5DZUnuE7Lchsp2Kpsl8bCHpoQjHN2eAU78ClVLEgry7mfUmE5NpajbAUU89RXuz0ee+kEfiN0bDAcM48j0xwKA40tEnjsMK/ShVtlHiL/AH0cxnGN0Z8+AXcT2oBI0bF10fqGSe+ushjQIkAB+roWcGC0RXDto5vqc0p9ZJjq05DTDunLGNlyxqtxlIylRE9Kximq2AgY1pSmGbYUWCSX2NEk8pCsBcF9r07wwVQvy1rRX3S6bRaBHRb8s9bttbH30uSDtgiaO+hV7J+xjdk1i0acFg05RRgSTPVsgO0MOYEZUWfCPE1YnI+GE/Ab2hYL0k0W1dvwKqsc/hk+qWPzCz3r9TrRt6VZZgnkkKsynGVVM4eljbGFEWOWz8qZs5rw65zD5wQL+DMv8t6cw3/hjfQaTphonPJl09Bt00t7J3PG4BzPXWs04mb6qPlp5hsQvguB2jtXOudy5+rKuemzGiUjdqNDunfmHIQCeh+iUnryUjrnXDRCH4L5gDHSSIarFXbBrqwoamMRatiu1Wh88Il5eNSsOqu93bJjjbmXNzOpOLIQsHFuOIEans7BG0YFxm1cIXhToPee2vASP8NoDLmNd6I1gbuCZ4UhlhyRiZ/qh+AsEu+qElb2IaTmXcKRWU1QKqEcIh2Xhh1ajTE5nofdwO1coMx4VlmJsy2o9ALl8IEol3HulQsP5eW8akALIdge6V7PMFT41mDj4zMD19ocZYyoNsNPWMUPBcySxUwR+ygpg2DC7Jj6HBM0xnIk4zEy8ow2KlffVXScFvn7EAz28K8jGbjV8BEZl+Ohc/yEuI119Ew8RLUmkwfOOf1Ejpr+hVlxM1U9Hsa26l8ya/7oxpxzkcyUhjhuikxyqF2xO8biJr4VfNVHjT5BjKuGUY0cql/HfB37+n551YF57Md7b84JW/EreZ1TRvlhEcudc1T10LSO+Am6ij6VEotog6ToBjMGcqrrY1qb2ljUxBKGFaV1rAdP5825YN4HcyLyznn6oS11przr+BfDCgymoKNSVNeRH41iXcmh8ooGVZSpQv4KfKbptMzAwig30hrMKivRGS2kC1LpiQJtjo2WLFinbSpOyEqogMqoP9PnFf3qwxhMpDx8SSpkKJG1JBVOIuececgxNufI7+KtusYVQmLBJyYczDR2eNWGrDV9VhDzwZidc9TxFtBVWFjCO+52J7WshQ1i36VeS4iwb/EuWSjI1pTW6EWNv1BeZaICXSqFJ+Mt8Es5p2kFC3UDe+OqGIP8RJp5SxMkC7X54CzgJ7z8hE8NuK2Ah+jmmM3AmB/6RJmdee/MmcpLnk2plHy8plBaglnFGNW1yFSbtuYCbT1jteb6HgT899y/7G+dK3RWXqBHBG5vzjnzTqk3XVIyOVwptu4dz8xQS4yNNqbLOWcOZa1xMaqPyhqP2eWNOEbbZlW/TbrDCndgeqc2ZDVcYHRpGqzb7bDznuV4dckOHtxvBzjO3rdvzVq8g9aqWoFowspWRqe+ajqtsKAKQ6sx0AoDzTnOH7Bz1EpbZTOzXTvMUdeBQ2u2srrA6nn25upZPDQe7ay0S1nf2LIbNzaRb5vV/4RdQGV1xdj1Xb06YSgB8oxYxDidN+/Jixz3YgjVkivKQ3vyFMWPspK9wGHuUc4CRM5T45qwi1KdJEktzTJ2sG1rdziF4JiwAzZplpl4q95gNGKnN45/xrWo1I+jD4IFctRIKD45/Wi3NqGPHGeldsrX1EzS1DrwneEIe3Zmll3MHs3bPK8P5ubmKZuzHq8zdEzZ4WSizRFhu4VMrZa12AFlaWZJSKOOaJLrKEdlmndRzmJrwnwp1RyJJL9SOSu1cU4OG7krhDLHDw9xj5AawwukMpFZpTmX0ywqFkgF85TbmN3TWIsVMBSmBQ5RDlX9iGp413Ce5snEe2e6hx0BuCbvEIn+kckiSR6VGbgbz41U9Yw8KTIzZNpapJinkxKGBfLl4C9ZJsg0mSAn8zAhQE5I4zOeSw9K6qoNzax29LlHiAk7+trrT33WUQaVCxtjHJ4AmDIXLc1Nu4vOdKxFPs2yGGycD+YYT23OblJtJhkl25BduNIC2aK8yFeAn9FGc97tzXA6NYPdzFgHfdRrJZW3OVFpoQtZmlpCUAsEVkcftntprqOM9KVU86ZHAXn36gcWzvGesoAulQTTIacIet1wQzt8XtFssxMecAI1wbZr7Cqwe+10WuhnzxYW5rHrJdt/YM0WOEULwbPYmHBUv2Ujdt0VwbzGFznnzDEekZlnAWNRZ4acBupEUHLpFY9+hWzfvlVbXlnEF/VMu/oW77oN5Cbo8gisdGKh3blOJjY57drh9CHHvsyZSbaEaB+/wKY0S2KZntGtiSRPxSajQi71q2duVzbnnDne/3ELavFp8+N7EMBCv6fkZX7rS8+W1wpUp/IEo+BROowpkUGiUFFx2cXJuOVozJwZJIdV43VqrHOP8C5mKGagbfDeZHzPXb5ily89b0qvXb1OEN+wbd4J6UsibQxRv1OtYH3ijhN2/wP32r3332N333M3BjrDO6QdjnG3McgdWFeW4CjIWIHBFKxeRRWBezwZ8V5y3Xb62/Re8o5q2V71mlfY/a+4x+6465gpgC8szFmbxYBhjAOO9nQE+Nzl5+3C+Uum91xXnr9mOzsjY2Fs3mXmeTevI/66cqaxioxxe59YisNMcVwiyaTxOufN8c92L9ULOCZhCkTIXNqEIKOdzoDjTGHT7w9xNBMkcuwk2tZqdWJgnSOILiwu2jzviTu9LmMyGxK0hdsODmNCcIwOkT4NqtUveHvwqelfQWJM4BjR3wBHNsb5EG8sxbHPLSzaysoq76LXbG1tv+3bd8AO7BcdtP3k11b32cryKu+slwjmizbH++tIs3Om33OdxaErkCc+WA0oJYGo3tUDzYsCtnRGqe6rqjLpB2IhJQg5xxQ42tYEvpqUJwhd15THGt68C99FzrzV1JGDF8+xxiZnimPf0TEo2IwY45hAmRPYiYnUpw/41SJ4I6IRH6xE5iLWoW+eGfI4MIwEhka+drStXcS9IlW7qraoBxprxU15K9FhAQ634j7CZobIONw9or6ZJ0ANmReNIaeNeBn9OfBUMPYhmItyuKgXGrcWGuqvQvbaQIM6Leay2+vZ3PyCSVcWmNdZFl69bs9aLLYS9NMHeDnq7/KuyYuX9Ee6IRnG6FLMswgSvmnassWlpagba+iDdGV+Xnowb9KDGRZ1PfrtEMxb6GuKLQT0nF7MamRG0aqITWUluIjMvGVa9EGyl4T6aZJayn2LRYDq7GwP7Hls8Ny5i3bp0mV77vmrLKixaY7/SxYU8kcdjsyXlhZYlB+0u+66wx64/76Yb7VTm+Qju7F+jcX3Dv0WpiswftlolmYWwnTHrACsBbuO2PX88OFDdurUXXb3Pafs+PEj2MUidjfDgkVH8hW+qm8bvCq4xoJC3yOI3wXhXb/+vrl0zsA0zTJr4VuydsuymGaWZIn54M2zofHBmSMFHYvkzLz3FoI375wZxMfMXO3Y9lelr8ftdm3NdRMBfzPXZCICnJNjalbwihtzM5NhTw1v17HanmKRWm16NqUK52h6asZPFI6ne+0rjKckKI3ZZfcxpkHcfWvlOpbT4t2gjDXsBsEsyzCULsFiwRZYTc/NzViK4pdE0VIBmt25nP9eH3VdRTnk1BwGQPc45AJ5qmgMnU7b5liJz871pqvnLKXcmXOSr7JJdPwjZBqbVt/DPvnB2MajnJV7DR9vZgSm2tEPxNKGLil3lE/JmdvNk/ARbxLqVFBtzjnIR5qW1/CqwKWKQTzHYVY4Yj1LCLgZDkyURmdGEMf56j7BwWmcOc5rwq4oZ9FS0k6TRS+mVKQ6Ncx4ZBUFFRlhLCpwoNzy1IFDsCRNIwn3lvrNspuLEZXJ2aWpyqhH/2mSWca9KOFeTtQ5bwyUvkrGVMYxqS/1K6oRSKS8aC9PselSey8e3Ejn9HyKMQV8nHPmeD4l8kZ/lKt9rKcxcqNxkUgUZKleIBVS38xFvVQqqpnTKU41clfUr039R8IS9vjBHp60VWV4mC5kskjIgmyGTA4yc3yoa2YVDUXCvGTOCkjzNaXadK+5V/BUsK/osFYf8HVuysdInXckzviB/PCmEqy59XEOQwimudibqwy90ZwlaWrBB7MolzEGER3wMXNmEKxuylnBVHJIVuWd81EXpBeiNMsshMQS7SThnXEvUr8Jeuvpyzn48rG9S32JuNe8kpj3PpL4e9p4D0/xRbfMXDxFGmmhw2JsyOJmjI8YcT8mLdFfT/uMMfZYyM7PzbK4mGeHvMDpUMf0Z4urWrY7trwQTaySksBXvBnidK5ZgalY45dcAQx7Myx+WJzK7+iLcG2Cb6uVRv+jIWhxM0QGBXydAAx4Vy6fMWahY1wBDISNKARvIZ4meHPMn7H0q5k9g+q6jD6qQgCVOfByLv5ASlKCNuys4vyTHVRt67praA8Bv5dp0psIVFa7gp0E+lSbFCsnYMYAIYNBuRMM1odAA2cVO9ypkdPMUG2Uzzlnzjnupu0L2ssx5QRIOakSPuIrx1BiPHHHExfFTjqNUZVGDoeRWMKRGDZqezTV592+1ANWxyfK4py3gFxyIAkGk6SBlT2OCwOqMJSqqpC3igZTIFMp2aGC4FcQBCssusaRU80k0yS+9ypxdkizW646JfWU1gy35oeoolEkDFGpyoyr2q0LHOYcfChzbpqagdFue9V3zjFmnEQrswyHkWTIniYWnQEOwYdAE7UBJvhKDpqbLkQxipBVz6ZUga34ilQnEuMANo4Ja6iKWO/N382Usej0QveiW9s754wPpNSZjw7JmS7Vq2grXRGm0g2Vee9v1te96oivUpHaqo4oPpd+3CL7dIzqY4/E71Zy8A/IEuL8BwJAEFYwFn/xvJWcczyZknNKwYtOSvot2PVKNuXVtgJUEY8jtmaq78w5b86Ramy75IM3H4J5v0c+1tHc1OBeK2Pqy/HTQ9O5FF45C9Iy6iQ6SkXJSwVz+gfGzjn4ev1z3GEAABAASURBVHO7ediZLqe+XTDneOYcRc6cE+le5CjjA0+No2J+qjimyvTE094jr6M9tRhjDZlRDVJeNJVz77lsV0PxtA1xvN6Ud86Zc874YWaktnspq/Ld2xcSZ85JxmDeBwvw0u5bZYgb5VDqzJuZi69Eov9AfudCXDxqMdHuZNZml93mnXeSOjPLIXyIB0uOyYuCwM2CqcY2S+a30OsAfFGB3avPLMvwMymEraE7iXwHFOR7kNszTu9DlKdAR+J84S+Ulw1KV2pkUp0khceurbo4V2bOG5dwrOBRgmuF3RX4mAIbLOO9xmnm4j8aAK/yNt0/oRvWXN+FQIT0u0pe5jfBT4/KcfpVhTLmKPmEY8chx496Fz3iyG/MLnmC4isYj0nldAo5HYyjQgNlIBWWL9XzfmrUwXuCUoiB1KPQMprNrW3TkdN13ilvcTQ2mdRW1R69TSxj56cVr6g30+EId8VO3HHUjh07ZPv3r2IAFUdhN0zvwfocNWv1O0K2HINq897t8JHD1D1q+/av8W6ua2bYAj99COYxzgBVjG/MrlrfItVR+fZ23zQec86SJLVAHY/BmuG4jItyh+zaGTrvzTlHIZxr5Ga8pcaPYWv8FCFjjYGW7NqLuKsXZpIP/wEWGcfgHdN/Bzi/sGBLy0umI87Z+fn4rNrlJ0c1Ant9s3tvjIX6YTiSASHAzOinMs3HRMfDYJDjoEp4+BBMR6Udjkz1LnueI9SFhSUwmWUX0YrtRuxkhhzhiv8OR5E74KBUuI7oW0f6WnQV8C0hzZ3k2iPdx7GDp8bNwA1USBBSOQprSGPilo8zD34ebJ1zsZ6emznKg4WIu6fcRfnEf4zOjZlfkfpVf9SO89TSMbHe1fOefo7j4Tl2TDPkpQeax2k/3qaX5kxk8J+S0a9z3hwU6yLbFFvPI+SzaX27eVHG0PhEHhVzLnwi9nv4g1O+u/DTnN9KBY5YY9C4NI7p2CVLzXilL7lpnPrmc7Q55kD1b9ZFHOfiD/qftpFuaQ77/R1e8WxDO5xs9U08xEv4iYdogj1PsFv1r4DTYuc6x6uPhXmdcC1w0sXxMHqo7zUID7WXboiUL9At6YJ4TNhpKq+yEhxENXqnMTHlIObMCddbiBKTDShVoBZpzkOY2pzmLEmzOLeyVemxxnb9xoZdu7Zhw8GEgGeGlVqgjY7ZtTPW7nt5ecEOHtpvx08ctrtO3mFLS/MmWfSdl/X1jegvpNviJ/n0TvvQoYN27NiR6Cs6vK7zgXk3LiaYDxODpC7wqm5oV3m9dwM55DM0px4dlrwZGLbwWcIyJXAH7y1EXyE+zBGLhDHzKHvS30TQd3tGvKLT93YmkzHzXmDHVZS1ZmTGO26zUDsX6qAjBNg0nxcQ2J2hFwpe7jln6I9zeVVhfux6CikcTnPIkZUcud7HyhlIAUc4/BFKN8YR5NTTDrZiZytDqzBec85CCBhgIBgFa/G+pw0lrGbFV++F9O7q+ef1rnuHo/SSzoP5kFG3y3vtOZubm4F6pt+7vu/+u3n3dJcdPXaYMFzG3ze+sT4N3tsEHDmWEc693e7aXXfdZSdPnbTDhw/a3Pwc9c0kj4wsTVuWQBXvq4fDid24vmHPPXeV9+Kb8d2xmY/PU4wxEMDVzpwZwzHnPfJBpM5506WxauxyrEorApjK5RgK3p/KwenXTcbgNeaYTc8z+u/1Zm2B94fLqyu2tn+/rayucuS3ZGmW7Qb7SXTgO7zH3trasq2dneg85DBk3M4HQyATP+E/Zp5GzMWYY3fdax4kv959zhLMFhaXYh8ra2s2v7gIxh0rmGM5sT6Ln53tHdvc2LJN3uFtbe3g/Pu82hianufwznH2Lzj+iU3oS5TnE9N8VlVleB5kAiwTGbJNnZGelSw4hIlHbu8TCwRoB4Y1hSJjlkLUl9RUB0Y4tIp+chuBneQQaZwFwcOcszTJ4pelFKjnCTxL4LnIOOfn5ynvWZpmFujHM191PQ24xjXN17vienM8DzhcfS8gBPqPbQJd8MyxiDDa3iRJCtWi2goWrQpoYxyzZBsTzKak+ZuYgtsE7G6lXHMECRMHVCLEMt1PwFU21mfe92gE7wIbE46q65wzPoaVmsr1fAf92NratI2NDeZwg/exW8zhDgF8EPVIdSSn+IskQ0mwbfMaRpgtr6CH6MYatLy8zOJuxjQfkiV+nwIbG3Jsrf4mjEdHxCPmRWOVbqhc8otnjQ3U4GOGnJAWu94FEzkDT54b5QE9SLAxUQDzhDlImNOMeUuzzDQfBXqzAxZXrlyPdtrfGTFmB/jevNqnibVZrM/OzhB8V+3Ou47ZvfeesgcfvN/W9q0aFW2HBY1+x3t9fR1ctsFkaM45W2HMJ04cw1fcZUeOHOIVXcdCEO8a3RXRGr0xNhT6HoreaV/hffv6+iZ6WViCrmT4iRb9S4YMmeMYQrAAf0/vDiD0im9IoI40GND/wPoRzyFzM8TecxYjlVXUpQkfZCDwm4lDwn3zuRUBoXLr/cs+7wzdqapyekaDO+UjZ1Fi4CIzakiZMEoe7SpbZdPLmXPenHPxVolzODyUsWKJ7VyNITrLsoBD5egJ4y1wwPRmFUG0rikrveEHrSxro5nJ4abUz7IU40wJNtO0221hZG1rs0JOMil2RRsCf1XH/hMcQIpD8Bi2GY4C4yuLGmMrMZTcxuy0c04TSgLrGCc0IuCXjNE5b9O2iUW7IZjYLtVKGUcNmYh3VsblnKOunIg3R3vjqpCjqipykofEQeZM49kj8S12nXHNYH3wsW/jUrkCr0h8Kp6rDo/M6M9uXmLsjO4s/soR9VS/js9d7E/O17jU3nsf+1Cq/uW85YQ19gomFTKLasanNMqBjEorHGhNHcFgP+CK/cYf0wrOOcSd0rRk+tO5aVmNvC8QEtF2er9Xb4qpc9P6Zs5MxHzuyeG4d26Kv8Y1pWC6NIZb+Zk5MxNPkpsfF3PTeszyLTLpgcqV/klSO0gy85DEaEruuz9qX4PnC1Sb5BKpjFEbwzODFcMwkUf5puQJJCGSxuWoU9NJxSseBckaEFQmHiIemVKR6k2psor+eRA/TryDbKKONiN9b3fasQ/Vl1wi5+iMFsqrnCzjq61CByLRdw2p3KjrvSdxkDd+8FHemS7JJR7Vrn4preEzfVbDU7aiu+l4E2w3EMiDl217nhvBujJ92TCfVDYZlSwoc5uMi/jMOWd0T59xFixrpZxm9azX7Vib105d0h6nMlkro574VXHswkl2lxL8ZSeSq0Ku2lzkq75y/AZuivtpWYlv0imDo07wwYL35uk/QqG2jLEWGdxJKzk0HiZsWJLgLUDe8ZAyAKWSwcnMm8jFvCMv91JToapgqvuGbiIgrG7eNBkzAoVMvGKVSCi1KhobVkc5KmTmHIqHoiqVxlXUVh3jcs6Zc7eQOUqpRfuKnThKaDS1NEtMgdg5bzSnjjdH3gjcVeV5l1VZibGUBFKDhRQ+JA6Fn1KaeevNtNlJz7Ar6GKYmTksIfZBX/RIMxoauXqPXDT60TA3kXYOE4411UeuY02oxncEl1iSphAOAxa1rAeqd/nWVKrjWKiM4TnqeAYl4xc55+nVmepV1DVz5ihzTqmzWJf6zjmrMOoJuytRQXCs6SOEYLrklEXiUdOPypxzsb1zU17OOdNFMwbJh4x4MGQVm3Mu1lefKhc/pbZ7aewTFi06YpcseiaaPnaMoY4yau7Vdq+OnjvnIn/n9lKV7tFUAufczf6dc6ZL/EXKO6eyaR+6ZwT0WcU+de+cu9leuHgfzLtglJrxc0q0UncQw6e9cYmvRT6SeUr17jMz5/R8Oj7jcu6F+xofWUFKJaeIKn/i45yDj4odP0QkfJyb5p2bphTxUd9TfTHmcspzWlajIzWCIz78asbrLARvgfergVS6n7AIDehF4N65qdyaj1IBgbYUxXYeGxA55+DlbO8Sb/VrFHkPb0h8VV6xAFBfrVZmNLOSxZkWc9LHqqoiC8mnjHOOOtP+K41DhTYtE98XaFoWH+/+EI8Kfb+VVLZHKmco1HaMxdt0zCyefTDnvJk5Mwhx2Z3WNiZgDzgyH7EAh63Fy9XMeUmAnxhD5MSlZVrYd1jcazc+vzBHWSfyFh4l+JWMt44MpuPSfUWZ0VdJgJ7wuiPPKyvI1+y6Pf5BclZVbY5/Afk0buMSH7Wt8VvKS+FkvyX84B59XpalbFqSOMc+4mlwceb5qftI5PG/NKnlj3ljry8ArVtzvYCAfyHb5ISAsxilCjS/dCGpZJ9SUimr895avMfp9mZYzc4ROBdtfn7B5mbnCaCzlvFMPGqckZRVx8bKG0yCp207jd/q7vY6vN9tUz/DiFJzKP/OztDOnjlnf/ztZ+w73zkdfyVrfX3L9GshI47jZMg68l5eWTD9vuZ9999rr3/9Q/bgK+83/dpGq5Vi0Lz7qgoCdB6PonR0PuGI11li3c6ceZdSPob3JfvGH37Tzp49b3pvZuZNx9YZR14OjajwDiVGXRGgzUrTSYG5EiPKzVyF4YVYpm+s6nfF+xzD9TnK02uE0XBoE47DQdHSkOEouhEr/UqNjiKXdATJsXXC4gDbR+YcJzRm9zBCtiFH4YNYRgc4oZpFTGHDwch2OFbr6zibfpTq26xjxib30eaoc5Z3lDomXl5eicd/ys9xXJxmGXJX8CxsDI6SsQ+vAcd1ExYNNRPrzMnHMEvkmAvHXNnupec1T2pHHcrkyqUPJc5JKc0pZYZrQ96KE5gypkabPYdW4RjV1xBsbqXpsW1BsKhi/2Ys5OAjhmqbsOtqEVA6nY512S3pT9PqGFeko1yVGbJXAFmwJRI/jWuHI2PNhxZkks85Z3xMl3MOpxksKBhCzjn6L01YDngdtEdD3vlL7yYsbMRbfQgDBzY+MP+kJmVxZkmamHZzc7xXn5+bNdEcx7Yzva5pt9fKUsuoM6XUWlnCfRr1KARvQjaBX5dxzqMbK8u80lhatiWO/OeY126na8IhoV9PvejclUISwQdvCgjdbsdm6HcOGfTdCaVzvCZS0Or1eqbviyi/sLiAjizbKq9opJMePvrToHs05Eh3wisw2UCNLXvvzJhP3cs2HLeeH87FjJn3cc4LFp8lQUq6UTMnmtSaua/Jx6reUdWZ8s6xkOZVgY7gNVcTdFHzN6UJJ2MF85RE+8mwyyTNrIWehyS1re2Bnb/4nH3rP37H/viPT9vly1fsGq+7Nja2sf3SWuDYEw6M/djxo/iIB+1Vr36lPfDgA/HoPKTBCmx8NB7ZYDSwnUE//prpiDFrfgN9BXRjm36effasffvbz9p//NZ36OOG6UqTzDq8jmshl/Jp2mI+M0tCsOC9ecbmnWecLt4nweN/usznYqTFhUVbZn5XsdVlXu3Mz8/G+Yu6Kv2va1dhX3WJCzazDv7LbJFc89lDwO9lmnSKAKGp4iqdC6XzvqqcYwFZYba1SSEzAoEcZg8nNYvwSIiTAAAQAElEQVRTmSNoK+0RzPXMOdwQhgoP2yNzZnJQLTlhnEun17Z2tz11RhiId8EG/SGB9AJB+1l75pmzdgnDXL+xScAasEMeWwgJC4VZ3gEv8B5rxe6596S95iGM8YF77BjvvNudDAec02dJsMtjAJQTHvO+0cxbu9XD9wT6GdnFi8/bN7/5bdPviOpdlZ7P9GQ8mTkMTs6qZAFQQ0YEdr4yI4BXVW6OwJ2knrS2opjg8IcE3L7J2Q0JTGMcfo4TAjDTUX0bZyOsFninvEjQXsBQezMzFtJUVaYBlQA84h2mgvGAgKr303TIWCr6KHm/O6KPwS7RH/2MCMLaKatei/drM7OztoBDUMBW8FZ+bm7e0jQjmNY3+xkQnOQo9Z0FOcu6xlNozmBEzhyOx4GBOUfJLR9uaxFSlzhzOeeKeVZzMx4YSFVVXCRUFPIx51ykinLt4oTPHk0d9JjxFYyztr36sIkfjxwJuiH524xPOjc3P0/AWTEFbY2zQ0Azc7StIx/xFH+NT4sbBRKLl+OnM+emJN7Bews4WgqjzMJCwVokbEVj5mWyF7gloNHeB3MQP8yciyQ5FVz3AuPs7IyJFEjb6Lz0PlXgzlIcdALtppTJqYtNCA7n3o5BX/8V5dLSoi0uaFE8S3nHWthdCMFkg8alVOScM++dZfTTwbZ6LBZmdvu/mc70rNfrQF1T2TwBbRF9XGaBoH5ggZ1tR+qzCNUXpvJ8gj0VYFvFYZrmXYtZAp7qG0M3LuecOfrXnAtvBe6a+aahmlgddaQ258wkp1LnHC0Nncytz0JUc5YTxEUTbGcSMZ8G7jb2kxIgkzSzNvMdksx2WMBeuvQ8QRtf8ewZe+75a3EBvr65FX+NTPbQFQ5zM3b46BG774H7YtDWYn9lbYWFVrAKHR7nYxsSuPsE7h3kGGnB7bx5fI3ziW2xwD1z9gL+6EzsS9+FMXMxSHeQK0tbJhvPkCmFAm28oz3knItz5UmDDwT6tunLf4vzC6TzMYAv4w+WmON5FmtZmhpCmS4ODsCtAv+KMkrShB/N51YE/K03Td6s9L6unStx6KVs1TlXSxnr2lilVnFFq4AhI5OhyilH48RAHUodvLeAogbvzXMvTN3ujxQFbO9+OS0Ebwn3aZbG1LjET85yNBzHALuzM7D+9pA8Dp730d4HapnV/DMFVIIo4nL07m1mpo2z7LLDyQyZbUxg0051hDEO+iPbZDW+w65+zBFbXXtLkpaFkFI3mPjKWAMGOyWVOXPeme32pX4Sjuudr60ioNcEcobIKttbliVTA8b45DQUUJJEvD08IOdoU8XgIscmzGBM3868mJiZyjX+CY5Lqe4ptoCzbhO45ChSgnCSJLFM5WrLPEUHOInOroRPZZqrqqpv5s2ZIYLpUn09q6ikvHMuyiBeIuccdVU2TY2LqvCsI3G7+9zflCPKgpyOsURyGrPFMVc4cdH3ttM4UvBSGtvTVnVUd49qnGtN53uk8oLgIWxEKnfOqdlNUpnGIZ7OTZ+pTLRXSXzUXjqsvOpLFuHc4tRI+e+S63v43MpLPDGNiI14lVG+Is617g39cc6hbwkULJXOfxcFcPTm0bUqzpnmsIzYibdzznxwpkv91hGTkv4q5qGGLJL6zXeDbVmWtJ+SFpd7+lQRdEW6n7C7HLPjVJAuihx+tely7oW+qt25q5kDPdsj3e+R6qg/3QvHgB4kjE+pSGUennquunukez3vsDvOssxiPe/BIuxilMa8c47xufjcuBwUvDBLzFxAx2sWthN8xMj62PeIV2Elr9lyjrhl+xpnWea0N8taKSc3Gb6iYzOzHfJt5iSJY9cYxtjeDj5HO235jAmv0swczw08KwveW5ZkyJdahu5mSUJ7ZKE8eG8ap3PO4gVmdcSvjm3juJkXjZtjcEMtoDpWjT9itqY3M+cc8nr6C7Co6mo8qbudUW3NdRMBfzPXZCICzjk22a6s6nhOXHkilUMppTVVXcfdScGxZB5XyIVJ4aWUaJhJIamP0jkLzqOAZlM1rg2+KHliMtIkDRZ4h5eSpmliacJ98BhIjcMrOSbLrc8OfGN92zYIuJubfRtjRC7yFMfajMBprjCf1NbuJOzE5215ZYlj6Rl4B3bAQ9vWrzVx3LUBj6vX1gneO7b3qyRJaJn3KRTMu2DBQzFwB8o8tNuPq7CxyhicSWbgwBBxdPTvgzM5qVYrsym12B11TYE7TTNz3pvjn4xVmBUcJQo3YaYy43LOxXGrTH89Ts9FqitcnXMRsw4OTn1kaUpfrViWkvf0obpqk/OevmBuSo7ZRMqLR+xLkNGfProXKe+cY6z+JpkuZ+adVy7KVhMsJN9NXjxxzplzztS/c6SQc2rjzTlnZtNxqY1xOedMwTDDSbcIjkpFGoPKnVcbKvKp0bOKPtU25nGASiXDdJx5XKzovmZ2aBI/qiNyztmeXMalMpH4qY2ouGUu1HOWpcxbB2qbArhkk1yBQOThZ4zHuMRnj7i9+VFZRWAsdwN3GZ10ZWoagrcUPRfP1q6utNst+mnFudSuXH2prmTUGCWf8uLrzJku5WuCu8rx+ioytVG+3O1X7ZSvdmXRvQLzNC2wrwn2NSbYDU073WE8Fp+g01NZvXeRZ+yLebg1jR2Ct8pQDOViu5KxSgbnnAXh5f1N/Cmias2pT4mvKKCSNqWpvjDpcYQv3U7wAcJANMWpFXlREXkk0y7BO0Q7TSx4ds6w0gJdvwWhX9PaIXgXBO6Sd9JlUcX+Shba3htYJwTs7q6vWLD5hVkLzE2BLow48drZ3jGdwG2sb9oGPkMbiLp2iDAl7wMBO7MsSS1NkqjPCWXBe+zFRVJN46qxN1TYjPmqoQqMSvoRaf4q5kdpxFL1QVMfsua8q+mrJrUapzrE16q8oRcQ8C9km5wQwAjrHK1C78raucKnaZ2kmXmMxbkpXFI2InsM4jKQgmAxdTYySgIdjcXLSFVXqY5/VObQ7JSA08J5p6mU31sgiLdwaLMc98qQZbzbGNHp02fsWejMmfMx6Jol5lwwlNoQkf5zHKInYC/Ygw/eZ6973avjnyuc5x2fDFD//eAzz5y2b/Mu7Fvf/I8cjV/AMLdw+qVladsCO26rA47FwS9KZ84hIFnJLcMCD56V1KlUaoY1lvHIvDbJ3+MIcn5h3vS/jcXjcN5LLi4sEcB77MZT2lamUwQdg/c5Bh9AchIFRiz+QMQ4KtMpxng8js5Uz28lyZIR8ITN/PyCLXPcvsL7Mb0DnenOWOLZNZR1fLc+4n14nyM+/ZeiQ44Ux5w85Cx6SoIfA5h+GKKzvX+eMmfqQ2O9STgW/eGdcT7hOHH0XXJN2Jnk7GJK1nYxwOKlOKKJ44hj4l788FfmcGopQbGLg15YXLBFjmdXeLeqd/2673KMm2ZZlCHK6Cy24adV8FGZZBI+I/ARfjraHBBwxuwaC3RPz9XvHmkBVCCjnCUTZs5pfFUMVgOORfvxWHQYX6lIb8fUTXHGSzqe5gh5gfmc4/hyhlcaCiotdDVBVz1jcQ4BbXppjMrVYFuBl/orYwAtreY+EAS1IOh1OzaHbouv+lgWBqIV/frVqu3bt485XYyBXO0GyLezvW2iEePUeGr6cMY/+vcumHded1ZRXhIUKEaUmkBVoN8TdG4cg3SFHBWBK2ce+xyD34j/yxxHy9evYws3bHNz3VQ+ZvddoJN7Y3JOmjklhm2esYicc/Rj5pyz4ENMX2hjyFPSb8FCe4TeDKLe6Dha8zVE98ejoSl4efgJ20V0QrjI9vWqoccRt478252WBfyCIYcnTbLEshZBE1K5bE/tnfOMYQfbvmh/8AfftAvnLlk+rq2V9cB0lV11z0JwRjVLM29HjhywB195nz3Ea7ZTp+60qi7s4qWLHIc/y3H4d+w7f/wMKfTtP47/3a3wTZKEBV3HsjQz7705Bz/IbrlQVbk54yEfx/w4C9TxjDN4NiXM0wRbHPGaSzgMeWU1JD/idUwu++REsYwL7hrdMdp7o9868Ql+JrXm+m4E/HffNncgUBkahBMq6rounbnKSfGw4QpPLAWt+DF1qJVVKKQch4xeKW1MGuxgpM+t9ypzzlsSUEaMIWCQMipRmgWMrG0yWBQWox/Z5eeu2KXLz5M+b5tbO5Zz/FUSoGrkqGqcIwSreER+/MQRO3X3XXb4yEFW1TM46ZGt39gw/T10/d/L585ftOevXLMtduF5XmEMmQWfmvchkuRyzplzzsxExlVbzVhFGpScWc0RfYUjVLWEXUKLnVOv10H2Hu8QRTMxn/FeTrxLjFGBToFYhqo/ZKNAUeBshSOdxD6EncpyVtd7WO6lzjkTJi146gtMs/p+AUGl152xVqsd5ZeM2nGrrzG7hzFOYkygyzlCLwluNZipjvpzN8dHDt5OhZCei+Kc3jKvkuNWuUoFAxYwlUh4KKW+2ooYEJ86ksE/MNfCqUvwloPW75TrXavuFRQDOFKbwM+cIochkO4rsJcswkUyaGzCb48UzCWLdFH14hiRoyQAaZepssgOfkr3eOQEMWGl5+i5qb5kmOXd8F7wiO+neUWRZZkpaIcgPfFi832pAoMSvRCviuBdgRFDt1RjJ9h0u21TAJ8RBixWZpi/OfrT+00FLt2rrmQaE0SHBGyRxiy5K/QIQIHGvUB0oPrSnYg7kqlfjT3n/W2OLulez1UmvgrSOzs7pi+iKa+FkMr1vGYMsDQRrPhg9DJmcioTkY0f5xx6N8VDMtTMlXEpXzJ+ySyeBQu8mEbMJ5aTSibnnLVaKbbbM2HeZXHT6bRNJxEt8Eqz1BxBT3rgnJnwT9LEUihBX1JO61TX45sGLFavXrlhZ09fsOefv85iYYJfctRtWfABqRxUWQiORf6inbjjiCloHz16iDLPydyWaUFz5crV6GsuXbwcv8C6sbEJ5DV1gu3pgfoTOefAyZmu6dhrZXETtak0EnW88+ZJK+ZvTJCWXY52bTPOLXNUYJ/lrn2KVw0nh7Px5mr1lXD/n/q83J77l9uA/1PjTQrOmbwvqFdUVZ1PJnmlo6i9FWKOopUoYanAg3OqcJR7NFU4FNU7k8J5R4oax9R7U/ARod1WsdI1nL6OnmVbVLV4T0Z1vAppW3DcNR7ltr3Vj38oZWtzB8McYVAW+SlT4TDNahOv4J1lrSQ6hHl2TgsLC9Zpd+FkJjklv3yMh3+apjiPFiSH0cZAE3NOJlcji0X+ksU5F8udc7FcP2oxQf4aZye+FVgIk4KgoT4m4DTh3WG5i8+tz1RHbWp4iJxz9B0iSSY5iRa7vDaBQ6kHO9VXO9GEHaL6UF58bfdyTjtLEySUuOkc0NY59yfkt91L/SvrnI/9hxBM/e2V614ySY49knwqd27a37S9i+08+Au9irFJ5prxi5fIuCSv5Jb8It3HetTnMbLXcZ5UXhIASvRMpDpK1VakvHhKVkefohC8JcjvnOSSFCIz55x575nnFoGhwVSgcAAAEABJREFUbZI/y1IcexrnWM/oOO4U93irP5H6QLUA1eLlnIv8nHORp9o653guuWuTXKI9PsqLj0h5lWvcOQEsl44wl3vzqeeqJ4r9mtiKbxX5qq1o+lwPeR4dfsWNIZfFq0YnC4JBgS7u8XTOxfnVXIqEgXQ7gJdSkfJ741Fqt1w18/O9pMcqm8rzAtbOOXANEWfpcCe+5mlFvNWH03wBme1eVEd2d5NULJ6iPfkZKc/N1JapNMknXt4HoyXkzbnASUNh+m2U51n0nz3LCRvBN+KAfVYs9EsWEiV65YOzdrdli4vzpv8NbP/+/aYTrCzNzDlnuqYjUs5Qj5o+HWNI4tg8Qjg3rRdrRHyqWK9WXoViANW141VBzaIlR8cq9JtCc/ALZrs8PJgE5sIFduewLauyzouizsuynpRMsjXXrQj4W2+avBBoVaGui7Ko0Js8Z0VebXFst7W9xdHdTvy2tnY8Y3Zz2jnK+RQ4CFEVnbR4OPQRIutuIe+9BY9i4glVF3PgaU1dyNdmVA4osFbbciTOcYxdGQpf2PXrN+zMmbOshNk5P381ftPcw8toU8OvxlmR5Tgssfn5WTt8+BDHYodt/4H98b236pQEgb1+HW3V3rNlD+yKotFQViMGw7BoKhiV6qiuhNMzu3nVJl4lYxcGcr4Rk4jLOB59q7+aRs5JMkZLXm32aO+Z+tB4W63M2uw6Ouw+euzMtAvr9roYuMfgC1MfQ47XmBMbcAw+5OhRZeJnAOGcM+ccziPexXbOTcvslkv9VuAl+UqcmOZOabmLj/iJnHM4qcRa8VShZ5JJ1GJRkaSpTXGpQR/mzrh3kCfj7NaLYVsNoOIveTUGkcYx4nRAZVMZyjhO5fdIf05X7W7ex4A3QSdygllhNeOQrKpT4ZzrXaqYRJVpfkQOkToshCR/3N2Rb4F3xo5aQVzyTpg7VqqRd6FF1x4e9KF+6EyTqKrgbJC7SWRMV81g1bfwrRjz3r1kwaDiHEpPRvSlsY/YfY3AQGVa7Kme+Dg35a28CLWke7AmI54qU5/OObIu6qIw0liVSv4iLxiL1uBGwElZwHZY0M5ar9uLi5gW89jiFCdNM0tkBz6Ydz6SmYv/jEv9iaYTbZRbvCowFklm0bTfIsri4KMFgoL2FPOuKa8+U+wNM2c8Ja8rXphL8biV3/S+pJ7GjSNAADaipiEjKrrpLQSHLBCF3ifRL2jnrF/1/Na3vs0O/JpNxtIV2oOd5qUmgGPqJn3Qr8QdOXLYjh8/Zvv377PpLh5+9BWCj4sP2aZHYO+9eVLnHDI4+kUdqIeAfGDOJxbu/tCtSLcVelGwCanQCTPxCcgeeDSdOxiaC96c90a+LuuqyqtC/+rczG5APz6fl15SUHrpO/lx6sHZuMonVTnOx8VgOCo2NjbLq1ev1gqc13k/du3aNYLoddvc2LIdjq917CYnHJ0vjqKS40RJ98bMKyqyGB4KXu8a+l5acV/jFJXKBDxGkaQECjnUVoqzCeiww0HXvMM6b//+3/8H+/LvfcW+8Qd/ZFevXaccE8BYAyQjVy89At3hw4ftNa99NfQqO3X3SY7HluIxbLW7MzeHSFCFTGpX4KCLeIpQWYFhFcil+1y7FsqpzafGOKfG770nX9N/yQp/zDvC/i20bQPeo+YEmApeIQST4YuUV1vnHPzMlHgcT5ol1uadXpdgPTc3y8JjznR8qnfA8/Nz5oOnn5H1OeLc3NiwdebhenxHuU5Z30rkFMfgvXnnzfHPwzzs5uMcaE52SZiXjDkvJvGVggKo5lGk36tVIKmpG0KIDl4LiCgLu5O5hTmTnBkBz9Mf1UARXPjpg7MQX3/46JQC7b0PSKM5LOkLrHj/vsEYdDQpUl79SofGBLM9kj5NOFqMxK60+BMLpCGYjCPpm9GDYZ+TmAF9DG0C9gWBV38TehjL++x4CptBN5YYw9LCQgxgbYJ3h4VSD9yBy6ZHx32c/8DGBNOc42bxqVjc1NJr9MLQV1EcNz+EEwO04L0FjZcAGMcM9gbT2hg7eiBd0li06O3zfrMPDjt6l82cbm3vmPJjgnghfaOteAR43SQfzAeRN0eeH+acvxlwc4LToD+0Ibz1paoJ9xNek+SQd4Gxz9ry8ood3H/IlpaWCd4zN6nN65YkSU31zJwZO0SrjVQ0vXeUOWOM8FKQ1/O9Ock5OZDODFlUipSvwCvhSLvLInSW9/vSY31vQHnh7r2znHnd3tm2nZ2tiP2Q1wOas8lkZDlzWBNgHd2bVVaDu3iKzFW291seIaGCq7l3+IsUPgM7x077D7/xTfsP//73OD4/R9mQ+a8tBI3R297VYkF66PBBu+feU/aKB++3O+48br2ZjkmHHfK1WpnJDnWUn7HACV52P5VFsk2Je+QTbOa8uZuEXPConbNIu506eCQsXESB+azQjQn4yQfV6JOeiyoGyX1prq5YI1e7zZtkFwG/mzbJLgJVkozN++0kaz/XarXOEq6uT8aTAY6miF+WkXPBiaJUVtMmpigcWT41q+06GpnKVUGpiAdW4/hEVKQLb86h3LqhYmTBrUfZQ/CmVXlGcMgyBfDUhjgFraRF1wja0yPzMavpgl1aaWU51e00TWxubsYOHNxvBw8dsLV9yzY3P8PKOViSBkuzQN+OHitEqgjUZUwrHENtzsw85CJJpjrm+MFHfWgszk2fV4ynJADKge2RjHCiL03J2YunmNBWH+fUTjkz8dl75L03GXLGWME8Bks5lTaORRhQmzEWN2mCw5soyGkuMHqYIbmLpLwwFn/nVGbTi4GoLN6Qj/UQoMTBRmIcGovGpHrOOQs4FsmVpqllODHJJnlSMNYz54SjmJnRuTlHf7tkXM45fiK9+mF+tAMUPgrOcQyMI0d+YXdr32okGaY0nae9fA2mlWRGXqVwZyiV1cxFRbnmUWXqOvZO3zXPlBe+be0yGYvyGpsoZXzqUzJJHlER+cOX/mrxiKT72qb3t+Ypg8G0fJrnNn5UJkw1vhy7mRBINf7pjnts03RkYxYpe33GhgxAyL5AGsEeMULkqXD6Zo5/NtVhMFZZrfLdhsp7561F4Om0O6ZFSgzUIcHG0qh3wQd4MJfwVH3JjIGYUap0WmaM23avaV2NSXWdc7G8AmeViVSuwoAOpeiL9KYF7iLdS+dVT1/WGsdF0gT9zq3AbkQlqXg4N+UtXiLtuAlmNk0r85hrmnoTfy0IGILpi6031jftypXrpi+p6o846e+bD4djm+iLYOAkXhn2Ns/CeG2VBc3Bfba6tsyCrmftdhb9hOQUJSxAQnA0qdkAVBD+hrFqvLX0A5BqSDUc/sOZM101wqhOqbrkawpvLVO5dF96oXwFj4p6kH4WlbPCuVAgQ9UZdNQcDs1HCDDtSn4oellUWmi3+ysHVi/fdfLOr5+6+9Tv7Fvb9+1Wt3O9KMvxBKXP0sxmZ+YIhvM2x0q60+laq9WKFFhJOjc16loKHQmVxpFU5Et2vKIQ/NRhhIDhaRX7QhspushTp6NdaLdrs7O92JdW7L2ZGYy0ZWN2FOvrW7YB7WwPCdy1OQs4sJp8yQqbAyZW7Pgna3cy5J2BT9e63bYFVuml3nUhT4Wzl6ym1vQpI02SlKCVIBvyOW/GM2wPvhVGW+PAnBllIsfzEBLGkxoGZn53/MZ4xVu72gm7BxmoSGO7SdSpMVHjck48zXQvKgkcqi9SfeNxmqYRZzkoYZ6AdwjBvLwXPNROdW+2oUwflSO1spFU3wdvaiueGQsk8RPfzi3vI/0u3z2e4iu55GTEU8ycQzBlIJWJVP/7kZ6J515/6lMkGTQWkZ7tUYpjDWArOdVuj3Svumqnuq1d+ZWflqXoSGptFj4ak/pQfURkDkvbG0fNpEomyapUz0XOuTiPzjlz7rvJuFS3kk7TvoKESXHLAkT3e+V7qcpEe30rL9Jz8YPtzY/u9Ux1c06x8t1vHFexzzrqeFFU7EqLSCWByDmP/qU39WMPC41buFW7cmpRIhJv9aFy5fdor0wy2O6lvOqpH/VbcMJTIYvKNRd7GKtP9efc1J4r+ixYrIjEV/WdcyZ5RMalctVzTjibkcgIFMJi3hMwvdczZ4F8CJ72zqhkBTZs7L41zzMz3ZtfctN893gdsLCwSL1gm1t9u3ZtPR6bb21u4zsmlDv4hdiHsWN33qzVTmx+oYev6OEnWuaDUXcMxpOoN5K1ZDwxxW9wnG0l9qtxIbDtXTUZTJt5qmI74V0KMwoVpIfjkXGaafpS3ZiFXIGtC4MKXgULFk55KvgW3E588HniO+VMd0Zs4dx8hADTpaShPQTG3e5oZWZm/c477/z20ePHf3dlbeUbMzOzZ+qq3q7Rzvl5/eWyfXbw4EHbxzuhpaVFm5+fx2hmrM2RW/DevPMm0xJP55SjJVqorMcIp+Vm3lMXcs6h4JUNhyMbjoasisfR8er90/79a7afftbWVjnqW6KfWQwuwRBv2DPfOc177wvRICfj0jxO3svaMMQCo66sIKA6W8AYjxw9aKv7Vmxmtks9GeTQFFQrDFDy+CiXM6vldFTizHsF78ScC2a2Wx7Nh3rx3plzjnreQhAFoyAGXxk3BshYJjZmB74XvFUukqHWODYZvfIilcvIx+ymddyoVPdGnwlja7FA6na7OJWutWOAzSwJgS4lB12bmTMu6ou3HOYeic9kd4erfBWdvTOdbGgXqp2YjjG1OJqJi6OMMYU4FtXXEa9kGu3u8iUv3Zhz9Ciadhud1dT5FKa+1XavX90755jbzLRAUD/qd49U1ub4WvRCvhWDkcaucpGeiXocfc/M9Ex/3nOenZNk1xjEd5YxzLGwnJ+bY8E2Y3LuwlenIaKCxVTF3JdylARdpZqLmyTQGZrtEePTZ++54YQNnRZVOF7Nr8Yp0pgjcVw/gbfyE/rbezahTJQTlPfSAh5iZ+DjvDelcuQl86Q6Exy8nPyExbNIbUUqLwgKCpozvRkTBnOzcxyNz5h22C122s5c1EMdo+t3lcfMoeZfVNKvUpGGLFJ9kfJxvARpBZ4CuXN0iBM4Kwlgzrk4lz1eNQhzkfLSUcnjGYcwzhn7Hskm1GcNfjUDrkkRz3ygR2wQloy9BlZIAhgmCcWf2LVxLF2x4B5znN7vb8eg2mUxvry8aAfYNe/bt8qrgEVoKX7ZjCm2q/rG+ZkL+Isz7MC3kF0MPfqdQN4Q08yV6Fliq6tLduDAqum/DtbGYTDYwS8N6Se3ClmdZPRmknmPaoSWLURiTJXwwrY1L3GOwG0MbiP9MShODnd4TbKtVySQ7GqCHiigT4qipl45BmTmfVha3S+qamBJPR7sDMTemmuKgKZgmvtx+/kSyct7x/zs5ubOJMtOt8LMVw4cPPjV5eXlb9au3gxJUq+urdnx48ftjjvusGNHj6HgB+KfoVxYWOAYrmva8QSPMaDMMlznnBnknLNAkNGO1jDICsV2zpn3IZKOUTe3tjmbQNcAABAASURBVFgdb9mA4N3BGI8eO2In7jhmd9x5zA4fOWT79q3FnbeZs/PnLthXv/L79off+I929swlGwxz+GeW4KjEsygnGFrOkZfZytqinbr3Ljty7KDNLsyY87X1McgJxi8n4KKI3ioMrsCRFexwqrI27wKyJeZI98jMm5nTEMyUQs456mnMembwqWLQmshYYxAeE7wnpm+ZFzi8irHXGLhIeZHKFahHHBv2d999DvoD0+9+0pu12FV2CNZyinKOPQK4FkrCW726Ghkkh/OWgH/FWNS/eIrEV68b9D5baY5sNUFBCwLxVcDTHDLX0fmrLDBfFbLiTHhP2De9hx3w/n5E20IekXl00ZEhIZ+a+5L6hRyRnBVjV9/qT2lOmXPOFIQ1BvW3R/Pz8zcXgBqjSHW6BOdur2OinoI0wViyKkDNzy/Y4uIiC7rlqIP6Lxolv74dvLi4YMvx992XYiq8FDSGvEfVO/EJi6mSoF0SVCbogYKSxqo5+U8RUYVZN6iOVKIzGt+IndQIvjeJ8atMO6wRwVL5EWVjjsXHYDgiH4m8HHxJYDCHHoXEfAjmnDfhOSFYq712aEMWt2ozVhvK1W9J4O62u7bIDnNlacWWF5dtfm4+Bu921jamxYY7Q9va2LL16+um3/WXvtToeF3UZhVjQX+cObTb3yTVsdIIdKUV9KW/wT/muHlM8JG+evSszUJrOhfztshciPbeC7daKVBVJj0codfCfQxGeT62EuzVsUd/QvA2JSRwIuOqYtsKPas4OVPQrMGn5H5C+35/J37XRt9h6M20bT/B9q67TtjxE8cIvPtNf89e+lBwMqE/cfytb30n/p739WtbZjX4usQCC/MkJU0Mm81Z3CV28BD+7cTR6HNmOenb1pdyCbBj5qzCZqf1gyWJN+8h5w2RzZwhb22aQ8kofCbYwUQLLk4HNXcxWG9t2ya7/o2NTVuHdgZDG2MXkcbjejAcTAjmQ3hsM/atwWBnezwYDvszfWbCmmsXAb+bNskuAk8//XQFFb/0S7/Unzu2tj7XnVtvt9JN59yYKrX3rtZxmAJJ1spQ4GBS4CBHg/bWOG4ZWIWR1Sg6RTSbfnRfEiwKHE2OsoqUV7nDgJPg4TelNu+ZZud6LAY61tJ/TkIg1+6q3WlbElIbjXLb2iSYcEy+LeI4bHu7b/2dgY1wiEV0DKUpSGdZYrMzHQJSzxbmZ3BoHXYjmbUoT3l/RdeIifeSB0NmhxE6SuTwRHV0aj4aevCJKaAbzyW3nH2J4y4ZV1XX5pwzH4J57yNxSxnlZuaMSz+gabkz5xyFdaQazCp4VcheEuALgoowUhXh6xHUcxPJOwuBPtRcQiI7j5DN6NfB1+RJSB333oKHbsql535aTlnwgeeBtt50OefiM+c8zsh47VCZgnGBTNoZSLaSOdSYFVgqjZ2FQiXZ4/xrPAbPaR/ek4pnJE95YA5DTIP3sd/gp6kz+qZeQK6EABYpSSwRxTLakTpHTWfU3iXujctREvvzwUxlkGccxlWgc3KkkrtmruLgzPHEmXPfh3gSP6oLxrFNLDCa1pF0S1OLfQZvQcRYYnpL3iuPriV7xNhCYCw+MP7dvs3BDuzoT33RA/dm4u803/D18PFKIzn6C7tYevh4c/wzLqUadwghllNEcKriglLzFPnv9UPqnFpApKor2qvD0HX7XUTN2FPw3oJXH06gRExgR9065mUbWjCJlJe9iKb52pzz1HXUVfNpGzNnXjwZ8544NfoddY3ATU8WCJwtFgbyE0q7+Ie5uRlTsJ3h2Fz3LU6oJMtoOIl+YWtjx7a2dngH3sd3KN02LWTH+IuKXbxHFPGbxVcszM9GfxH5ZCljRCY6dg6ZbffiHqkjPLWKuHfOmXPOGIA5GIr8bkoBxcECc2/mTOMRDqJCtmN1EZJkM2u3L3Z6nW/1ZrrfClnyXF6GnQMHDpTWXDcR8DdzTeZPInDlipVFUeGwcctYDuY1YsU8ZNc1YWeRs+qX0k8mk3iUVHA8rePnQoFHzlxNUHR0lJY1TqOkXgHlrMJzjqDGpvYVxiiHNoPByfB6vZYpWKeppqekLmsG+GQYasbOM00zS0KGEaSR0HmOwLbtyvPXWYVvRMOUMWhAcj7GtqGuihioFxZm2RnM2eLCXAzgLErgYVYjg0Pe4GtLcBgBMqy+0jggYxAxiGB0XoboHI9rUz8TcFCABSeqOZxKYmmWWSbivXQMOjjsEHByItp7Uk8fAT4e4kMPBtUWL4K4eJdgqnvvCaIERSaDQFoaXvhm3Ypyw31EHkDmoOCdBe9NR+GSo8VrjDa7oxbOLONUIkO2JEkthGDOOXhWlrM7GLKbUgoUevUnti8Qa5uaXZowKTXHBPKSXUVJEC8gpTWywM4S+KqPFv1M+8wsIfiG4M1TQfNSMXEFPBRQpwuD3EruS3gZGufMzH3PP7UraSe8tQPUN6i1Cx2wcxkORujUCJ2a2AS5RuyS9GzMAmjCvajUXAogFxiXN0c+CAcRMnsw8z4gozfnpr1LClQhzrf6F95KjUtp8N5aLGLbYNsCW+VjuptXeZv37R3w77DwjBTvW7xeyqyVpWAT6NPAvGYuCqsZo4Gld8YchlinzWI28qIvtclo14l9ZqZLmEx3tiOTTgonlQfGle7qofIMDNbVzfE4RydUdM7xyJEDGgassenGOWeeMcpGNYfiFYI3xz9jnmowzYV1nIOhSYYJuhTnlvlU+t2YmZXoEV2Yc950lfAoKVM9M2feh13yRvdot3ApkbmykPi4oF9eWbR57DjNEgvBUe4sxWekWeDe0w4Jaeyc0mBmngA+jL+RcuXqVbt69Rp+Y936nHBJxppeDLsL3sA74XSvx859xeZZ7Lda0z6k3zV1JGck2tRxIDXsnTkae2w9QddT5ifNsugHWsyTTsg6nZ7NzMyyu2+bbMQ5Z2pP69r5kHdnetdW11a/c+z4sf9wx10nv7z/8InzB04d2L58+TJGb821iwBTtJtrku+LQF7nrqzjltNVKOyEgD3kuFHvl0SjYd/GowE0xPFPUEK8O5wchoROotY4Ae5rc5bnlU3GhVUlyooajjk+G3AMNeDYC123gwfW7DjH2UeOHrDFxR6tcqi0EMz0vklHcrN6f4fiZzhFg+eEI7xNjgDPnD5r3/rmt+2Pv/2MXbxw2fo7I3aJmCLipElmsxyzLvAedHlpwQ4e3G8nOA7bt7ZiPVbqVTmxnZ1NxjCgzdgqgjye04zohaT0UkEaAYbJoPhJnfqFhYicE462xNFWNfWctwTDbeGcuxzzajEyM9OxHvkOZVmWWMAj84HvlLdFpCqrq9JK3o3m4DzhCFcYjcB7yGJpiIMZ6ne3wS0nGFUETxqY+CiV3GovXoiJDCEGhh7H6jN6D8k70IW5BVucX7S5mTnrtDuqypgLy3G0Y3YeIx3Fij/3Fc7UM5bvpoDMoFJZbKf3nWOctoKo8grAnhpZktJ3i8VRzxZ4z7zAUbioywLCGW11fMh4RgTb8Wgc+y/jK4qKodRgIBxKdAXiuFPPxDsSshWQ+hsqWPSHNhCR15d++owh/soV98oPdLxLfWKMGeNhhkDbQWbmHB9nZlNyPPcEKee4R+1rGgkH9RWxgbfkHfO+UphVzHlGUJyfm7UlgsjS4lxMF7VAnJ8B61lb4NkitID+LUK6X2BHNz83Y3OzOPKoFxkOPph0Xbs6RGD+vLV3T5u6nZbJBrqdzKSzardIfwvQDDw8SiCd0HH0iMXXhMWksJJ8GmicQ+/RlV0i75wzx3idU+pM1zSI1GRr88FFGVosGDrdNq8r2tabaZN24tymSYI957axvsEOdst2OAbuY8+iofQUfarBR3iaif+UnHPm6N+4ZDOYjDnnzXuNPzHvvFHDnFJIYxD++tUxBdmEwL20NG/673yPHjkYA2tCwNau3pxZm8XRHLisri0jb9d8cObpj+NnU8DWnzX95h/9x+grrl29YX10ZzjA7nltoODa6/bQ266t4CsO8978yKF9dhjf1MZu+7xX3xtfDPYIXwMwCT/t5uXoL4SEOc2shc534TmP7c1gg7K7LG0RuFMLTLjnWBDXWlRl3W9l7QsLCwvfWlxc+qOlpaVnOkudzV6vl/8P/8P/oEm5yf/lnvEvdwD+U+OvPGfjrmYfWruirpycgwL39N3PJkdNO6agMhrumN5dyfAdqIbAD5wJvs9q52IIzHHM41FJTORZ5W2MQ93B0Hd4j4T+2pEj++3kyeN2551HbWlpjuDITtsKS4nqPYIPCm36r/EUvBW469rZCB76xqgC9u//wR/aH/7ht+zs2Qumb5rnkwoezlRX7ZYxxJXlRTty+KCdOnmHHcAYZ2a6VhRj3jvdwPlvsVMZEjTGVtcFPqAy5yogks1U5uIoalLiHUFN7/00JlHBLrGkrKoxY5xHSBLTKnt2Zsbm52ahGZud7Vqv16Y8wWDNIu+6glllzuqY1grcBOUJJxsT3vWPCNp9FjbCSCTHMWKhlMsxs2Coae/AmcbInTPewgw5mTacbrA2u7xZFi1yGHMEa72DXF5aNuHR3Q3cOUE03w2+IwUmMFVwqhhP8MGCR96bFJDVqwsCd8liZ8I8QgTfEUeSChbevGVpYh0c1iwLhqWFhfieeWV52brMo2PetEjQ3wEY7PRpPzL1X4FhTZ+ikrEJXwVskfJ5lDM35VUmZ67APxgMrU+g6BOwIukeZ9xnUTBgPEpHtK2Ry1wAac/8mtVOqDszRmRcNXPnnDPvGZ/qTqcEXKs4zrg4gO8Q/sJpwmJAgSljZ7VEQJZurUYdW8DpzzPmeVMgXyaYLy/O8+55nvt50jlbVGCHFubRiznpRQs9Beeg/itDfdCTYB2C5gyBXXqjoN3ttqIOqb3605ey5tCvELzp5ELzNmLhNSFoKpBpDo1xOAdfxuQYq3fe9Dewgw/mvTfnKIWMSxjU6BRbf5NNZq2EOWvZzGzHZua7NjNHUEOPuwTHLM3AZWz6s8L688JbW9PgrTkdsCgbI4eDp3aW6tNMd86c8xbouzaH7ZXobB3vEwadJpl5PatVe1q3ZOGmMW1ubtj2zhbYeFtZWbKTd56IC/BFgniaBmx3xFAr63Q7toSdH8TOZ8HXYR8uGEfTpenPH//RN79lX//9P7A/+qNvseu+blrk93ndVtFPr9Oz+dlZm8Nuhe/Rw/vs2NGDduL4QeYite2tTWgL/7KNv5uYrhq9icQNYiMDGfAMPsF3Zdgg2PVmWcQt2iybjhZBW9glBPa9eaiqqiiKcoeFw9lDhw9/c3l19T+unD98vtvt9j/2sY+VzjmxhnHzEQJePxr6UxDAgdpUaWrAukV5CFC6i0pbYXwVzrCmqjN+QBYVWIEsEivvit1Lyc50QtDJ2VXqyK2HkXW7CmapeTrAvMzFwGMWgjfn4IMjGeKUNzY2bAPaYmVfwyvDALwP9Gv0X7M7U2oE84npm6TXrq5jZAPrp/pcAAAQAElEQVQbsZqWUysYS0m/wZu1OMJq4XBbrdREbaXcpywSvAwd6TVsspYEZ0GCUFbFcVSmy4eAjKJEt6axKXDlnAIoX1JX45wQiAv6rdghq72MPDbQD/GFnHOM30d+SZJYmqY48mxK5NMktUC5DwFMAEUfyLiUOOdie+f9NKVQ/dRgV+rLPVoQ0L8wyItJ/Ea98pKnoo6oZi6dOTPGWSO7nmuuprKXONkCZ5Wbgqqee/qUnMJRR7hdnHmHhUIGjgE5mREr6TPn9EBUgIMwqOlPbojmyOrMORG90n+JfuS8i84Jijn1c/Lqv4RPxRhq6jjnaKdxkgbIQ073omDCYI+4YTRT3hqr5kTj0rt68d4jlcXn9F9GKpC9tArsnDOcb8tmWAD1el3rdDqWtVJLEvriYc14JKNkVloiszC6SZEfvEgrSPyVfjdVVjM+fkhYyHavmjxteabxl5wGFbw+KegjB5+JbInXAOJZg81uI1NeZZJJdSLRRuMs4TWlyirmuaKdSG2dc+bAU8TEROwqxhfrR9kLcIHgUWGDzrmpzqaJZdhUWzoAPmmameZAOKvv2K/ax/4sPvN+ajvOaSGFtnBUrsWv5Fb9CTqgxZkzsxb8eiz6ZpmDDn1k2IT410hYRZ7gZC7q6IBF3ObmJq/NrpkWvSW6AwtTf1NKGLfZmMXcJu+9r19bZ/Fxw9ZvbLIRGaLjhdXw9M5Zgh4nwVvwDptM4kmD/EWq/s3iYkD4VMhB92bUM9pNiQrKk3jsMsAr+IAcnsfuJnFXO4t7o8pxXB7SdNJOssnTv/F08fTTT0+djTXXrQj4W2+a/J9EoPK+xm5rtMzMmRmK6JyLyudRUudUaPFSzjlnjrsaZxAJha4xgmhcStlRjdkN5DiRNsfG2i3Mzc5gECmBN7ccJ19ANY4hQdGdcziKkpX2jl3lvdQV3kvduLFuBXxa7OgCq1bvgoWQ4kgzS5MWPMr4K2LPP3/VNte3rb8ztBG7SH1De8xOtoJ3CI76np1hsA5y9NjVdDiGbGWp6ZmCtkN2jVFyKI3jAYyKcRhyJQTSBANOU5yU81HOHCc6wZkW7B4LFgqj0Zi+RziJMTsCgh7OS3yAyMSjdmYGOedMxi2emRwgAbDNjriDE9Q4W8iYtTJLcJAueHPO3SQy5ryP7YOfps4hPbIWOPqcRUOuYI2jH42H8VfutIOJCwqwqHbnSmP2u7wrtaXdmOP6nHYKQgoW07EVzFUJTsFayNrBkWoBJqc6Q2BrIadHNyr6njCXQ04NIumkAF41+CFebB9CIPUMwZmBd4mTzdEN9SPKqR+DIeU1Mqmdc442IVJC8Jzy0H1iIUlNGAbmJsDbex9512ZWMc4S/DUvufq4hVSmZyLl1acCZAU+zhu7uHZ8nzrHEfcMR9Mac5om5jVOdHGkEwdOSIYsMEfot3a8kv/7kfq+lXTsL3zVd6VgKGHBokZe9a/FZqlgLWJOcjAZocexr9Eo6laBDFQ3BstHc19jI6VpjsfIM4LGzIV+s0HBtACHinmIRMPYJbg652jPgJ3IsYSGD/OY7/Yb+eVjy5kPBXMfvLWjrratja72ejMscGathe46n5j6GoKN2pf0WdKuYh4N/gHbFTny5W7QLrAb2VCB7UQMkRuJjJ0op1bzppOiHv0kHJcX8BoT3HPmUeMw5kL5LXb+165dtYsXL3KStmkFPBmiBfpr4TM6tE/TllWVs62tPn7lhl25cs2uXV+P90N8RUH/dVWZMy4aV+hBhq5p8dClfZuTEMfDOB7q1cyX7EdlBnTThrS95eOcM+f+JJnbraT1i6EAdah2S5rkByAgiH/Ao6ZYCHi00UEoF7rpWImSRCv35jA4c1Otk+FUKHiNElfonghdNj113osV75G37eq1K6yEr1qfd0VZltj8wjzHWks2Nz9vGQ6A1aZ5nK7H6J0LtFNbx2p43fTffF44r9/bvmJj3jEm1NujNM0swWnXRMIdAvXFC5fszJnzdp76+hLKgOPNASvxvo5mcXYlTsR7b20CohYPi4sLHEF2LUkDQamwMY5xhCOeELjkoGoGU+PGKpxOTT4Ezw4jJei3OUrsWKZgFYIV8JWj2uGd9A7HhcPhyEYcQ495tz91SCUBvpJ5mmStzccU2EjJWzDnEwsJ40lblmacRuAEMxxOazcNjNN8MCpa7Ry86kialsrMyrq2EobaaSsATXC0crgTXgkocA8IoEpVNh1bRXtRbXv/NM4cZz0SDtBYPGhfVDl1Kgs4MR1JzhLI5qB53inOcxzcYxGWZImZkxwljntiIzBUf+KlPgscbgmO9ChE4VfHVLLI0auOaEyA2qMYcGhX4EAlm9rWtJym+llGHjU75AreNWQ8Fylf0U79Co8cvjeJMapMQU3zPaWRTQhyqlPSp3i0Wq2oHz2O/nssTuT8OyxYVG7MwYgAoyP5AU5/EI/oxxbzuo804jhfR/p7qfJaRI3RmYr5MubAoQNQ1Akf74nHPK/RGZ4TaCoIFbMJr52G6NWAoCh9E24F815heyWUU0llEy0koZzgVcCMR/QFPzJ8rHbeanNgB3+156428lDJfVlV9A+pPUfJpXjQsOJZRV3Za5udcAdcujMzNosdz2FLM+hBC9uq4V2AYU4gHIP7ENuTHQ6wjRH5EjlhYx459oiuGW/BK7gBJ2ZbvEYZWfAWj7CXl5ZYGMxYFr/j4s3RLsNOMuxENOG069q1awTty/bs6bME7m1z2HmCzaRZhj1llqSiNOKgTYB8xdmz5+zihYsE8eu8s9+07e2BjfAxJWNV+5T+5njlo78pof+Wdo5XI9IrvTLc0vE5r/s0HgV8zYGeSedKxi5SvgLlGjINGPzqXRKWtcqsjgdR3ldYj1Bo6Ach4H/Qg6b8BQScArc5qymSsknRHPdTopCPymuMXM8iofCqrzoEf2oYwXrHrt+4ausb12047FtGsFtQ4MYY5+bmMKqWeVbFzifmXJg6MZjIEPSnC88SiC9evMSx1jUC68QCdUUJATyTMYZ0t5+BXbr0vOl3vS9gjNeu8R6rP6B/aHsn7oBlYN47a7FyngbueevikFN4VTh97ZTGBCylFU5fZaJoYM6Q01uaJbG9HHiWZTGYKfgoCAxYKPTpU45qxA58jPOc4GwLOT7GhM2CJ5jWkPnopGtSc958SOHVshRnoYA9pQ54dShrx+fCR3WNSw4WuHf5GbxqKxmDZMlxHBMc5oQdt9KxgigLkpHGRvnemCocisjgojGqXG1Vb6wgRnvtQEt2X3IvgQVOu9MyOWj9AZRZHJmcWW+ma0mamOqU6EPOLlFBUDxG9C05xKMiwKofkfpVfyVlsT7BdCJCPsmsBYSowMmXmgtkje1wc9O0slpltI98GXtNyR6Jt6gEiwISrz1S0I5l7NrGBF+R5NW855SV9AnElmWpdQlQ3W4npprzFsFc5JyzEUF0SBDdC9ZDgnUknP+AxdsLNCSgj27SkOd5URtqEalCHyr0oCYVqXtiJoHMrMKf617pJK/oM+f0hIURfedUqqoKm6mtqmsryKssR+9iyvOy0jP41EZf07yZo41B03uq0H73vjKrKCgRrtilW3nAxgJz3QaTNrbTmenxDnyW4D1nXfIZ+BjYTPsvTHiOwXgkPFhEK18yoJq58h69p66HHPJX9Dfi9KK/rXfJY0uCs7m5GVtaXGQBNWNp2jIzx79gSdKK9/pNkzHH39eu3cD+L9vZs+dtc2vHnAsWFLhpk6YZdaEks5qxbWxs2uXLz5n8xKWLl/Et101/kVH/G6Hmr2BuzAJ9pPQ/Z2v71+L/fTA/N2s1etbf2eY0cAvfsoNPGpv8Sg32NbxL6Sr2UimNulmZ5kbtNGbj0n1Z144nrqorh6v1FPs8LRxp8/kBCAikH/CoKRYCGFSNgaJneEl9+5FC7jE1jNocikhKQUXeHMbHrtOTOucocdR2KDgVaNHDmFdWlm15eckW2J3NzvZMO95AGzmIMQ5owPvofn9oGxtbHF/dsOu8f9okLwPXkVyn07UOR1UpDsM5Zy72xTSSpzPDZkg8hpZF8i6xMc7xOsdgG+sb7Pp3bIDT0DGjnLOcUkKwFk8dgSl4612mjkO73TaBkiAUgwIjdGZ0Z44UQHCmJQ4Qk6t5huNJcA4tnJXk1JGcSLuADIeR4ChEIaQWoJinvlLPAsT7xLwPUGJO98jkqae6kagbIEe9qnJW4NhydkATHHgO6V7ltYE35OAV0tRCEiIl4JVw70MwH5in3XItPpJM9eg/BPr2PA+WUD/NUstY2LQI0C12l21hT/BSOV2YArv+0l0fPHd2dmwLJ7vDTkpBV/g478yHYAFegfEE8g6cam/m4jNnHlkCsvhdSrLExD+NaWLJbttpGsxzROpoq/6dMzN+OOOf0psUi41b89QVheAsoQ+RdEeU0UeWpTEoSw+7BCBRh7GKVNZqZTj6YIb+xiDPAiZnQaF8ySKgVOCpzUIAP5+YOW8VQXc6N6VN2AEqcBXMFx80ycU6jrpxfplTT1vnQmynegVBdiKi7YTF3ng3nUxKy5nznPkWT6XS34r+1W/kCb8ApQpQnNLoFEu0d1qTZJm5oL6M/gz9raEq6lNZVZTBzDlzyOMDeCObh8RTlKBDCbwD8xnn0sGDoCRdGIPLiJOZEQvVCTtsApKpTppl1uI0rY3d3iTuU3hJJ4DWKnAUrhNe5eAwrJWlptcu8ywIZ2dmWCx1TN+j0Be6So7VRwToAScbW9t9NgJbdv36Bqd519HBvt0MtiGzIJx9MDMPW2c1tmMoYACjrAXPdhfe8O/NWoKdiu8Wi/trNzZsfXP7llOSsY3ps0RO7721WllctC5wurCsvx7JxkO6pSBdoBcEYfNB+NE3OmjOjKAcycjvkfMqhwSCq+O/yteuY831pyEAbH/a45f3s163W1dVpcAd1V1o1A6tg5TGB9i5HIfyRrnHSByK7ZzjViSDqVDLKhqigvbS0oItcLQ6g0G2cZIBx1DVziYcJ4/YqQz6I9vY2LYrz1/j6OqG3cCIJjivjB2o3nW1OTJOMXr1FehPqcg5Z3REvx5nm1mCcZp506966Lhcx2Lxj7RoJ8xqfsL7Ma1+xatDUNKOSsegc6ymZznqUxCXY69hWltp+qatR2NkbDUuuNJKGpLDc87F/qKMOKWOnBRytnCeOu5OU5xIIkrNI5cch4K20hAoAwO3S94n5iA5zD0KPPM+ZWwBR1tHBz6Rc4fkxAucWRXnwpmZMw8uGn/AwfoQTGkCZko9ASwQABN2zWmWmihQ5oM3kfJJmlrWyuLCqsMcRXzYVQmjDEfscEbatU4Dd9+2+9PA3ecVgRxwVbOYcfCj/wCvkCZRBkcf5pCRQOqDpyyARwJN0zTL6Hfad5plyCZKTfIk8Ejg5wN14eO8h5Wzm6kjfwt5nnvkDNQXpbTPMnhHoh/4615OWGPUgk3zL+ruBvE2c6nxSrEUrHN2sEr302VXggAAEABJREFU5l6pc84SzWlIkCcQ/CzOj+ZlQv2cQFsQcBXIanNmLpinblCbJLMQUnM+mGyoZBJVtyBgTyIVFlOCttKcMvHdSwtWAzQx57z5ECzAN0kzS7GVFovIDB0UtRiHylKeqa/KLOpRSbAuIKUljMii7Q554OcTeCY2lXMvTS1hPj3z4II3cyZLYIePnJySjDmlGBPAc+yigpNHr9IsQ4/aUMekR8I02gV8nPNm1CsI9DkBX7tsQ3dayKn5WOREbm5uJvoOffFROCOmjfEHg+GEI+1+3CFfZZf9/HNX49F4cXOXnFkIqXkfzLnvJu3OtahuEbjb2H6n0zNH3QH+Z52Ngvhp572DL1KZTlNyZKyRNmFMWsjOIpd8mV6zzeEvvHP/f/b+5Mm2JcvPw9byvfc50d7o7n1NZjUwGEkZCQpEkbASuiogC1UDYA4MNJAZzWTUSBpxrvo7ZKYhZBIL4EAaSCYTREAmk1EmkEXQSJAQC4Cqycp8mS/fu11EnGY3+j7fZ8eN+/K9ImD1LlksxL7nF94tX758ufta7r5PxGXTsI+e/g+ctJ17pbFdlMSHqoFrrgi6nYJ8qkUQBiU4d3KHsu+7mhNPz9dqACV9bf5T5k9pgM0gJ+6maadkIUzMNBdQXegTUw7HG8xEF0khzCiRhsn8ozywSkec3p5dnMUFcNLrGOui4RS3YnFP1Nlj5LabfbzCcf/gB59xhfX7XHn9Xk1PtCH/FqOBHGF4xHu0U+of4yg1Bm3bRcsCXGO4MprwPZVO+5/81j/lHdbvsyHw1H1L/iZGhG+gPaLu+fk5V2EXbCiuuAq7qe/dNRzdqo3QNGGIDEkE3YqgWzqngfyBXfg0IX0pYT+OMQJnZ+fsyJ/Fyek5Bus03N13yNS0q2iaVZQDato8YZ7OudBmYsjRx8TpYKTf45ic8EccwsCV4xBuZLZsPMQO59DrGMYpJgXLEgUdacAb+YKuW0W3WkUrjHdr0uvQeHXI1aK3hjqixaCuyDvGoJ2dP4vzZxeMGeAd3wVXlSe8z5RGQ+Zp+5bXAm/ZDL3h1H1LuMN4j+gjS4mmaUM5RGMbpEvTRENY0+TNbXeV7og2T9GdOGNMKkifnJ5Vo68DEiudksAhOe7micUp6LRm6DCOat2Tk9N6zerYnMP7nL6dnT0j7zwu6NvN8xeM+01cXl3H1QGXl1chnTLSpQj0m9lEKW00TRdN7Qdx+lGIOzlGxqFnTqifHca+5wSmU6z1s4R0bbuOuqFjY9d2a/K6iGiYkxk9m7A9MBQDY7vHQe/rJs05AEj34DFf9elYqodj5uDxyVkc0+djdLrmdLlaraJpaCdLuInYI2OdPzjBHRuCAX6IHkl5ga7tVqGMLfI1xBvmR6GPyfo33q1XUbo2ohS6PcNxd03Y1wbaIzYOp8yXY+C8OTlFJuTpmGOFeq6b3n4xZ7wFe8OtjQ68bTL8vfdPP/k4Pn7xIm4YD8fsmE1kx3zOaDilT+Em/8c/+kn83u98P36LNf7DH/yItb2LzCaO0EGL3JFt6KDPGGvz7FNh/KRpmi5Ks0L+Nu7ZCPyA+r/zu78fv/u73+cE/0Xc4cj3rK9xjFijQ78c53w459Bxzdy4ub6JC9ZHt1pR/z5evnrFqf91jY9sQIIVORGKETsSPFkyMkGJqHHThaySOWbWWN89XZXHH/CUP6DsqeinNOBkayKZWxNlLk4XupPa+ISDmSiY86aAOhqNNAu0JVzjuE+4fj7xNMMCXLHwu1UXLZM+S8NOdQid9j0LyJPxl1xte8X9+Y+/iHuuxZLFWqBrmjYa+LVtE/JY47zXGnH4NJR1GIU1BtG4J5fXvOf67LMfcZ32Zbzlas0vqN3hbFyQrKtoqXOEAzhCphM2ARoINxbHyLlCvoL8mVEfXWMFi9GFOWD8xKgSoLDNFXLY/hELXSPRduvQgSZOObKJQH/vYLqNzJZ84pExosdxisCOcpKZcNhRjXlPhg5ag7vHISi/Rk9Uo0ulyQGAR4Ki3IL21G/BWIksDc23Ueh3BWkyaJ/lkCUSGVP9okc3HCt0KdYYYWF/pNljcD2JLLjj3aVxT0M9jocuRNg+vJJwbiNRedKWsK0ZEYTQtDjA1WodM45iXdsm3a2iRZ4GQ9vArxTkX0C6oS8zmrC8qWVNlNKQbkO+HTxWjMV6deBLO8u8OaJvOhYN+xEbuSOcy3HFcayRAYEZhzEcZ3WcmfAuFZklMpvarxH960wdpxkDYzcyltRFIVNkRDSRyJXIXEpb4/zArCd0weZsjFqX8R7QY8+49sSFOhfGe+bcQL6gWTgjR9NEg47sawVzse26aB6cbqH9pB9R++Pc6ZnDFbTDp/YjGYtykK80TZRsQhmVXxgPaJiq3EXRt5ifgY1sz0bFm4iJrIa2O9amMoiOtGNRGvgh8UiDI/0Qzucdp27jTVPijBuea66in7HJOmVdHjEO1g3qDWxm/MLnLSfiV1xpf84rtR/88EfxktPynk1IIK9ztqCLKUq0jL1z1/XYMMeytBHkF0Ih/Q4H/eWr1yGvH2NzXnJ4kP+Gg4Q6L6UJ58laWwFOz07Z1J2HNqOjXwN63G423AZsGb99jLxCEAP6UCeGfo9jQsPe3tGNqCgRhJyMppIxmRLxh37+GDN4UtAfMLi3d3c5lpLJCp2y8OYlE6OU2BIMzFShwWDtRY8B2XECvGeHutls2fVuw+doteZEcxYuPie3J++JSgOLtX9wPn14Rf7y5SsW3qt6/bXbDpHZRYeh1YDWBXNYuKUUJBIJja1oIoJ4RouB6lyk0K5pu2VBHbHIztghrzBiNM0uelO/OfqaBe+7WZ34vU6H6/PNdkNf+vApTYZ1TjEg8rBdZVfugUWqgRHGhfl7Tg7qYcv7erFHJ0veDqNk3qKfLXoyvYPWMuEJyDzLNhgB5dpstxiDXWzhvccIjCj80GPFBImRmHDyY2jwNVw7jJDv67a8lxMb3vPrVA23GKItbc7l8JUGObeEu20fG8ruGcc7wQbnzZu7eIlBcwP0lrhlW/j3XEmOY2KGssqggXRu9M4FyrcY0B2nuS3YwHtDGxv4b0ENTVsGtpazYfO95Vs2afM3tDdxX8fFcBv3d9uw3FOW4T10/jGUe+S8p66/r38PzT35julP4fY+7hhjT3bWq+XcENyBt7zXfGUfOTG9Yh6+fv2aefgmvEG4u7sLYfweebboxzHd08fd0kfGaEf+jn6Y39f5MTHd0Q/ebQQDynEjuWUcHQt5Cfnt0MUePVi3grUx4JwGdDky2OwTw3EfSPTwHtg0CetZX2yQYcOcMtwiy4IN8XvKtrZhvXFErin4GYhFPCrk31PWQ6MM8q5gvHYPsu257dkzRxwT9Mn8UKebwxcPt7zjtq2N7VXsoN1xMr6Pt2/vwpuZO2S0DfvR088I19ma24FjbMVpuJkqhY0Qi1U9b+o6uI8ta3NDXfm8evW2XpHrWKdoQod8fHxGeBxZ2kgctz5wYn6OB73vGa+evg2kJzueBZ1GxTSVKKWj7ZNYseFuuyM2UFP9ctur17fMhbuHubBFBuVS/76bH9FZwSadcqtwyc2NJ/A19qenPfWwcd3vtnGP/FvCHVfpruOBesM0hpu9ESVkRMlSWvLbzCzx9HyjBp6U842qmQuYkBlNw6zmnpzZzqSKHsPRY1Rc5MM4VQc+sBh2LO4Ni2yDcdswuQODo/M8Y0KfP3sWq1VnFsBoMGmd/DsnNcbuDqP6kh2uePP6jkXaR8kmunYdKxaBV7o60abu1CMyZ+hIBcuv5hUWUHtw3l23CrHCga9ZjAk/ZbzFgPje/DXG+e3bW4zyfWyUG5mVZ8RYZmbIx29Oe/p2V+0J37ZckMreY3QWmN5hGGfswsW96GGD09zA+zHudTbmVV1tYotxreUau4Msc/3NLBv58rZtDQWqjfnJQFQML+PAuOwPMj3wq23vQsdW26TdWZ5d3SyZvznkbXXo0NeQMal0dzsM1n28xni9fnWLAbtFX9vYsbHicBUaxwyWEbqtIQawx6HveeWhrrcY/cpn4Wcb5G1rek/fkIM2Kw1hlRHHW0PkMvQvsolZ1rkvG+SqZdSxbGtYsZ15UldH/h7MA9YTlunkhc7gNRu5V+A1TuENtzRuWG6ZK7fMTXGHk3rQFfLbB8dky9htGR+NsvOgxzmMrIuJQWJ0IgLnHREjc96yHXN+A/09Y1/BPNjCw3zr7zD4ezYEfR3LMQbm40DdEZ49vHvXHnnG99Du6rzbModwDg88N3HPPFqwIX9Lu84P+U3wYiEiVUY4gSJDBzIc5pDyzJj51v4h40MeMm/gL9wIbUnLf0O4Ib/2yzbpp2X35Ju3YYwqD2VGh9Laj8RPeaL2GvqYGw83+ZnIxCTb4+g2OL0NvOThmLxmfHwH/YbxGbA9pVnFan0SbbeKYD5OOObH6NHXDvsk9uhvoP8jNIbWR70R2eD416GtabA7O8bgS2zSl5zi68aVzZ0bD2Xesfka0NXEGGsTmlLilMPBs4uLOOPVTseBwXGZaXexRfcbdFD1SH8ch2o/YTAyEPBInDcLKdqMaNv+j91VeXybT/k2mf1x5MXZs0wxqqccpqkw4XLLotsw+bYYDd+99SyKnsWzI10XKBPUScqcZBGsuEo6rZN5xem5lGSaBs5+jC2GQGPoQnyDA3UxvsY5vK6Oe486myhNFx2LqMEZ65TJrE6KiR4jq21g8QzDPgxHFjmyQsJq4mdpmlixkBuu/ILF7EJ6w4J/yYnKL6q94oT1lnbvOFFpEHYsrt4TLYLb1porvjMWo7tonXe36iJyYie+59SxQ/4tTmIbGv4NDmFLv+2Tofzke3uro7uF5j7M22DMDD3x3dOuNBo+Q7+Y8x4wgBuwBTuB8dKITezSM3j4kRX8QKt+acryahwwkPecPnVOwlPq7VuMOVeLpi0Td2/vOQ1twrwNfTBvh0EdMG69X4jSyeIk76j7Fuf95uXbuIfHnrLESbeli4abkSbbaIhnNoxL8h5+RD8DzmMf99QXm/t9bHXcYHO3n9tUxlv0SLjl1Gz5jjYfY0tamPcQaoSXfOJbZN4R7thQ7MxHPml/CpseGRbsH+L3yPCWeff2DSdDbhUMb9GNzvvN6/vahy117+nDPXLan3v0dccmY8PYbND3jnXh/Jk4y2ZmOIfcaDalMPsypnGKoe9jz7zfMg82bAT8feZ5jtzVOVV5SINj2NKnPWFP+jH2rDM3cD1OfHCcKJf2Hp7yevv2bQjjd9wmOM/EltuGPXNcGSbWTgYy5iwb0xr5xujhuYPGPi3z8g455b2B/4Y+W+Yck85wa//hfc8Gxz4ZWle6Cvq7RzcDdmJEB8ovzzc4QjdLt8gon4Z1eqHjO3/Gyfs8OjbcUZrA7sSOPm5YX57u39LOa9bxT3iV9pJN1j3zie7g7boozMOedgbs0YhjjqR/8kBPGxz/Blm2YE8/7eue/B0O2kAbIE4AABAASURBVLkzUscvrbXYqbZdMR5DfPHlq/j8J1/U991fYjfe8qpNXTgubnTkn7TRcP3udb7vvo955ZaZoax36My2tszNahtpe4MudvRnj9ADkA9IxiSnaYJdyX4YMp6eb9RA+caSp4KqgcJKYwFMuELm1jQyCactE8/Jt8Wo7FgAOu9hnEK4GGbg8uHQ4nC7rqsOtDRNHBhVA+FEvsU43rJr1rFsMIpbFqEGst/TYpTIbCIEcSIRkZGJEYTRhAObeI9kGMl+dbY+tEE8pihsErqurQu6KW0kPIYheJc+sij3ON1daHjf4rzfgHsM0I6+DTjvCf4NC75Ddh14t1pFlhI+lo0suAFmGlDraIyEacNtNRJb2gEsVhf6oMFFXzVEdxqzPUZyx/XZnvABlPnN1J48Yf6O+A6exmfDO8TkRgU5Z5nGGJFnQPYeo9DLA2OxX4AT2CnHIa1TtmxnPk7H+ANwfMalsT89hm0A0t7jqLbQ9/CZMHQZJQwF/opjZSBXxEBZj/Pcw2sH5LeHh5CfafMr0Ll5YuCk3kO3QPq9fNCdcfPfC5FjD2o+4f5AZ94ePt+ISjuwwZixRcYN/drilLfoRGyYi/c4qnuM7w4Zeo08stp/y7aU79DpDvo9G1k3TuofAxxogfkWkRk8zGXmy+T4MDaDYwMcyxlb5uS+jl8wns6vifU0Ql/BOI/UHwknnNJY8xlv8iptZT+ypvZ1vm3Z4G0Pc2WZP8q3p03bHpQBHhP8bG/BRJsTPJf5s6t921Wedf7Rd8M9obykk19vWtQ297UvfR2HnpuZfeyZu9LvybOO2EG/Q54deeYP9MuNjrdrHZvt0mArUN6APHtk3cKDV3dsSG5DZ3jPWG2A47RnnAdkz8BWRAZmgc1jgKnCsh4euzrmyGO7tf2BeToGVWPkB01VGzZNGcnaNy3/e+aEdqKCDcotm/Fb7MWOcZ+oN6F/aoTOu8WBN2xAAjmwlWH/evpm+1v0PtvLIXrqjVSkKp+YaHKg0SH9fhrCtE1jfjw9X6+B2RJ/fdk/V+6/BEQetzGnZTdG7Ngljlsm/pZFvWXyOxnrJEQRU2YEzi1xmC7CDNTLqYx5GE7cgcUzsBoGrlJ3GMJbnLYnYE819zjtmKiRs4OFUYgRBzBgMA01UpkZmUnZxGyf53ZmRtOUKLQ74T1EQGK6wQBoCNZctx8dndTT//HxaRwfnYbtbdjFv2bn7yn8LYtxg/O2bxqanoXW42j7Q2j7AWN5ilLoXwSLfsQADBUj/RO1r9SdWLQ5TWoiEDMa5SKCqNSc6MMogxpOWJwJ2seQV48z3uMYdhhksec9oo5ZAzxSNrl5od33wgOfwEAIeRoGKnN/Q4O0O+EsMFzIOFHfckSIHrm3GEWN64DuETQaNmDWsV+9+mAOGFeGHUZ1ix53zIcB+unQ5sh4L5gYx4e9VZVtRF/v2lamEhhdy6B1vEfmSQXy1bYe8bNd0ZM3IG//Hnp4z+MxPKorj4Wu5iOroToecWIDaePqaqIPxmcHtI8J/UzkVR44G/VvmXVqHjoZGIvxgAl+o6jy9dFzKyQGQvMthymqZUDoM1Mi2qZE2zbRMWcbJopzJFEMWmH+jGonrON8WsLmUMf6FJKNTmk3WAdx4JsRRKeY6MNY5dF57XCwfQzIPaIj+xzQV9DPqWJgfgwxUT5Sb6y0A3l9zbPOAstd29YvCONYGh+ot2deODd2bFA3zJM9c8d5WEoTDfOqNDjp2jt6igx7dLiBduu8Yt4buql+yautL1+9YsO9YapOrPc2Ck6SKsg0xTyWdDYL7E0PsWes5vWM3PRfmp65Yt4O/lBX25Hw8WTvxlQZlTtZ3ytO39qPhtskqof1Xr9+E1988QU3VXfhBnFkvtZ1Q1u9OkJ3QX8iC0EJig+YHJWYan5SXCJ5AxmlGbI0+6nkbszcRyl937ZMjHh6vkED5Rvyn7LRwFt/j5uJxGTc7vv+drPbv2HXyw3X7ZtXr9+8efXm7du3t3dv7+65INvu7rc7lomLnCnHhKwTszD5maJYjmCxBYtr4qp5jA271bectF/yTtF3SF6dRRQWMlfj7Lgbdq6ZDVKUcMFEJP9KZJaoPDN4pkjCLEYnf4AIsoLWgJ8M6VsMhNdfXV2I6+hoY2Kj4K7Z6y8d9y3yuGhd0PQEYzvSNottkrd8mmhKE5mpTaIvY6Cb94FRMm+PUdhhfDRSfc8ppN/FgBHqCRcMxGfsY4RmwGANGPYK0tLN5TvaWLDFWGzZQW1irwP3z5DCpx92yLOf6WynYk9eD4YYMChfhXI+zjNdHRKGds/GzJPUgDGasYc3kC992xOKSk+f9xU7ZEIO4tbRscmjgryFdm6nh5+Qp2F/kHGo+Tva33GCq3XQhfyGA4+9bSODZebVNLR78h4gDfT7B+xiZ79q/q7KuYevPKQx7Ekv+phlRDby5rK+yjXHyUcvNS5/2u3h2xO3fq1LPcdnQf9As8NhAsfsEQboHf9p7Jlb3FaxGatzGI8w4YhHYIjHjIcQmhH6GUNYX4zMI/siZnmQF/49Mu6Qo/bXtCBPOlFloA99BTIS1jzoDOd8eB302DNG5tmGGB/NMXXweMyk21PPMd0R9jj0cV7YkYW11bCuSokAI+utp2wHvw3y6rTfcsp9idN+yfvmW67ud+g/IvlXws3DgN2xzRkDYyV6xnxXMfd5QEcDZctY9jVtXWUZkMn6rn0x4oAzm4ipYAciNty+vMJeveIV2yvCW67ssXnwGwNS5IhA7IopMuqmInLc90NPP+43292b+93uJfiS9Jeka7jd71/S11f9MLxGhjf9mPf7HSebeHq+SQPMlG8q+h9i/rcr89nr1xPX1nsmFmvljoPp2y9+8sWXP/rs889/+Ps//OxHn3324x/xnulzHO9PXr1+/fIW78tknAa2mImDKxUlDJMFMI3JJA8W0sAi2NUvPH355ev6a1p+yYQ9NO/Ej+Lo+IRwHQ2LubCQM1mgKZ82mmLosGXtbLLoKY6+Gqs+6gnF4phYSEOMGDci5FuvoT482F2X0pI9Icu+Xr+90iD4ru1w0uzZlQ+sQo1IRIaydDj9pukicPhDP9ZrwB2GZYfTeMAhvSVvy+l9t72H7i42/n3wzS3vSm/p+1twF9vNPWUbnAjQAe83GHXifkO3gvIdu3ryB8pHnTpGdGcZfPfkV+zuY0/eHkduuN3exZbynSd0Ng+9xhnsBendAXtCy/YY6P1B7vld+hY59mAXe+ps4VPfkdKfPf0yT0e0x3BXHsg0gh5+e2h30Ii94YHvlviG+mLWyzYWHtKqC8tqHnU2d7OudvCrechhW1vS1pd+R3s97UqzQZeWmVdBe7uKTdWxdXbWrbhHP5sZ6K3Wg1Z5a99oa+7LLONAG7UMGmUZ0Jd5PaE8LbPNue4+euorq2Vbxn27yEb9mk+bO8ZsV8NN7A0Zr22lvaP+NhzrmPqYdMzM7eEw9jrpadrHxLyecOa2ZTvy6tHbY7mcA+rF8j26sp+2Ie2AU7Su2DuPlKEC3SgvmOvtkGcf8paHeTt4OU+2d3ex5zXCwDwY0YV6kc6yHfVtf49MjtHc3p6+7mIP/ZzfV8cZrK+2a6Nhc62zK6WJIK/HkW5YjxwO4vWbN/El75u/fPmS9XoXW/JH7Aw+Plimlc+OtmZsWde7ij1yfRU9fR+pNKC/HeXW2TI25k8R8BvDk/WOq3VtgHLsqaMM/k2Il9ist2/uwqtz5eixFdMYkdlEAvYQnKxLtBwOktP0brvf3N5u8PVvf/Dy9ZvfA7894/Vvf/H69e9++fr199/e3X622W4+v99svtgPu9fbUvySTzw9X6+B8vXZT7lq4Cfr9XB8dvST9dHxPz06Pv4Hx6cnf//o5PjvrVarv9+tVn+vW63/PmV/7+jk6O8dH5/8R1xF/2fro6PvZymvdhy3ONGMILYs9HveDeHXuV66j3t2ri7IPe+mehzgUBdghot2XrxNFBx0hM45IzNr2rzCoi6UZWbE/MGITRi6gcXb10U3sYoqYpIkMrPWb9gICH9vu+VE31QH3lA/wsW3ZxfvIt5wnccCQs4NDnbLIt5jBPYYnT10Pe2M8MtYr1dxfHwcZ2enXMGfED+K46M1OIrTE/NPanh6TLrmr+PkWBzF2ck7nFB+sqYeOJKnv+9+vIqzU2jOTgiPgXFC0ufgDJyfHsP/iI3OKo6Puzih3unJGlro4G/8AcfrmNv+6XCmgX+tg6zwOKF988/IOyN9CmqoTOSdVsy8LJvTR+jhKE5pS5xUGvhSZyk/I6/i9CCjZafr2o8T2ji2XeqfUX5+Bg2hde3bCfn22frGT+mv+ZX2/IR+H9H+GhxCeJ8ccCof4nN4HEv+LOM6zD9Dp/ISJ9CfQF+BzMcH2Wr6kH9KeHpyTN2jOIVm7vO66tl4zYOP4yXkeyq9tISma3+gOZMXOKvxud/GbcP+nkmvPsC5fSU8g37WGW06v46VA3mgndsxbp4gXukZD8pt9xQ5nHt1fta6BzryT4+P6cdRnMBXmhPSp9RTjtOTkzgDz05P45zwjLKTo6M4Yf5Kb10hjXWMV0hLnRP4HEHf4qiDx7U64KR1ohs2d3fYils2btoL16H5e5xjj0ccONqOgKUd2BnWYanrOzNrvDQl5Nu2TbgZME0RNFFRsB2WNU2p9JkZPgaZGU3TVJQyhy12QruUWaqdGA8yDIRbNiC3nP49eSvrhnfh220f+/0w9fuR/UJ/h6ifd6vVP1sdrX+T8P/edau/23Xd320PWK2O/qPVev331uujv78+Pvp/davj/6or6x8ebY828fR8owbKN5Y8FcQv/dIv9f/6n/gTP/w3/s1f+M//yl/5q/+X7/3qX/0Pvvdrv/p3/spf/bW/85d/9df+9l/51V/5je9976/+xq/82q/+73/lV3/tf/ev/Kv/6v/t5sVH/7h07Y+ZyLu7zWYA7JBvw/dCr7leev36Lek7TqB7nGyySLqo75HaVehQXSCZ82Ka3E6zQk1mZhQWXeGEPYcsPPKmCBbUFIM7aBb/cMCE85ZLpW8K7TTR1MXYhotxterqqZ5NSHQszgYnPtHeDue9wXHfcvp+67dzb9/WzcYd12K3XNdtMCy20WJ0/AapfyDixYvn4d8rvrq4iEvgn2l88eImPv7oeXz0/DqeX1/FzdVVPL+6BFfx4vo6Xjy/iRc3N/H85jpuLi/i8uI8Lp+dgfO4In5zdUH5VXwEn+fPr+Lm5hLaK+pdx0cfXcP7Jl68uI6b68u4ujwP6xveXF/ER9DXOpSZviZP3Fw9i+ur8xnUub40/QweF/Ecmuc3hM8v4ubmGTRn4LzGn9P2R89pXxA3La6vpYPmK3yubYeym4oLeF/Sl8t4bn3w4hEP+Tw/yHlDn+3DFfU/fnE99xHayu/yLG7If3FzFS+eX4Wymq+uzPv04+c137xr2r2m3o39IXwu/QvqvLiOF4amgTp9I8wuAAAQAElEQVRd8Fy50Otzym9q2UVco5MK2lWmK/kueYbwv6Fe5XHowzVjeU0/hHJ99PyG8Zjx/OY6bpwL0NrnF8+vKbtGN1czaNe8Fwe6K/lUfs/oL/qj788PuKH9Wi4NMC5s90b+8JD2xUKvHmj7eQW8oJHumr4p8w085jJkYX4+t/zyMq4Fc/oGOW6cv5S9gIf9+vijF8h9E66Ba2guL5gP0Fc624f2GtpreF2Ba+I35BteMMePj4+iYW3OTnDLCfYuPNW+5ErckzXv5Ng8b6NnbacOtetYq6toWHsN61V70ZDvWhQ4xDhy8+BGgs3BCRuQNet8cdQNba1WbbjhlrbrWvg12IMCCE1XdNiG1QPWqzm+Xq3JW1Oni5INB5I9tuw2lFO79ubNLX24n3Dc43bXb9/e3nP1Pf3uxfXNP/y5n/+Tf/cX/9xf/A9+6S/95f/DX/rlX/4N8Rd+6Xt/+5f/8q/8ne/95V/9D//y9773t//SX/yl/+O/82d/4R/8j/6Vn//d7/zr37mLp+cbNVC+seSpIP7G3/gb47/1y798+6/96X/t8z//P/m3f/vP/+Iv/uNf/LN/9r/6M//2n6740//On/lHf/rP/MI/+lP/5i/8o1/4xX/rvzy/vPjN1fHxfxxT/hf7YfhdnNwXLMTN27vb/o5rtbfVGXLFhBN0t4qfjIYF2HWr6FiULqyCY8Yfo/2pOmSdaUR1zzUvKMxM4km5mNgAjPUUrEMVIwtdzHUjKjV1shScfxMNbbZcebc4bNtuad+8iSvwnluADY77ru6k7+rC1IHfIb/XafKXX8cCPzk+Cp33JUatGi8M0xXGTcctrjGGGlPjVzjKywOucJ6mDa81nBjhd+EFxn3GtfVxijplDd0Fjv3i4izkc0X+9UPdC4znRcxtPYu57BzHA2jr+uqMcjGnr0gL8w2vcIoPqPQL3Xlckb460Feaq1PyzuAHzfUjQPfAj/iVqOVn0J8DQ2Bb8ruc+cw8yTfvgfdZ3Nycxw2OspZDewmuoLmBZ4X8SV9enMQD4H1N+dWhzLqX0lDX+jPOouaTd0WZcXFJ3YuL05gBT9LyErPDPkefz4DheVjXOoZXtOdYXDFe14zlDaG4YowuHS+c1JVg/K8q5jGq5QeaC/Ivobmk3UvqLHTyFUsb17Q1lyEDda6oP8P02WFuEJeO+XFpCE/rXEpP3lUFNKQvrQ9NDUnb1o0bEhy94bVjUOkv6Dsw7ny/uGCD+Syuieuonf8692v4XePAr0SN045xYRrdOI9PcK6rVRcN633kVYC/Buk6e/36dbx5+yY8cd/e38UtV+4bTrZ7buYyS7UTaxzoGge9ov6KdeiX+hbbUeDXNFn5zvESpjtO4NIaSt+2ibMuFV3bcnhoo4NGPg9oSzSgNCVKAU1Duo3SNBFZOFn3bCw2yHpf7cSbN29x4rf97dvbN/eb+x/vdv3v9MP4X6+69X/67PLyP/8f/xt/5v/7F/7KX/qtX/21X/snf/GXfumf/tIv/4V/8ot/7pd/68//xV/8b/7c9773W3/uV37l//cLf/7P//jFn/yTbz/55JM+np5v1ED5xpKngkheGP+pP/Wn9r/5m795y33wF8c3Nz/8x7/zOz/4zu/93vf/mwM++ey3f09c/vaf+L3bXf9frk5O/h+7afhP+mn4rbf3d5+9fP3q9s3bt70n71ucoc57fje0Dw7F0ZQ2uq6rqIuDhZd6xuqseXFEqAOeYiRm2oGRQETlMXLVPnLS7rlOGwjF7LipM+H0YZiZUbJEKU00LLwGx921q5jRRYMzl3RfT9y7esqup2520W/evI5bTtu73Y72RnhkXehHXNWecr168ew8rg4GbDZiF6SfxSXGqgKDeIHxvKxYnMPZbGQxmhrSawy+0Fh6grvmhGL+JUa8OpNnJ3F+fhrPuCa9eEZd8jW2Gtrn1L0Bxmsd2rsE19dncVWd02lc0XaN6xyNg0uc1/uAnryZ7iyurQt9pTk4SGW5guaa/Gtkv/Z0jrO0rUvoL+F7RSiujQto5XFFPUN5LLi8PEEPpweHeVrj1r2SN3xqeW37lD4A8q4FbcrvgrJn52ygTo+oexLWu6I9yy5tj/KLZ8fxHi6OGZuTGQ/tn8Qz6BZY94p2rpQDPV7T3jVOzNC8K8rsq+1f4PAv1TdO7RrHJJ3O/pK+P2Osnj07ZdxOkeEMGc8f4DheWAbNBeNa6UhXfozvNW1fwVNe1zg9x/DyPed+xhidV9T8pQxZrgQ8LpGtbvYIL2v6jH4DZLuUBlw+rkd7yu88vHZO0eerKsd5XDHHr5QDeevt0Dl5zPGbw21SPcEvNPJkXVTexql3eYA6OeaVyKpr6loaeH9/j5N+i8N+xWn7LWvtzuty8gx9tbblfXNGiW614sR8FEdc4a8fO+737MYUWIZIFnTJKdomo6Ot1aqJFoeND44G+pqPLVCOFRuArp3lKZQ9BuYjMhOUyNJEVCSvzQZuDrehjG+xba+5oXv1+tX+JT/e3t79Plf8v8UN3n8xTON/UqL/x5/9w9c/1o7et+2XhqK9aD+P09Mf8+rgJ/+zf/bPvvxNbO1f+2t/bfc3/+bfHOjE0+cbNFC+If8p+6CBxHn/+q//+uhEEsT77/36r/eGwviM7/UlNl80pfmts+OT/8/l5fX/9dmz8394dHz0g9I0tyMvewoTvutW0eAkyWMRdSzEjoW4itWaOIunYfE0bYmmKayPDH9bInDZOu/xcJL2am0G7hy+ZHPqhmoKQvNGwpFT+FBhPbszVT5jsJ5ZhPDOpJ0m2rZlYXdRSqn5cXgyssZsq7CYj4+OWGsncYEh8v3dGiPSkh/uQCbW2SNMYx8TJ4kwJD8rzRgzrSEb6kkMtDJEU8YoKQZoqDvuY8SgjdOecvOnyKQsBlhQNu7o25Z+7iOolyAsg+doXcoNp4nNBjwioIs+EppMwgIMyZvLLN/FEi9liKS9pFwEtCLhMwHlmnkf+NOGdAmdCOrN2MdMS3iQyfTSTioPKLS1wHojcg+j/VOmnrEZkKePkTzbtX5BZ+z5KGNM4yAH7Qf8gvaVU8Qhrfwiaesx4pCe+9yjg56Zso+JPr2PQxv033xlSNpJ+aP3YJyD0C+ORY0jcy0b4HnAId/yWo8NaTp2YLIu82U0BMotjZhoZ/liWtSyEX04J0QQH0P6YJ5NtDnRzkSdOTy0TT+DdioO7RYcW20fnpPzxjkHJuSo7cAv0YaQtvIfB+Zmz/xDV5QXeBb4FOiW8qB95XZ5iKS9oA3nZFDWtSVOT47jio0OdiJOuNbuWP8Bj9WqY52dxcX5s4rj45NYYzdwbtiKNeOdMdHuxELOzLp2deSnvEM/gefRekVeGw1tdDjs9aqlXhsrQmUJ9FPKhEMvNW+97ihfVaxou4OuRZbugDkPGjYLR0fHbBqOoT3Cdq2iZQK2bRdN004NE6ht2tvVavUDbOB/fXFx+R+fnp/+Z2179Nu3b1cv/9e/8et7beg3IX/910ds6piJMhnNp883a6B8c9FTyb+oBv43v/Ebr/+3/+Hf+mf/i//lv/f//l/9+//+/+nn/sSf+AcX11ff71bdG52mk3y9Po6uXbFouuiY9Guc32q9YgF1LII2Whx3y4Jr2Bk37JSZxBHM44mFOuKhB07US6hDHTxtY7NGFvFYnfiEcZ8wKkP00PZ9TxqC4Kk0gxEQGIBS0bLw2raNpmkiS8EI5nuQ2LLT02NOZedxxani7OwUY9JFycSI7WlvF32/raEniGFPereJfk8ecfNGDKIY+l34bV4x9Hvq9zFhKBfDaZ36bfT9feWpsZswdtPB8PW0s99vYre757puQ314YHQH0A/b2NV6tk196Pqe+LCJYYR22saEUxx1ojXcop9N9JSLYbivaR3nCO2IozQcDCt29HEblWcvfyD/Wral7pZ2DqE8kfV92gM9cs48dzEh94QsFcpFWb+/o293tZ2BdOAsDXf1W/b3tZ3ESTfNhKnfh7KPygCtfRvgM9RfkZvlGWjD/InwHXbwOUAnTRsj4VDrbivPnj7s6d+evhr28BcD+aOAdrQdf7WLsXbsBuNgOIz3SJsDGElbtsC0sox1XHGE1OnR194xo51BvvC3rvEeOXrKxUi+80EnGNSvfGhjqG3sGaNd9PDbg0HAa6R8wVDru1lz7u2ZQ7s6V/fM2QW987bOzz1jJF0PXT/zpUy6Ab5Tnbt9TGxUR9padGBbi4zKNyD7njk7IEfLOj89O44b3sF7u3R+foZDXEdhzZ8cH3MNf8lNwnXF+elZuGk+ximvuSJnyTFuQ4XxrmvDOs/gcX56WmnXK+wJdmRFmfEV6W7VRj0IsPGgGWxNwe60sV6v4vh4XdtfYY867FKlr+EqtE9rbtfWvBpThiPkO3IzwUZ+hTxrr+5Xq6nrVgPp22fnz77/8aef/qNf/ou//P/89/6n//P/9E//8i9+/2/9n//Wm3RXEk/Pt6GB8m0weeLxoAHeEue0/vjj+6uLoy+GafpJ27afj9N03+N0M0s0OMgicJJRZzKGV6eM8RkwJj0GqxobFnc1aDUfo4DTDSoYDMOIYZowIGP0xAVrEeMiwyQMDMwUI+/FquMeZmc9uQGQBFMfB3jKRsZwwQoX7WO0yJnUaZtSF7g7eo2M4fqow9nTjrJiMDVOySmn4QTSlCmoEkk8OekkJ46kfU8m5jdYDkPzwz5Sf5QPRjA4EVQDo7M2jX4SeYu84GMYlI0YymqUMZYDBlT9ySOoP8FzBkYXZ6RslgkNrfUDmkDegFdQp4K49aSrgK/0tqm82Fs2K2NIK518Qx5LfULzHbvJeC1j/IjHAfJaYJ50tS37f5Ap7Sv6Mgz0J52Qt/JUSIu8WWnHsOyBD7wm+r30LWk70V0dC/iZDvICHtYLaA3tjzwMl3QNoZPGOtadMaKLCPZ64XiWjEjGKRgvYbpBaQ0RaQJZF16TbVe5p0jyLVt0Uui36dE5UbEL5TFvBvqkf6Njg1zyqiCebGby0L8C/3Loc42bBsGYqL8R3s4bZVKHgUzqTKiDkfVYQTsj7UkX1A35V4z0FgdKuwPl8jJ08zNJ98BvFyO85CsPdVeov+pKnJ0eVZwSdqQnFjJqjLZpOJGfxCXv0s/PdNzH0WSDfiOqTptSdd+UDE/YJ5zYz3mVdEp4tO54ldXAo1Tn3OHA53k7UWdGU4LyhFcSlhnQdRB2OPsVMGxJC+O2WwWIoN8RmQm/EsngZmSM0zSO47QtTfu6a9df9jm9/LlPT28jGISoVYg+fb4NDZRvg8kTj/c18Nf/+l/f/trf/JuvcJxfNm37xTCO2wHHHSwy0iGKKyedzSOz2sU/cFLb44h3wNPOnoUw548Ywsl5Dz2HaugmaMYZ/RiDf2EL3wxZwCwkNa6D733vbdsHEScKJ4gEay0yWbhtWx1313X1FsAvqyzxhoVLsxjnUmnc2Z+yq9dQrNdd2I0J5zpheJiGKwAAEABJREFUvAJjpYFsOQUKT4NeySXGUljGGodXRIvjnsuGsK5GdITPKB/o57KJvgyRyFsw5onsxbIM8uYy29YojhhOMWEsA5oHmIanbUgbxAM5w3z4Zg1tY0bNr46kjwmeA8bdvKT9pgn0U8KwcE291J3LR4QC8KsyEJpfoTymCWf5J6bCGPJM8qRRvmrwq3xj1ZHtuIFJ2q79QV5pH6Cc8FWOAo1h7Z88LBO13LYWTLR7iFNWeUFv+9Y1tN/mV37SUG48kbUAw0QWw+IGjbFsmNuObSJHME6CqRVLfqn5Y0zINDk5qS+99cM4fJsS0Iup6meWZx/zuA01T4dn21H59BHIl9SdQ8dwnOmQq5BfGKdC2w8gndSxj86XkZuOwInOeh4jkUXeQZ9tV7qJTY1p6yU8K+BTGuipG/CT1wCvEdqJuuYFm4hgrs15nO7JL9AWeIgVjvoEh63T1uF2OE7XQKK/pjRxzLU0p1cc+2kccU3doONg596UwvopkfaLvNWq48R9FP7K3bIuu66tNG1TooUvAXqZZhR0zJi5BpvifJ7RMuHatolOdG10XRMNFVvSLfFCW45pIJ9yZCbzFBASmTgfjP0w7Qs3jO169er1Zz95871/99/deP0dT8+3qoHyrXJ7YvaeBsqqZDalRDrVp8h0gbgguqin21XLomoqGhaSaLkib1lonmZPuJo+PTvhfddJPe02TRNFdllgmMHmvGLwunyIGtdHj2OyrjKC8z/rvMqUmZEpgvB9lNp2UxcpElOeUR+CCSM7cLIdbYx4YNgKBiOIT+QVaFYYoPOz4/DLOTc3XPFdX8Qpsq/oXwNvDYz1xvF9wx0xxYSAE7xGnHbA1757bTd/UemsXs2foQMN0snpUdWFX/J5/vwqXnx0Ex99/CI+8tdyXtzEC/AcvCD/+fNr5LkKv+V+wdX+M97Lnz87pf5pnHLNL89T+J6yCVniZ+Z7aiH/5OS46lyD1XVtNZyWX8LrhutN+T9/fhPCX/GZ31WeVf7n8BFn8Dp/dhbeUCzhGdeZZ/A/PT2p7zUd5w79NYx5i4HUgF9ePoMv8tPOM+qfoVvpz5+d0p+L8DsGp/BQv1N1YGOoyxN4Ksv14dv9l8j67NmzeNzmKf065V3oKbT+BzJC+c6Q+aTmn1Z5Ly8vkeE5On0RH3/8UQ2fX9+EJ8Az6LquY55wnmVMHTvlYHoxh5xHotSx7blqHrDojnHHfDilfXXx7Nl5LG2ecEo8Zb5c0u8bx/XFc9pDty+ukUFc1bH+mLF+QZk0F5fnyMnaOD+GDzgnjk7On51EhekKy8QJc/Iojo9XrL02fBXlWutwSF5ZXzFnnzNnPmLufPTRoX1kuSa/zp3K6yTejelpKL/joOxnlKvHi2dncXF5FmfIdcT1ctsGOploszDvjujPVf3VtmcXZ8ypVSTrSd0F44jGolWJ6nSPoycsjGxbmlg1LU63QB+BCQjJ1Km6d3M5o4+BtSrMn1ifhj15u902vNqvc4z5dILO18jXtBlxkGFiYzEhxwLHbsvV/mZ7F355Tr6ZJQryNE1Dv0Rbw0x64joGwzCWaZryDZyfPh9GA+XDsH3iqgamgteKeS+Pj4rMjKY07GQ7FnIXLqIGg91AJiiKxoXOYlqtGgz7Ok5ZYBqG1XrFgnHRZOXDNgDDyGLBZrO+D057TrN2IqrTzpifrHVonuQEHn1wlgXvW9sv8i8BccyPjnaKkQYETCNjAjTKycEFrlPu6INXfld+IxdcYlRPTtbRrUo0TYTtTlWoMcZDKK+oBsO8gdhQ6dSJBuUU41KN4TMM7tlRHMPvmHdspxjnC/hfsUHQ0OqshQ77sUM1fnV1EZc4r4uLZxh5jCnO6VTgtE5wFOrV8IT0KTipeSfo/Zj2jmK17pC/MF5NuNHSUMvPzYDOUScprq8v49I2uNKU5gxeNaStGurAddiE9sm+2Zb9cVxbnEfTlNrW8clx6Jivcb7i2bOzOIXfyclxyMsyHZ95HY6Q0WFEHI8pTqG5vrmOK+Wh78+eXTz0++TkJE6PTziZAeisf1o3LerlLIxXGtrSmdvP6+trHM1NvHj+HGdzE8pzgcOVruu6Ol6O66iDcFwzohz6UZhLlvV9zw0RtxfThB7bqtcz2tXJnTKWJ6dHccT71ZPT43h2ccY73UvavI4bNkU3bFzENaFj/fwj86/imrG/xMmfq095MD9OqS8/cUbegppvGThmDh0dd8zLBl1nNKyztiv0/TjkdwPf5y+uQ7g5qO0wn589O42zQ1tuouRtO6fMUfmf0Ieaf37CpuG04uR0HUdHbW2ncPrvbOfkCNkvwnbkuV63ocOe2LSKRIcsxQjW24DeDBO9tSygtjQ47uBx/UW4Diec7EhdnbZOVuhcR8ZjErV8qM58v9+Gzls5nEvHyLJed1U+N8yVF/SGCwZeEex457/1r+1tNvAZoiBg0xTCQt0GlMgCMpyHOdKHiCH7CQMUT8+H0kD5UIyf+EaUaWROT8nCSH4ysWetFCa6wPOyNvsZLBomPFkjdD2LYQqNSqtRbxsWSs6VK6OEZWGlsEefACfsUQwRrFf4BXwgT+iyoa6LrBBmFDYJWSJY+bQzVRgvLEjIg5p8kAF5Rt6fT+MYljVLeUJirWmknYF2ZrRNwVB19USjcWy7iORKEGZQ41jStginiXpj9FxBDwgLFwijtlGQK0HAe+CUVmiz6zqcZsfpt4sV79TXXBkenRzHCcb/VMeIQzz3NH1+jnHVCZ3GGfknOCAdjNeNR+sj6oPVGl4z1sQrLCO+WtCtcDCraOlAKQ3iT8hXommaWvfk5DS+Dkc4xdV6XeuuDzzXK9s8ihXhqlvH2hB0tNXSTnNoI+k0aomIjNVqhQ51rqeEp3HEdelafkAeytU2HfK00ZQ2lLFkU0Npz8/OuVoFJzhjZDo+Oolj2nzQAXzW6+NYgyOgfk6gOzk+jVP6dka9s9OzyuP87Fmcw+/0FF4nZ1Ue+6IMmcw7VMPpKvqe8cTRDJzsZocx1jGf2I6NzKPJzjH+jmfDXG67Bj11oKW/XX1He8S4Hh8dVcd+ytidnZ2Ezl2cPaP989OoY0r+Q0h8jdNfo7P1ugvhZqvDIbqpaVdtiJomz3YdR+f5xBwTgYxd18YJjuwUfmfnJ5yMjwEhzv6EuaZslTf8pF0Risp71cQK3itOr0eCE/3RekXfmkBF4Zp2PpcmKt05/MUJm4iuS4r2MXArodMdccKJPMok1Kcbn37fxwBGXnuJPafn3W4XY9XtGJVuv8Mx41z7XQT5ib6bQvMxUL6L+kU71lzLPD5mA3yMvpXTdCVjxMJxMgQTGFn7g+MqGFu5NdQvpYSQfpCGtWpIw8GSpawZu8K7BCs84YNoYB6zD8L6iakaYP1kZERmzmBmN8088efFMcSoA6vXVBq8gfUwQDtF02QUQZ0MlgULC1tJxJRDB3DkU0XAZwY2CR5UiIzMua3CYmsa4+ZRhmB4f5bnFMlPxIsZE4VgQjoW5QSzJMeygO4xJgzEhOxCQ9HCv+uaWGHM2jajNBFNW6oRqwav64hjTDHeDbSiJd5hCNcYko53daYjg74Mwc+w3YLs5nfWX3exWq8qOsLukF5jNNekV/AQ6w6alQa0i7btogNLaLyjvIL8h5C4NG3TRlOaSP6N48TPjEJauiMc6Wq1jgXmiVW3qu3U+vAxr+u6mvdee+ZBq9Nu2rbyzWQcIyNAi1NeHfiv12uc0VFtS35No0wzbUaJKlNtqwvLrbfWMVN/3a2pt4pVt6plXUvYSrdgLqvl5K+poyOf6x/hTMU6Vt0BVZeryquFvlFHwHhLP5StaZBJMOYN4yraro1u1YRhQ36xnPlc6EYhtE636pC1i1ZasWpr2v7rEFdr2l11czlhB8xbM2dWxFvmXHuoN8ebaMhraG/G3H4tI6+U4BkPmKIlb71exdo5JE/i8l3R5znsouvaaKBrF3Qlapx25NsRduu20rX0t6nrdoqoa2aMpM2OOkdsNI5w7mtopQkctetoxPlNrDfTdT1S00U8kT/iNHWgIw50NF3ppmjKrO+EdmQd7nHo8wZgIGcKiiNYv6P1wUjdgs47xsZ+dS19Ig0RZNgeaI1rFwxd+24KRtqb6joIeNJmKfSHjRutWKbTHschMyN4NRiZOTacWrq2UwHx9Hz7GijfPssnjo81gBtmOpdIFogLvdModRqChgkeOKiRq8SBk/IYIwtnZIEsmIzz/rr3RMOiG8DoIqrGIKifFcEz6WgrIggqAocORZRsosHIlqaJwqITmUktPxM8IhL5kqzMJD0jDo+8bbe2zyncbMijbZLoyIlrHxuu0+7ubtn1b9nwD5S1XMse1/exXrn63vAj3pWKF7xDvOFK94Z3il5zf8Q76o8++ii8ij3nZNViUGzr/v4+/KMUOwySxiGS5vgMGKENV3eW+ZemFrx58yZu376NO1D/cwlOJXveFdZTC0ZvQH/C/sCmfjJnpplzaKbl1pHWfpvXoDuRmWHedrvlvd99hXHb0TA6ZtJPwT8GYoqRsZgAoXEKMzOyBMgoKDKTNAgeeduuMJ6Z0JTITPQ8xO3dXfgHL/z791lKnHLz8Iz32Be8EojIuPWPd0Bzv7mvY9FzAhvQ1zgOMc+vMeQ7oI+ek95ut4eOExlp83tOdebd32/gdfcA0/bRNlY4+TNeC1z5h0e4RnfsPv74Y66AnzPez+JCeS4uuHJ+Hp98+nH4XvqKd8Wr9brqwfF8J19f82y75jPmt7dvafc2nE+39Of27W28efM6Xr9+RfgGnd/FnhOmfZpYM4GuxYS+g8dwesiPQHXoMKMpJUrTRKk6Z0yoJ90cGzmZ9lUXjqfzecf18p521FOvDpk/6nCiHT6Vr7wzc+4DNAOn5pFQmgjHlTZLiUxoItB9z3oH0JBVNygr7MGqbaOYwfpuSsaqbWLVtRVwwT4MjH9PO1McHx/zWuFZXF5dxjNunDzpF+r0jOGe+T4oJ+OtDCJ4Sinh/JVmt6wL6GbaEblmTMzRQC9CcTKTeoXNV0vY1H4kvJL2pogYUcSErolP5pfMmjNw0o94esuNij7Ip3wQrk9MqwZ6frLv5WfUCd+wGDt25i0776YpUdL8CNfJ5HQfiboC6vV3xNBPMeAoxwqWFI5c2ggq1gjEhKytoCax8bCQJuLSkB0lMmmrNFESEMZcgcJpjlbSKYLQIhH1IQPnr2wjbQssB2RTSKP8waIdMEJ7DJwGb49RGDAIOt+TkxOuO8/jEqdyxTvbG95VCuPmiSvex+oAdO4XGHsdUYueeoyQztk/tbrDuUwYNDpFN6dqwPY4881mixG/j7vbu7i/u48NzlzoZLb+mUiuF3sckfKIER72ZUHtIj8y6eej0HJpF5imuPY5M2PEKGrMd/TVPgvjjhMCopJxBroJxrVC4WuaMvIyMhoUmEkM2MZEuRsU+U/QOIoieAx1Cjrsje8d6X+hvh/fcCIAABAASURBVNfGfvnsGa8KTNv/HWXKo4z2e4LvJL8a2r6Y6McIMLGMl3TCtgf6t2M85VXBpsw+7nH0iF2djW3W8cN5XzG2jl91JLwDf8arCzcTVzgW301fM+4XjO16vaK9MTbwu7+/rU7S9qrOkK1nzG3HDZsbL9veMsbSb9hIOMbmbcjz+tjxsV+o5+Fjmq7CcjqAIqIkQtkLuo6KIGuqQ1PrMDfsvzLscX5CHdpn9TEin6i0jmVSXxAseRNOz/7IR1qKaCoB6y8Iyai0tKXssimsxwa4NjM4xWIDMjMaNhgtMKRqDLSvbNbrui5OWVuOuevFdGZiK+axlGY8rNdZFxGJDVAC5+iO9STUofOtyqSOJCac0whCupSMAu9SSmRm+GQmcWTNoAsTIJe8iBIUhH3vmVPx9HwwDaDpD8b7iXHVQGEp1AiLsXCVxiImi41pNF67sTjroogmYizcUrXRllVMYxO7LQtxT3WcZ0RGZoa0DXUgjImravkI01GX0Fh/uvgistJnFooSejCKiHFkYUZEJmmbYJFm+JieEbQ7gZE6xktpIlnAVILXGIOni0cyKMdi8BbHfcr7ygU6mRnHcXIqfI8444R3iaeV9jQKbeyqU9xV464hnJCRRjl5jNHv+hhwyPNtf9a4BimRc/SGAoftn25dDJ29kueCTPs3we4dpBGZsxaMqyMxHDYmQzVGSx30jDHVUG9xRDucaWC4rT7g+IRnD7mpFxqLaaQOPEbeNWL2GOcSBYIJPgNtVHl9ZRJTZJORFI6VVx/SjPCfgLQ68GRYZ32eoM+TaLtmprMdeIZ8MhwuMEVQN2peRoF/aWifOdgA+e45nU+UN2ycpOvHfR1j+9Iz1rZrebvq4rw66Ge0e8x7acB41nfEz85Cp37GzYnjOW/ezuIZ9Ot1F4EMOuVbTtW97TGwmYl8GQO6UQfOIcOx9mM6TG1axhlNbmK5gRoJjcMuCnO0yRKizgno4BgZhX+MNelhP8RoPeKToE5AUTEF6yHQ3TuM0NT/kYt5RhTKhLREMjdF8IzIPiCj+oEgEn0iJTobY1Y/bR/ayWyiiCj0B14wnZiryjTQlx4+ZAVMIoJyPpCGmMpEN6fYM0f2bp4YI9eX3wk44hYj03aggUfwFGQM2h3gP7EmJpgwjdCvNBnGd9u+/q9/0xiR6M46iXykgiXNO/UBnUxR4B32kzU1UnEiHhlRSqIsPuiuNE00jb9rMkY/9jlOffHLafu+hyieng+ggfIBeD6x/BoNOIPbJqNrm2ibwkSPaEphAYCcEVFYEw0/2wiceI/THjh1Tyy+oCShy1qHFBZq8joqRxJjTMRHVtxEDMsQEUkMsLBcaxNp80RN+yOWh1qk+SwZQWXi5YCsYWbCJQ9l1MGcIFJU1OyJxT6GTlUjPGBIRozxMPahwfEUJ3qMz4ARGDBEfU8Zp7vZ+e1igD4zo+u6A1bRYBgyawMxYd3kr+HOKk1Wecwfa3sTMgCMoTQTnRJ0IDKhJWL6Mcj6Az8zLXpGKbKYppE2xjBcYNuZGQmn0b7Rxz392rMBEX45qOckt+M0vOVmwHBPekK+hvlwxLvV4+Oj2tcR/nvrgh4dmZ5o2zZMLwiM52rdcQJecZXZRabj/U5ORCFvMqigmHRUBM/E+FXlIfQkf9qdDnm26Vgs41T7ZL+QZ1hgWpCuY0oo3QLpzN/TT+M0WfvXdW0d28JcnmVCAAozlX9Cr1PVr/2dGNOJMUc0RJ1iDoke8uaaEck/ukBB8JgSJNHvnE8a/nObzGscWzJx5/RcFpHh45gMzMMK2jcvqGu+87VuKhnX7XYXW8MDlvyd/UW+zDb83sDx8WmsuzXD1cTA5qF3M6BTPcg2IUtFFEQVyShM4RiMxEZyjfcHmdQLPYtF9uAxT/mIImpWBHxLaaJtumjbDt07R+DPlOgXOZwukVTLyASRxCNG5SfWlBKZc96A3PaxntRdX+jGNpN5CFFM/qMe2dT0PTvB0+eDaKB8EK5PTB80kPW4FeHUb1kEq66JbgUIm6YE5QeUKKWJkiXePVmjLg4j0oaLg8U8gZn1FBPWTCMzYkSDfGkLbSXVNbzjNAVRkJEppBATP2ZAAh94sfBgR77yiAaZmlovImvrtme8NA3GoMEotCZjtGJGfW55N/nFT34SP/nii/j888/jsx/+MH74wx9U/PjHP4ovyP8J5T/60Y/iBz/4QXz/+9+n7IeVdkKYy8PvET/nHeox7/QyMzJpnzLLq2EhbT8b3t9HJFfoA30Yo6DHzIwRCyKk/4MgzWMET2bCpzygOfS1oFd5qW/DzKz9X61WIU3m3K4Gzv/tyffwNUQfXvurF/OW9/LyOcZhP39+E5988nF4QlUW60ij07Od4DF/y7v1ns1O5qyPzKQkar8n9C9NwZA2TQmLJvRFaY1nlijFfGUceE+8R2f7qidpW07e0g7cCCiXvGxriZu2feX67LPP6rg5to7j55//OBzXH//4x4zhjxnfz2vo+P6wjv0POeFt4+joiHfeL+KTTz6JU97PN+i1doAfyta2bdWncbKqbEv7E44oMyNzRkRGgEz7M1bazIzMGdMUD3kdG8EV7+aPaN82MrPqwvYb5o/h0qZ9Frar/pZ80xs2Xfb/1avX8frV23jzGvAO3ryXL1/Gmzdvwqv+AcfYtqu4vLyK5zcv6Os566jw3v4+vPJXl0iArIxJioZ4RkTWNTayCXftDmyGBh02a5sehmvs3SZ4y4Z4Fz00k50NH+qjp4CPcnfdinfiJ7R/VmHaMrofPtYbXfPUN25eZoZ1S2nqWKivhnHqmXfO37v7u1APpkfrUT8wRhP1Jg/e7A3i6fmgGigflPu/5MxxwpqOWJRcMJpNU6Krp+4msLZ8pgp+MPezgpUbEYc4IWsD2oyHhwyWJ0nY66hJh2GtOAXrh4WXhBn8CH5GfR4iNUWTh7ZJWieoT86j/Iw5fyYgRTpNRCwBTqLQr+AZcRwEtf6Od8y+e37z+nW8fPkqvvzyS4z5F4RfkH4ZGjrxEmMnXr16VfM0fBoQHdg5723FmuvApY2Fv2Fm0s9SkYlGqh7mvMwSmfmA+MqTmTUnMx9oMue4BZlz3HYzZ97KJTLnMuMjmwPpF6iDAUOq49a4acS9Gva/bTT+GJarc/tnP30PvGIDIF/ri4V/ZtYmLBM1wY+RPo/onaDqXX5kP3yktSwiI/OrIPeQZz9F8MxtOo8yzMuc6wWPxto+OF4vGTvDV69eMqZfAsOXjPE81m7OFryEVqff4AB02PZVJ2o6M+GcB/kctxlk0id1b+xQHoaFjBKZSUiP6aAy21czlDniXVnwZL5LZ2ZkJrlz3RqJjMwZ8pFfZtb+yy8zw8f+O27emtifDRsp37/f3d3jlO+qQzPf0ynrvzpNv8g397XlxD2wYepj8MTKuEXAF97JOsp8v08T5cox0b8pIjKljTBPOZwfbuxsy7w4PNIbzUwcb1NvZJxjswxN+MASPhP6nTHifM2zLDPDPjdNiaZuaubNlPPMNl3bht6oRTg+U4xWxnmTjImskXjXtoodT8+3r4Hy7bN84vh1GmDJhZPaxVxwdIWFOmL0B94dLQuP2+8Ipvrkj4goLKDMJDZ/LDe1YCamAgVNyRAENEMePKzqKcq2zCErfFxjy+KuPMjMhKsg7mehkU6wwiNhvsgvzcBJwLJM6pJhfMGIIdhztXZ3f1+/Ge5/VehuXXiaFMZ1Aho6DZDGwLg8Ggy8TkyD446/lHmqWkZT730yMywX1ptRHvIy35VLIzLnvMyMzPfxuNy4bWooH/fXNsw3T9mXctPGzXuMpW+G5ksjrfw9BflrWCtOhPINHnkLovWTmbU/llsnM2Nk/sjL8DGtcbHkQ0ofGWkHNYJ4hnzU64KFZ/A4V0zPp9RVNfzSZb5r03Fy7O7u7hjft/Wk6abL2wTDV2zEFjjW0tl3+2zbC2/DTI5oNEp3mGbM/gc53x/DzIwAGfwjDJ4J5ybPd32dyzLfhRP8pFHniwyZc1/Ms0yazAz7nTnXVc4F5ovMud7I/LaOdR2DPdfl8jZeeXJCttw66s5+GpoOnkpT10+9q47MuU3LM+c4ZBHJh7T51hfBM7e7C9vt2SiOKo98Rrnq0Ghm1v7YB+sZZsIwoEInymc9YVxQVD+ZSd2GeTI7besHj3L7+kPQUGRmNSvWFcF7uqyo2fH0fBgNlA/D9omrGhinMSMOKmaCd7xnWvsu8+g4dEhNaSRzFUUSg4SffFhUZEbiKEnxmSifHoWUQjOxWF0skrmwVquWhVYiYTZWw6FRoB5pKvMhzk9qs+YWA5nQW6eExkFEZDzQHAwUGfMH5jNNhO+Qx0N5NSS7fdxzlXi/2UKbscYRnRyfhH/Qw2/A+k1jTx+euDxRLzBvKTNPIweD6phG+mg8U5mMRWRmhWUay8WB6Ew8DekkzDO+hF+Nf13aPCFP9eoYeTJU3hUnYduzXONleRwe+27btmuoyZLevtg3T9ML7KcwPfNdM2ZN7at85SVvddywecnM2kpm1vFZ8pRFSJs5l5XSoJcSPnOZMesn/Kd6Ve2vky0bJvupvOpogf3zBFlDxtJy6eyb0DFlZr3St29+qdB+2pfz87P6WwSGlp1zY7L01bQ6KaUgy8iJczjMwTiE89wcmU8Dp9GeTd+O+bTDISqD8lQZ68n2ntPtfb1y9jcINsy3DbIKaZTTPhq+V5dNpDTKoDxCuU3bL9syHJlzmYkus8omD2GZtNbxC3j2Tx7CL+s5V5a8Y+a9/XV8eq6Y5WlcGJ8x9zkdpsjIzBpbfmRmFNAwD1wTa39Hn9unhlOwc8y50uP8XYfyzbS+iIcHM1H7MLfHZTt9W+LWeQxGAtq5amZWeTKzzjv7TQ7l02H8xhrPoBaNTPAlunymTE4TS+op/NY1MK/yb53tE8NZA62T27ldF4GOQCd26l/2OjnhJNOFi7IuChZIZkI3LwR+1jg3TrBygYO6FgxHFs8AZsecWSqvFY6ybduIDMr6GMZ9TIsDZ3HF4THqgg0JQWZGUwpoo5Q2MjVY8qAdiSO0E2E0M6Fx2iRtTDGxYKdpDL/FvcGAvnlzG6/fvA2YhAbthnfUn37n0/jud79b8Z3vfCd8v+m7a+HvAJv+9NNPY/5d4Js4ZmMTPBrKDQZZAzXR+Fjbmmr7mRkaRA2117Ce7jzZvbt+fxXGPf0Zfh2+qUyetnnMu3Vl8ledNNbKYBvKZNuISDezOiENu2V3OBbHU/qbm5v6Ptc+ysd+CnVgnuU6PvlYX2djaNuOo8Y6M2sb0mS+i0ujPjKz6kP6ZS4pp6Co1lUe6eX/iitrX1u8JFz6b1z9qSPzPDUbN99QGJfGvtuWsn/66Sf178Tbl08Yv08//U4d42Wsf+ZnfiZ+9md/tubZb524Mjqu6lhHOTI/R5x18CizUFbLbEuZlUkZxKvXr0I5Xn75kqv5V5z038bt7R2O/K6e/C0PCQiHAAAQAElEQVSzf17RG7e+kIeh7apX5X/x4kU4B02rd8uE7SNO/SirdYVlyu98ePF8rmson08+/iQ+RQf20/Tl5WU4f0bmrP2Qj3wXTKyZqKuKZhiozCTy/iczGdsm2q4NbYcbpGM2BMqb6fob69yzjTg8ZB9icD+sGeeqWGSQfqJMPBATIcuf4N0nMx/mUGbWgpHx4lCC9Ngif9KXkX5O5FeCpx8fXANa4A/eyL/kDTDbs07+7rAAj9g1r7pVtOyk3VHX9cAacOG4mATrodbJpG6ADH6yGHmXPbFIyGZRZ0XTZDQNjredw7YtIeStoRjZlctT/sGTmZHp0CcpeFLgQhSVjtzMjMwFJYiRK63OfKzxUppI+FAdJz7iSIfw6k4DkZmxWq/ilA3K+dl5nHH68jTyddDJaZQMdfZN21SDpLER9qHKZUO0nJn8VJap0tnegsXgayw1tML4AtNiSX81tExettd1XSiTBljDmZn119MeyxSHRxlt2yvELFkNrY5KyEPYN/tvKMxrOD1p9ORpu8YPLB8CZVmQmZGZUdxoNQ3xEj6WW9dQNYmImdY8y5TRNnRSQnmF8cd4nKc+Fkgjj4Z2Ha8zxtX++Kte3qgYPzubT92ePu27ecK+qkPrysM2DEeMvfIFj30qWaKUhlTG0M8bwu12h9734bvV/a4P+yDkYZlybdg0btjkPZbVfGnEErcezGPFDYrjaj8a+jOypnpOxpYbF8pnnnyFZQW9W+/45DiOjo/qzYN9czNew9PTmucal688rCe/BUt/GZ3ILGGoTMKyxzBPnThPlFk0TQkqsWkOgOGI+cnMGnlcf2lTOZb4Ul6J+ZGZkTkjIuPd8y6emZGZUeh/ZtJw1GfCUFV+ppj3GfzjtJHArD8q+OMmBzPgj1uX/uj0p5kmpu/kOTkTsVqM9GrVxapbxaptoyklmOtRmOwUx3TYubrATBdqLbB+8QcGZuKUYrxtSnX+hrCKAn2D0+66FsPURdO4K+fkjeP2G6qzYw6eZAE2kSnDqE7XhS1G+LMWIyIjs8CziaY0hAX5pgfajAhPXqUUYnEoG8KrO42dmZZrrI+OjuKIaz5DDaV4z8hR3nVddXYaxaZpQh6LPMo0TbOBysywzUwlWNodQ1phPbHfa+zfYTHcGvEFj/OMC8usHzzKscLA2wdDsmo7ltvWIpP5YslXPuvYR/tq3L4fcZNwRF8fQ1p52Uex8DQu5CvMF8ato74a5pNxVSOPBdJkvtOP9RbIUzn3+/2DA/ymtLpQJzot49aRz6KX44Pjso/CfqmnI/q59P2I/tp/82eZG3Q40TZzBcesPIu89kXeTWkjo9Q5NUDT74fweyADV+h+Icopaj37q0zK9hjmiR5HLI2haWHcPtiW81O5bHPhJ71Y0tZRB/K3bvBYR/jqy83pMTczSx/NN94yn21j4WNouxUssMyMLBkFZGb4TMv6Z0CnR0AZ0TQlWl61qcNSWHMsh7FueuLhyUx09m5NjChqwWN+5i2VMjMy30dERlTEe08iq21nZvChIYqRg+4QicjgYdj4OUFnCdGnz4fQADPgQ7B94vl1GqgzmR/LIppnPj/rgtU49TEMYsBBDizCEUysC0641f1PkYxYYQGtOc2e1F3/KtqucC3eRz/saHbEabe8azytf/Ti9PSE8iZmwzfAF15QZc6LfMAw7rb78F3hdrOLPe8VR4xGZkbSWGZCzYewZIOwGRpQbEawOCPI50d1up6svEb0+vGYk3ZmclLaxd39fJV5d3dHO/cP37zVGAoN44bTkqFp6bx29mpTGBfLacorU9PSNzh5T3defS5YZPAK95vgdaZlhsL4Aq85dUTBY5u20+MEMjM0nC2bLvueedANdH4cV42iMJ6ZVd/Wt093d7dc686wv/bVMtuwn0I6Q/vn9azhgoEN2JrbGk+y9lWn6CsK+Ww4cfa8F7ZdoQzylp/8TXsatp7jY3h1dRWLrpY8Q6EuvN5XN6ZffPQR1+IfhXWUQYdW5wynYdu5Z4xn3Idt2gflF/e8W55l3NTxX67ipbnj1cId88K4tG/evoXmruptxasf55Sy3tw8r39S9eb6psps+vnhunouv67X3ovcXlkbt8w+CmV3rqzYjKlLZVL2/jC2zqXH47uMaWYyzdPkAxYdy2fRheO0Ocxj+2y/hH2zzNDyHTqzbceuZ8zqphony7Kr/G0p05/B+h/DG7MeGQdsQw+9Y2n7lZgfmVnlM8+ygXnSQy+MmwdZXa+ZM63pryJzLsvMWnQIatwf6s05dPboVV9pSiT2aK6BvBqGCeo+4v7pW+Uo4us+f/i88odn8cThn1cDdWHhpL3qNj7Xm+bFOfY4Xn+vtscxioFwrGUTdVgSLM6oaFgs/sEOnbL/y0/LKXsYPEH5pbDZcfvfP15cPKvOe9Wt4AW/w6IPnsyE90SbQ2y227jHgFajouN28UVGKSUypQueJN1ERMJrrHUzSwQnoyA84pR1yXs9jeXHn3zMFfMJGw4WL4bsLe+837x9U99BLgZMgyY0cGKJK4MGTudcDfmbN7zHnCGNZS95P+v7S+s1TVMNuU5GY22oDMZ9l7zA966P44/TS/4S6qxOufLMzOpobUdDm5lsilbVedtuZtL/d58Jy6uR1FgK4xp15bbf9knYL/Psq7yNm7eUSWv/xJJnuYbY0516VkbjyrXBaQvLlUGJbFve8pK/+RcXF9X5Pn4Xu+hKfS2wXP34jlqd1PR3vhOGOsKl3dvb2cne3t4+jJHtKbNjtMA8ZRHSvnr1Oiwz37Swf+bZ57dvb5ljQ90MLjI7rkJ5hbIqj6G///4x75iNK69yL+/WrbPg+fPnda4ccQugrnTa6sZ4ZtZxXeHUdd6Or3rMzHAdiMx5vNWl+u1xpG505XOLLuz327rxuI9bQvu0wH5Zrg6kF46dr1bcVMtPvsHjurI9omxgprpGnUc71malxzG/T5+R6TqdoB/D/gjrGDoX5WWfMtPoTyFzzs/MyiszoREEfJTNWzPH4/z8Gev7LFZsIuWprJm0j92QboQev83Pp8+H0kD5UIyf+B40wGX5IRZ4uwgm98hV94QzLkz2ZdJLM7HrHl2UYJKG0PREaFlQ7lIqJaPhPXDXNdGCrmtjverCa/iO0+AC83zX1kI7Hv6gwwiPkbaDZ8LRuKjnv+i1qwveq0g9biYLkfKJhAhCqtRFrczGB64u5WG8NA2Gb4Uc61h164CwGt+RfsjTdm1LaEw0KrvDN4YNTWvMNGzG5SvdUmZcWLZAXtJ5AvYUqEPRKBtfcVpbYYQXdJ36WaGjFXK+iy/lj0NpRWbWPiztGD6WwbTtqw/RoAPhKxHTlgVPZolSmgqSlecOI2x/7Ys8xQ59iMf5y6lsZN7I44gN0vHxSYiGq/LR8TwgM6NBhsx57OS9YeOkTuVvn7xJEIuujnBiC9TbAueS86brWvTVoreuomkK03hkruy5TdnWb6rveS0hf2WxzxPzy3E3DObN5DwC6sv+DDi8gTltnRkDNz19bNiAbAUbSctLKbS9qn09ot9rXrfMWIdyHik7zmNNvnHzHEfnQ4MehPGOsbfMPgvz5a+8wvieVwePdW+eZcquHI9hfeE4J2sxeDL4h96tU/tEHw2tLy/HdMNY2Ib5rh1pxYS+JvQDm8jMKPC0vcyM4DMx9tLJR4ykJRcSZDomgXmYwPgAeU7wHpkfcXgyMzKzpiYYLJBmidfChx8zrUl1qZ6PeUViaDozo8paStSH9hCgRunnu8o15+nHt6WBg7a/FXZPTL6igTw4bWYvSyQwePPCWhxxskA1AHXiU3digU04ugoM2+K0l9ByB6zJjMa6OOQWLIZJJ71atWFe05QarnDoLSfyiQU1wnukDWxp+ExIZVpjusOR9JzIzQsEtlyY9uZLmM7MKPAOiORnefAUFm6DI2naLhpCWFcH9dhA2ZaG57GR1KDtcFg9V3vGdTLSZCbrf8RB9Ac+3BigE8ukFcZpOpqmwcB3oTHRQGu81UnLJuabYJ1vKlvyM/O9tm1TWZXT0Pbtf2ZWGazX2X/GRH3E4TEubDPQmzpRB1uuTOWpXgyF+ULe0o0YaaE+S2liXZ3UMX09rm1KNzKmIjNrXmbWubY/6FR55a1OjnkfK9SVehLmiyVuPwrjWZhjC1r61DTOvgneY+xx1upgxp5xGqqu1IeyKJfx4DFc8gYcmnHzBseTOTeyAbSvvsveMQ/3OFFpSimMaxtr+ryqG7E1m4cVeV0NV2zMutW8GVvGvWEuZGZkZlhf2B9pF5gnf9s3VDe2qZ7E7jAfLQ8eecrDesJ0U5qq65IFiimy6koHOqGLHgx1/tpPIU9hO/K13Ylxs8yxhUn9ZCq7G70ZSa406sd6hiNzIsKSjEzbz4hwzIM2JzC+B+uLODyZ0s+JERkeY6HLzMjMmShm3g3rST07HuujdbQHXauTcqBFNIgjp8lfhT1Ufwq+dQ046t860yeGP62BiRntX8968/pN+B7vlutFTxcuZA3Hu0U5RmaCeeG6KDQamfmwGD3BagT8i1wDhrBpCu+0z+KCq3GNMqS8Z/T68jXX02/qqUiJMtPgK0jamiGfhsUoSpmNUERioNpIDERPWyNWxrLSlEhoygGeJr748ov6ZzB/9/d+L/wzmPWa8HBl6DWh14XCfK8U1YHhAq8t5WN/L7jW9TrYK1uvP70W9crT69Cf+7mfq79mZLn9VRfyWvjKT15uAv5FYb0FC0/5Kv8C+QvzpbF9ZfYa+eb5Tf0insbQtu94BaEzGHBSE7ozNG2ZdYPHa3mvf5fr3aXP3/3ud+I73/k0lr77bhvyOp627dyxXccgM3Cos9G2ncyMDkOrs1polrZtVyjDHe+X7Yvj9XuM2+///u+H8E/QLunlz5ua758v9c+cWl84nurllqtiZfJXscwzLuRtnvwd265bcV3/cfz8z/88fftOfPzJJ+GYOsbLuNpfx9956KZSHsqpvAvMs903r53jbzmtb6pepLtlbVlu3LFR37Zt2rIF1lc2aeVrvjK/PLyKsZ4yXF5e8n79hvV1EW5wpJWX8L8n3XBL0LsBwQma95pXAd5iSet7dfvj9b347ne/W9/F+674iJPrig3JPD4MIIPr2E3TWMdyYr4E45glWYMFNBWZM23mHAZPpSXMzHA+KLcwHo+ezHd1nKPCeWEo5COWKpkzvXl7NjT2b+PNAZtO55/X/NLaTiInG5kpsAmNmU/4YBooH4zzf9+M/4i1P7EYNQRvMXAaiPv7u9jutuzM+/rlExeNmFysyO56cTG4+ERmPizmCQOxryeeba3racgvjPhrOb7zhhRDxnu22tbbeqUJS2xAVhhfIK0oLrpSWHMlmlJquNDYPhWjx/mM9IPFGYVKWeAHlHPD9ebLl6/isx//KH7wwx/wDvPLsJ+3t3fxFrzxPffhfbWG8hbj+hgahPv7+2p8bW/5UpLOWujYfEeps9YQZA/X0wAAEABJREFUaux1lDruPSc06y/85CPUt0bGuOG/CKyz8FReoVE3fIvslhm3zZ6T7WKkr6+uY7Ve1U2WPGxT+TSO6tPQtGXyyEzeF55WY770y/7aP9/biqXvOnh52C/blo+6ykyyxey8lzlkmXLpGDKznoh1ZLYtlE0ZhA5MpyyWvy/u35A37t8fNxTGpbWOPBadmFYXOsMlz7TQkVvHtr0B8u+y68Tsp+MpjOu8hXE3KcqtvuQt7lkz98wRIV91MI/FLfNmwzzfMe83bFrvKuyfbQrjS72Z131YX9nktZRbtsivnp3bbiJ03otM5s8Oe94sOA7Kqd7l45fvljlhXcfPsRX2zS/KOZZH9Sahi4bbjMzZFC82QF4MaiT/CmOnHE0zr8vMtOinYJ3MjML6bZomRGaJzPfpM9/ZEtsTym8oj/jKczBJ3LLsQx3a/z32x02V9bzBS9q03SwZhhFtnMfT86E0UD4U4ye+X6eBeQENh6vBnDIKi8iJ3pQmNFQNCy54XEDD2MfIu+kpxuDyiQVIkFzLJSGrheUXRCvk0zYFHg0LNiNLhAUTdC5IDUnw2EYmNQ+rMTOjlNkgBBUm8nsctAjKhCd8NwuZGcszQueilbewnm09lLO5qPVoP8CEw5duwUR9YVo+i3w6GnWwyPR1oW1kZj39SLvwkYfxzETsuY8L/6UNQ7HkG1rnMcyTRn7CuHkLja8uzBPKosxeIRo2GOFSGjZZUQ2d9TNneaQV8rHung1H5twPx6Vh7K2bWSKBaXkK49ZVDiEPQ/mYn5lRGMeFznzLpcvM8FnSCz9lE9IaioUmMyNz1qHlQl7yEUvc9jIzlnrKkJmQJDqY2CyMNcxM5mVzQHsISSNzaRLZI7IAqmZmvOMTPCP8h1A+5VjaoqDKGJG1HcsXuQylVcfmW2eB+UteZsJ7rLyDx3ZFJoKQXj4NY7PiWt5QPvLPzNoPx05q+S75QZl8LLPeMj8ys/bNDYxzxXU0cRtnvXj0vEtPyDfV/i15hl+FVR/nmbb9UhJR0iTjMMJrhhmZSd4E71m3i06W/o3INWCrWL7wKBXytK5thWzB3IdRMooyR9Z+RB9vSD19PowGyodh+8RVDTC5mdbG4vBjqgtlZEGMj/5bv2QFNKWJVddVZ+RiTxZcsBQmHJ5hBU4b0khGLTOMRs3HCcKYKE6dOhTN+Tp8yiYw1sUU4cLLTMihJWwwSO2hXeOZyeKeAJsFuPiZqCsP45lJC1Otb96CzKxGrOva0CjZB/kZdgf+S6ghM76UGUprvgbOdGbG1z32Q2MsNJRCg+OpSpgvjXnGzVtgnvTKLM1XYZl1hHHbVy7lUd7HWPIMlduyTGXOyERH6Lw/XJ/KJzMJ5nzbl3/PSZ3MkIftiIiZbgkzTTu0UzWwS1+UUZg2lN84DpVmjo+ROW8KlM02bFc4BwyttyB4pBHS2yfHwrh5C8wXpi2TZs0Ng2lh2YyOfomW+bCK9XpdQ+sg1rv5NXevzqlZ/r46UeVSP36L2vieE96OG6oZu0oz8OpmYJMppDW0X3Slfhxf878K89WBsiiXcqt708p+dHRU5TVfusqMH8Yz340h0bqerBv0Q75z+2kyMrOuCflIY/25PMhva91JW8AaN18EzxISRS+O/ch6E/O6M19It+Bd21H52p79se1ysCUjbS30mVnlMz2yvtWR+jNu3oLZTkVklMgUGT6WG2akAobOGyHNQuYp+4lTSU09/fgQGigfgukTz0caYAJP4eyOcFGM7GAnForxPScu4YIpTYmTU3/3+hnvq8/Db/668FyAmRmZ7xA85pdSWCtTPdndc414y9W4V32++95j5OQbGVFYuC5gqlXDbtvG5e9V88WzZ3HFFW9974bRknbh7QKd3ACwHDPTahGEWQrGpwnDgL98vE58/vxFeB3o9eBHL17EixfPwYvwmtD3e8LrUNPCuHnL1anvBDWctrs7vFPzam6Jv+T9o+9cfd8qvL71GtYrT2G5f+7yiy9+Ut+zW2ae16JeY9r3zNn4Gg8eQ9uQRnpDdecY2JdFTkOxyKvs9lN55XHPNa76V1blV4eZOY87Yx7okObqmElvG6YXOus4H5Rz4aUsC7zCtS9fhf0WX3wx/69c0mmIfd2gfMKxcVzNv+WqX56GQpl1YPZHzNf0H4ehsM/mLzCtXuS7QDrznj+fx9sr/iVPeusqw4p3uhveCSuvbW98X8o4G3rN7rvwzz77YXz22Wfh2Po+3TGxz9Z59eplLHjJXPjii/l/m7O++lSHmcmcLxWuE3Uq71evXtU/g2uer1mUz7FUPmV/wXy1P+YLaZzX8nV+2Ib6i8Mz1YWdtR3jlkk7sIHSkSmL42y+c0IehsqzZyNi/oTTPkyLh3lhHfkYzmWHdRfzk5kswRkTDe8PdkR+ziXnrWPvNb3yu84zE/4jsmZdt9IFj/VFZlI268yyijQ9txPvPROpBc5q4shBZiQ/MAfRED59PpwGnhz3h9PtzBkHN0ec4IJJToaLxYXmf7rfczJLFskxTtN3Xw8OtGkjyZf2sC5YfFT2w0JLeGsgek5uGgUNi6ELueckMmJAbDFZSRqrzJwdN05Eo5CZ9YR/cnJaNwvLIpfWJiqWhkm4KIM6Qp4u7iBTGbrVKpT74uJZXF5excXFZTwj7qbg8vKCjcFV/R1a3+/pnC8vLx/yNJAa/IuLi/q+VwejfPbD/mjshP3ToemYNMIvMdyGOiGdj2WGpn33qWNYYJm85Bs86pSgfsyzLWmsK50FR4yHsn4V9kF5xSX90OnJTxm32004HvJUP5koCGaWLyD5tZ+RE9HAKVJZhPyUSWy324f3t0ufDO3vEir727e3lW5kjI+OjkOd+m72+PgklEfZFl7q07jQuDsO9s3+2i/rGgrzljLjwvyZ5qqOpWnbumDsjQvprCecHx03MnucljJv0ZV99BRtH2/ZeL5+8yZe4mBf4aBfv37Fe+g3h+9K3Nb31vb37uEP2dzVMvPkaZ/VcWbWvjqPM+c5L42wHfWgnMqnXMpo3L6Yv+Tp/NxoDKylLfpXVvVnG6K2h2fNZIxZJ0tezUf/hsL6e5yr9YVx3w/XTfxsDkIWcXjkI+bkgSB0vHOOPzMzMs2b6ppWrv5gR5yPrmVtifFFDzPPuZ48TGfOaXWyILMEuRGU8SN++pnoNXLVDz/eJ0iSOZUpz4k8fT6MBsqHYfvEVQ3g0DKnd1dGLgx/91PHpNPds9C2nDa2LOqRnbdX1i60IxxG161gwcLEmPf7MeoiH6OGfT/GRD4E4eIjFQP1KY5sSsg7s64fTnssLD4F5y39Ykg0Jsat31Cn4zq7aRrWagIpD8gIPpGZDwgeUjU9YaB6Ng4u5QKfhne8bdeEceUwlO+CUkqtB4samlYfj9tXLo2boXTK+jgtvfwsk0bYj0ykOqBkCXkvWGjlo7ymLTMU1hfGM7OeSmxjaSszK7/MObSuZcptPHisPzIuhpmzLJaJzGQsHKGo/V7qZiaGdwJjLV/qL3Xi0ZM588zMmms7woRhZsK7kBTGk/gMy3vmm3OHIaOt6aFNiGrf7It9zkz4pNkVmVnTmVnplE0sfTBs2y6EPBa0bUvejIXvxFycnKtsKh1Xr8LdQHhLpFMb2LgE5ZERyZydYRzUV0XOtDEmb4FyjAJN05TIzIpS5nG3beOZGRONjnY6AvpSx9bypmke0kvcOsbflSe6Gh8w4MQX9Mx74/KH9bv2adP8Za4Zt31hHfONT1RK5LfNUmZZMjNgFO89D1lT7ctclmGdTG/dAvkmMM+vhg2/Y7BiM20/ykEnM+1Mp0zKnZl1jKSXNiJjYg4PwDCTxuNrHoVnFGoJ+g3iU8XITyu1tejpx4fRQPkwbJ+4Vg00TmdWQszOO4lmZiwLKXic8y7ikYVC8uHjorJsxsSinKqhHepV+xSlaaLtVqCLwqIP+E7hasownlki678SQbjwke+IEXPhakSEaSW1TLiJME21yITLAZHx8NhWpYXXqBEW0xDWFV4X2obyzuFQT6K29xU85C90S7g05mnHk5Khsq4wSJ4mhKc4Q7HET05O6sndtKcmT1GeQDRM8tZR6CSEPIV8LbeusI0GHdtH62hsldu4oWnj1pNmkXXC6Qw4SHnbjpC/oX2wju0ojye8FVfH1lVP9RSGPicGS77Sysf6tindir5b174tWPp+dnZebz1Mr9dHkcwB+YoemQzlnelAZjhutiPknWk+I/+ofWV4jB5nJZY86wrThlSF71jH1DwhvfoytM25rYBu4DXPLu55zbPl9D2hu45N38npMf045RboDJzWuL814X/kYbjglFdL5+envFY6jsyE1z62nIyF+lZ3YkKox3ozbp7yWK6Mym5onjBunnTCuHn2Q97Cupv7TT3177hFsF9uus/Oz8Pfcy44TOvIz/oL5CekL8idJav8mXNYDqHlEeQBw+ChK/wk70CTmSEvIX/DqHYAskefTOsEOh8fxkbarutCmZ1THhaStkZsUb/vK+0jFj8V1drQeG2txsfZzkk4xbu46Sd8uxrQqn+7HJ+4va+B6d0E1qGJzKx/vEAD4sJxgY8YbA3OPe9Jb3kHueXdn6cRF5eG3nINhYYgqL/C4Gu4vAJdr9fRlCZcKyyY2n5mRmmaaDkBZ5a6COWVOS90DegeY7PFYG629+Gvt+z2Wxb1jg0CixYjmhGRmRWRcXhogTL7MeCo60kf2ZV1i9GUj33QsG3lvbmvV5z26TG8thTmvX37livRt5XOeho6G8ucG5XOa3GvyPfcTuhYvdb13aTvTn1PKUwL31cK31Na7vtz313qwNXj0p7vPX2namibGi/reQWubjMTp3JfDfNSZ5FXWaxnvjK9022EV7/my9t3tMK472odQ8fL61hlU6aGcXJc5WOojMqjLh63Y/7Z2Vn91THr2q8FptWBsA9e/8rX9uRjKG/16nxqmoLNneq8kO8C2xXSbxlPYX3H1HGw/4+x5CmnfZbOcuML1NMrrr+ltY8N/XXeK4/0S7556uPjjz+K73730/iZn/lO/V1vx1SYZ/9+9md/hrLvVppPPvm0XtPbL9vznbe/sqbOjduuY+MmyTmgnhxn+yS9shkqxwLT9se08mbO81C9KGudi69f1/lq3Pfx1lEG27EN55BjlZnMhx3rqq/6VveilIxMUQ5hRinlPWRaHpHQFpB5SNdwXsf2LTNjeVzXu92+bmDso/I7ttJJY7n9UPemnYvOdWXVgUdkldV60i31oj5T7UN10od0hCmA01YKgGD+8ZWhUjz9+DAaKB+G7RNXNcA0Zx4bO0zvcapX3Z58xmkKF6RGTCQLxpOai8XyelU1Ua+CetC72OpCysAht6HzXnECa9suMjXEgSGeWFy2mZEJSiEM8syHGQttqo62rw564ATlIhUD15TKNeGYxcyFn/IhgAt8RiCvMUboKIqmKaFx2Hntv5nfxRr3BClfYXqB6QVLnlfPqPAAABAASURBVEbGuP2Xl81Nhz5Lu5SZb5913hobDf0CT9dLnqcyDbRpIb1GyvryE/K0XZ2TbbZc7Z7hGKW1jcx8MGLSL7CedYTxgetTZV3g+Elr2UJjXEijg1Im36tqLDPndixXjkxsH303bp48dCKmpbeufZ77e15vF05OTmtomYZYusxkjIfah0Wvti/UQylNlDo/0uQDbMc+Wcd+fB2Ua8a2OiZlNL3QPk6bLyyTrw0VHNHILc3Shm0qi2Ok/PbjHeZT95xv/IxT+ILTcJytK2/bdUwX2K7tSSM/9ab+l3YtX6B8Qh7mSaOuMpM19G5MbMcxNvRvMejMPaFmJqf/k9B5n56esT7n3+eXp7CPmTMvZQrWYgVjPbEmH7dlfzKzkmUk4YzMjMx3skzYFApZg01FRDLmfb19WPpgu/IWs9yu/dmxqgvnivpxzktjv5VX2sx37SFm1EczUmWvqcOPmnmIz8G+73OOPf38tjVQvm2GT/y+QQPM67ooWKD1vfZ2V51dZtYFV5omIgvLrokGgyoKYbBAXEgD9cYglawFUN8flxLSFMKJg/1EG5CFixmfKjHgQ75tLxgxmAMn1/renEoubJG0XuBNM4cPFXmviJlACvnosB8Bo2HbLn4JXOwaMg2fRm1CCPk+xkR7IjNrG8Ytl14YrwX8sN/yJFq/RGc7OlfbXNCgN2E6M8O4NJmJARsqbCMOT2ZGZh5S7weZWcvkJR9DKTITPZfwUb6Fn3FlNv0OdZQqvXJoDBeYFvZDrLg1KaWp8+BxX5uv9Mk21Kk00lteGHN1PvRj9PsBaIzHUA7lrOVEFhkNLTNUp8b9tb0VGz9lUS75Zia1ovKRdoH072OsciubeFy21BkfjbXyZC6857rSTcwRWqNN5ho/jU+HenN8pp2gm2r++2mrZGbVt/LbD2F7IvNd2VJufvAYCvn2fV/7Y3wBJHU+WE9kZp2HJ7yKWa9Xda5Zv4Ixs111qU6NZ2blqb7lr57mPk9VvxPrx7QOsj9s/pY2DQVdJpiQI0AegGamYMwH5vdIXqkb+bU3b8ghT9vTcdvm0h/DkbVvuSFcaj3lFfbRfOsos3QR87y3rvRRHxo3PARG30ehfyXfz3tKfZsamEfl2+T4xOtBAzn/1ZQ6vZ34/nUxrxHvuA7f4ThbTsoaAU8C7nozsy70kQUtvYwyS5TSBLy006EDd2G5MIVxF3cmFALKYLFlJosn4GfzU2Sm7MibWOxDPYVNePlDdi0znpmRNTXFIVLbpSIhefHogbDgQErTINcwX8/RN08gnhDv7t5dM9tvcXd3V68YvVoU5n0VD/nQ6rA0SJ5iPC2pr8ysJwrLPFkt4RJXLxoesZSZl5n1dCYv4YnXK3evlR0Dja76tJ6wzoiOhPnyX2Rb+mGo/IaWbblxUCfKKV/5C+O2Z77l8tvyKsFXDPJ3vB9DLWfmg3NYysrBHlpHY6+cu3o1uquvG7yO9/pWKJfjIJRvgWnnjH1Wp6LltmHL1bh9tFxa69snr40NTZvvt7qXcM67rWNq3py+q68Y7hk/8+Qnb0PLF372QYdh+8L/8S4zmZt7TvHbOp987fAYW3S25dWOcm6RV6hL54g81LOvIQzVt3mWqb8dN0LK47g2zNlM18hEW7sqr2VfhfLad/PVtfW86Th/9qzecFxeXNY/h/rM99o4TvukbNIat91lLA1NzwjWkzmGE8trRiaLiuzMOZxp57JKycANwxRD7xoear2ua+t7am8k7Gvm3C/7qQzxlce8dxiwEWOow8ewXdvLVA7xFSZPyf9eNfDkuD+w+pnyeLucRk4MLv5XL/0Vl7cYp746EY2LcNEVFomLRwPjopuoo5HXuJWmPCwwjcIGB6EhlNY6dqOUBkPfAhx9NmaxIEcWd0TTNJGZDzysM4W79QjbzUw2CDMgjOVBeNbvhJEhhtEwPzMhEaQyIkvSzoCh3WDAb3Egbx7+m0cdyGNnYlz4/lEYF76LXGjN953wq5cv66826ez8HVuhIc7Mmq8DWN5RGpeHocZ2s9k8GGQNrwY+M+s15ieHv4/te1P/PrbviTX26lk6x0ndqueJPjsW5stb2ZTTtmzbUNgHy2xbXSun7fhOVvje07RGPzPR1Tasd3+/qboLnlIKYzXVdB0f2paXTtWyzKx6VybLlU+5Fnz5xZf1b8X7++3+6VLlUcbHsA/qIxhRZbTfbiy6rnt4ly+Nsi19ciyE/Mx7yRwW0izwV7deMl5z+cv6+9KWmSc/21SOly+/jM8//0mYbx+c9757dmyN20/74xhYR306FqaF6Tn/LfK+Za69rbr0qtd+OKbqWqhvecvXMbSe/ZC/Os2c14P8Z9lehvIrtzAu/eeff17ltX3Hw02BejP8+OOPwzn0/MWLek1uO9aV1vHJzHqqtT3rMsz1QzZjaZQxNQCZyU8/c+g4T9iAkXkwgZENvbdktsE1dLUhUq+4uXGNOLfUg22ZP7LpNFSnYmnffCGfHZs+14o62bERMs8y27Pu10P5AJ+vL9euIOzXFz7lfgsaKN8CjycW36CBMnrPDCxn4bmQN5wYXCg7dv+ZGR2nbr/N2TQtphRDwk8XqifrnuszQ1wmi7yEC88FmPnOwLvIhAtNWLcuGXhLN9PPKywzIzOrIVl5RUrb8kwcbxWRH7poSKA7TA3ktv1ALorrx3IjcHtwNCMGxjxR5eBKbvCdOcKYfgzlfQzLrLfAtOVLWhk1RvbFvAG9aGAMH9NZZt1hGOsGZY4P1cAtdDooTyXyFKblbdz6C1/rLrCuMC2N8QXmPY5bnjhg+S18l7g6Nz6ikx0GU6e9Yx709Me+yCsTrQLTwj7LRzmty3AEu0AQMXBN7pwS8tn3+9rXJd0frn9HDLiQn6EyyleeyqQ+MrM6QOtK91iWzKTKFCN8JsZZHktofKQ/M8ZY6k4IOkJv2vAdppjgAcP6Dvj4+IgN7FGsuXouTall9mO333GrsqM/e25zAHNpEMyr8RHkNdFWQefqSdivBWtOweZlZp0TVU/cdg3ofJFJWTKTOZ9GK53lQh2qE0MLbUfei96OkF+nadoy6XSC/llc6ZVNLG19NU6ztd3Mue1MQj7v6kYckuhmCtfZwPz2xC3P4GnbJpTJvhoqB9l1LKQRtisy5/WvTkppKo06qTYJvQStlYMuM0ssdTMzIkTEEsTjJ0s1E/zgMxd0bfsQn3Oefn5bGjhY52+L3ROfr2qAxVInL7alLoJ+33MS3IJdjFx5RRTWAWBh8Jq6ukdDv61dd9UYqx5AVB2uC9NFl6khYiE/GM0JAwc0SBrGjPB3uguLOlmIwZM5L1qNzPHxcfifYbjo/Z1nHbNGQWRmlPecuaUz4vBk2kDMfcJBmN00DZuLFjmbyEwQNW57yi2UfaZroJ1hnmXSPYb50spbA6JRXGAa3SJniaWOPDQ6UbUYtJ/hI50wnpk1X6OswdIoG5efMC6t7crLuPWEebalXJYJ84R5tt+g71mfUY2i8tqOfOUxz4MJp9TXOWD7/k9Sltu+PIVx86wj/8q7YXNXx5seMqukkb88bMNuK4f1M+d+Zr4L5ZWZ1cgvdNIKecnD0LTt+frGeWJov7tuvs1RHiGPGfM4LnnWN77AtFjSLRtGnczCu4VvFqRj3g5jj972B/QxTgMOawzfOolkHyxtMj+do5lz/yYUq+zqQ6g78zLzYZ5lJrwmeA/of8+moK/pltcEytNx6yBMK2vmzDt4MvM9Pkt//LsMC63t2a7tB480i0zmLzBvwPlKz2TkU0JaQbVIfywwQduZRqYYHX/XOJuiEQT51lOGRW7TVrf8MWxPOvu4jKfljruO23mU6FU+Qj7WkVdm0tQBZjxCGucHU9LYE/470IDL5b+DZv7lbGJIPHMm526sChNbLUxYVxf2nhOF7zfFrt/Fjt3uHljmYnKRz457iJHqGjmvAr3eNO6ikk56aZcFZhsiI7HufKjr7t92WHvVyflu8/Lqsn4zV6Pc4mwyZ6M2YRgyMzIPaerDRZYVyj9Cg8ULqGqRddac4H3P5xWi154ffeSfO53hr8YsePHieVj28ccfhfAq8wXXjPbt5ua6vi+U9gV0hlfI2XVtNbIaGHWUmWH/bXzk9GXewOZmxJBNGP85RNIqe9RnIj5g8OShkTK0nqEwbrl01jfP606veT1BycSryI+5GlVmZVtgWrygH1eXV/X0KB95WHeB7Xote38/vwOe+b/myvwlrxZec+37psZfcp3s/zClTGtOorZ7dXUVpycnioHT2dV3sl4bC/n4HlhjLJ1yKcvNzU39a3XGlc98Yf7x8Ql89vWVw/39PdfOt8jwpp66ld154VyTn/UXWN//3WsO5z9vapl5ho6tofPAdozPtDcx08zjf319xVzsGNc9bb8Ft/V/y1P3jq0Opm6CSonMrP1efpjMjKDAD1NxCnWtfhddGy79Mt8+ybfDObtmvBpXb9KZ53ceFnmVWagzsVy5X15esulZobNt+Pvb1pX3Yzgezhmvy1/y6kAYN0+Ytu0tN2/+1oX9dX07l5XxMexcZta5XkpTw8yMxLlGBs/E5r+n73uwq2PnOpenfCAI57TzaMs1uDpq2Fz76sA55TffnV/mSZ+ZsepWjMuMgu4XXpkZfGQ5IyP4PPyY4+yqggfTEdEQefp8KA2UD8X4iS9TtzSsyam6uaqP9OfEYuoxmrvY4bx3+201WH4be09ao+JiE3scuaGLx+s4jYnGw4XnYrNMelEXHuyT5TSDBM5qYmdvubzIqYvy/PwMB3kVhhroDsfIGg12CNUIhjxYpRNOUMTjR54VEU6eukZJy+cSp6WMvmdcoNH75JOPq5M2NG2Z7yDFp59+EuZ/jCPXSArTn376ac3X6HfdbOB1ThqmpimcfkqVVR2Yb/9GnLi6MpyQ6X2xJ/Q+YHQ31elJr140aMK4vKxjqDH2najvOXUA8tOR+T5c2YR9WWBaaPyPjo5lExpK+cjfUD73OO27u9u4u3sLbnkX/Ir3ql9Uh62B/8lPPg/hO+OeDZ2G9eLiGeN1HWeMm6dO540OQugMdECbzTbWR2vobtD1x/X3n9WlUC6hrKbF6elJlc+6Cx+dymazqbIfHR3FJY5K/X/MZsW6C0yLJb2EnzKWjqnjpwM3NM/QNpc6nzK2N8+f4wTbOvdfvXLz8qo6HvXc4Fwcc2E8M2N5svqGKcwSRibmqTq2L4YLTKvTezYmzovCJF+xwXTszVd39te8ZYOy9MXQvjjeP/uzPxvKrC6k9RXH7d0d8+iOMbyrmw7bsh15vsJh/+SLL3iX71j+hPH9kvF9FerX9+XLnFKOns3kiPxO14kf4wHGa59x0qU0zPcmCvKXmk7iwTNFz4bV+W8/lr8+Z1+FPJzLyzyUxpP06elpOJefPTsPx9m8zIymlGof1rxeUPe2J5/gMZ6ZxB5/MvzHj8eZxAt4+nxIDTxp+ENqdwjmNCsRF5MR0TT+Gy3KAAAQAElEQVQlunUXp2encYLh1PPthz2Lb4/PHDiLY5BcmBiu0jRRmoa8qA5nxP2LyBKlNBFwrmnCFMlPEREJrQ578gQKCvkNvLIk/KYIfhrD9UUqnvQgKSnQlpKRmcGP8Np+DOqQLk2JUoDxQ70SGW1p6Ar05Mk3eKhhLWK2JjgdcO05HjBVY8UVKFSU8JM4RtlXZVkixIgj3rOZGakjh9JkFGQz37ykyQWWy4cORUIzydE2CBExhHlLaHzBCJ2wzLoLLB+QQVhuvjqoJ8Gm1HbMXyB95ZFoAQV4ohLDo83T6HiUUudCA4+OTZPOwLBtS2hEOzYqq1VXHVvTNFHoTwNt8GiIR4z9FOiLdCmMIno3f3IMadu8zIxM5ZiYfVPY7kQ/xYCxN5QOFocyBCYh3QB/yzTgDe2rW4oqv8xEHuVvajrqQ13GTrqZb9KPWW7HQ1ANSuRgLEcgbR76RRfgRTFjNR1kfBxKu4CuSlj7NJkQNWf+Yd7SB+P2wxLjmbNOTNtH84wvobQiM82uell4LeFCK4FNu+HTIfa8LrLM8Vut14yd49dVx6hzVJeOs6FpaRpuuqwj5Ccy04DRncK1p2Jcf37XZUHv+MUU7aqNjnmiHsNqjsEB5hXWi3qbDjqd44wVLdhPMTJnRuZkJgyAc3miY5YtMK2+Rmip+uiDjMhh+cyVn9RFcRH9I7Kn6LeugfKtc3xi+KCBTK7KndXmsC4aDPN6vYqzZ2dxyukp0f6eRTg7hiFcfIkxK02J0jQY9yZ8XLA9xrTHAbgusuDQWSP1HTmrO7NEgsLCy0jXZ4zSgmCxZWY0XRsFvhMmIUB12DJj0U44p4B/8GRmVD6ERFiWUENHc1GwsE0pXIKlrVAw1njXNOFXUybaG+Hn4rdPC0b4D/Szr1+eYqNiyIZl8H0msHzBhJGJ2upUNzQ7biQsCwxS05QoGCPrLXlZIoTlSz1EJHOCy4wqbEYYzjnTQ1xZzVvCUtso8KQCH/PFQB+ky5IhTRIu+b19A9KM6CoycSwR/eFXdgb0YnzPDcpEedM0jG0bLe9WNebHx0f1pLM4bOfIGuNvWaM8tJWJMPRoYJzGg47sZwOv4Kn56F7+JBEhkWEKx6PHqbzDrH/zrVtg8riO+dI2TUGmLgptm/cYC73tGLdsQqYRhzwwnrQaDXPdMXGcKg5lg3oC5sm7oR1h3PGb4CMsF8aFZQsmdLhAGURmPvT5cVkpzBkgjTBt+aAe0Zd5X4Xl9kkadSEcO0PzM2krAGFPXzzhD+g4M6vD9j8LOmL8HENvyjzh6qyPj4/D9DGvPNbcaDSMv22JKgP1DZmdjDS9TUDGSH+1ATOGGA5zscNpi9KUyDLTIlaIwjox3/iETi2d4LMgMyMz6/x46FPGbDegy8wo6C0z6zxSF1PlE/ODkHyiCmoOdd4lzMCeGTzhg2iA4f4gfJ+YooFpql6V5TBF25TJq7af//mfr9eYz1/cxCkn7w6Hytpg/k91gUwsDg2WWBaq77o1HF55GQoXG028++CgYYKvzbrgSpZI/sXhmabpsEhZ+BgtDc1IGLSX0BSEKIQ69EoLvSFZkSkFyxJDN9LOSB3bykgyWb46Jr90x3s73/3d3W24RryPe65d/b3mOe+u5nk60dAZCvskljyvHBeYr8EQY217jEWmJVS+BUteDRHLMDNjMUCZsxGSl0ZYvtKIODyWCcsMM7PW18lKZz3lWqDcyut183bL64/dnivfXQw47ZLzBkvau7t73iG/rWOg8fYdr9exH/Ma4aOPX4TXyZ961fzdT5kfvCb49OO4vLqIpml4rbKvurMt54VyiZ7xcy4o19LH4DFdy3Emj+WVdoH5Sx+ltU4m43mon5m17eCRzrG643rYUBgXXg9veH+qbObfH14FeGVsude34p7r6i3zYwutdMK48ozMqXAuhU8yxvO0YgqaAZRLEOUzsawmxtc5qNxkBeKCrDAt1In6y8ywD7blWFjH8czMOh7SCmksV9ZZ9k19tWLeUle9Tcx/MTIn7YN93fCqYmAdOLa+BvDXw3xt5JoXvipwvL1+N31ycsrGaBXKoZwTnZnolAjiyrPAdWr7G9aTm9/1ehWXlxf1OwNXV5f1OxXKcscrGGXv+/5Rv+AMX3mVon7gTlp+wnq2mZmQCILDxzJ1It3c9j/PMZr2GEHYTW8OfJ6Cb18D2upvn+sTx1kDTRv+93aBlktbJoz15O/0fsw7w+urq/prMM3hZDJpDFiwE4tqIq5znDgZV+eNgdZguIAWuKjmRlyIgqtT6mZmNV7lEEpDtgHLaawGbDgYdA3CxKWAzrpkKGYklBMVBBVILZ+JpMB5YmgtlxYRY8KAyXOH49pgwHTU9/fbavQ0bELjvcHwaATn9AYHt63vWc0TS/79/abW3eEENRzC/trmAqUyjsqMvoMGnRSSRi0nnpmROYNkNWrymwHlUufQ7zkffUKcmdVxl9KEz4BDXsZit9vVPmjk73DMpjWse673lXmps6MfGtTb2zvanhj347i4uIzZsN/wXvo63Mi9+Oh5/eKeoV/k8j1kKQXH3R/0sav17ZfwVkVZnCvSIaoi1n7bB2XYc8p/DOlNWyaNkJcV5WE4Y9aX5dZxbOyDobjDiT9Obxl787c4Z/Pflc9j6dhvcdq+jzUUO/Qnb9ROk3kAQRg3nOiLcWE6DulDnMFXdhEPdYihiMyMzKxjFzz2wz7bd5Khw8xM+E2VLjPR7Yiu91XX9kGZlXGBdWd5lUtZpjp/3bRtmPeOx9HRcf3b6TfX8xctr1jnwi/r6bB14PPaP+Z0vmJz1Nb2J4SCa5Vn1kfNsBFO2CO3N32da7bvTYzfT7m+vuJd9Xl13BM2Q5mV1X7aXzhQv/6sbWRmTVgmnx3zUtqayY+5eDrIMFV9zHTzPO+Z+5D9t33sSgz/bVRP5X8oDeBS/lD1nyr/ARqYpilzSl9CuiZSw9hwgmqaUhdSjwPdYbw0CMsCysxa1pQmuraLFdDIuBqkl9ZwxHnaNG2EjnPEeYolPXCFJ+Y8nO3kQpyq4/a9q4Z2XxduHxTVNjNTlix2WiMzM2v+nPnoZ0bwqfUgrh8T1CKgHepWmdgUuPGoMuAHyYY2oQmu5JRljKEfaxy7U/OnyfIJoxGkpzA/yHuMDPQHPNEm6n2MME1ZpTGeSrogeDKS/FJKFHRcamjejIg5ND94qux0zHRFYz3azxkB/UR51TsRPiGSnZDj1tCGZT1jrbMyNF0ob5gLwWMbw2FzJo2QbqCOGwHLIItSSnS8/15QmhL1ObQf9DUza5Y/bOcdRuQSEFNoPgFV8j0U2sjM6pD8ct7msNlSBusoq7ItMO1YDxh1T5xMQ8Zuqpj5M/0Z+4FxnsstG+uYR9i2fcgI4iIJ86vj5/iTH+C9cumyRCa5X0E8ejIzln5lLvNrRB+zLiyrY9U0lZf9FHF4jC/IzNnZMn7m2X91M2OMppRYdTjktq1tStMzjq5zx9X1Ky2Nx+NHOrHkZWbkkmBCjVyPL20Zl6e8hHFJnRdLP+xTZkaDHKvV6rBRYSymYGzGukFxbk0ssAn+4UPZEq1JEra54IHOwn8RPNF+6xoo3zrHJ4YPGuAkxGF2Yvm4BlmGycOCd1FFZriAl4Xn4oCC7KxomhI6bhdjx+JzoS+0A4Zg0kJGkI0hdPHhyF1YQl49jrvHGRg3D9JKO3Cdp+Pebfcs3p6d/FDzaTQig0fDBl9jyJhZM009IGdC0qx0fi6fJJKUJaElrHt4w4tEZonE0IaY5jawRegA+avsAWFCkzUM6kzjTLfwCUofI+Up4JkPoH7MyJzDODzyyczIFMhTw6T0HTKTcstKzR+rbBN57/LTNitdQvPuo54FHYhEngZHUDDkwTMyXo6fY06yfjLt34QOBsahr85S4744S1+RaJRHFUUNeclT4yxM0xAltEjnkoR5mTNfC5TnqzA/E+oDrCO/Ote6LmxDOfy1JU+Txhe5F172x7i8aJo+jDGhK9PB+IpEB4mulvKRcutMOHLzkCAqDT8DmA7qGH+AvCiT30Oe6Z8CpYf+xKPH9kzaJ5GZJsP8BZlZ+6weRPBYRlA/xhdkZkiTtM/6Dvs80SHjI2OcjHfTNpUmeNSb464OH4+rtBNKmIJ/hIzg/KlxKi6fiUjNm+msY135uhmQt3GoHvpgfKFpmsKJfH3ACrmyOm7nlRgZE+mFTdWQ9mxHjPTJUFj2hD8aGih/NMT44y8Fyy4HTiX+AZbRxcLiGIELggAzUCJTZFVGIa4xFRrUzHnBjYeFtNStafnN1UJ+5rmg54WJlYRjoX5EUh7VyFrWI4+O3PYti2okp1h4z+kD44jIzFCuTPJEvHtKaUJZ284QNO1sSOhHQ7zrVrzTW4d071BgkMiUM294NE0XDfSZJTLnsoiMABPyTYTGRU2bN2HzKjJQDyARwvyJ/g7kjbQz52VmZM5QXwsyM5qDs83MSq8uRe9maZpqveD56ToN9LTHWEzIBAnpKSIDnqXqxnEsGHb5aWzdQO13fbiJ8vWC18sad78X4OsCQ8cnZBJR+7DnGn7P9bf1yXoYj8yMzDSrIvNdvGZERh50mml8hvIIvzjlla6/47/ihOZp2z+d6q8vGVdmx9c+WL5erxnPVZhWZ+/Q0dcZpTQ07TjOmOdOE+Y3Vc9tZM40DtcUCf3yIV71SFjzCQ/paQp0O2OhXsbDcMlTZvVkXkHvtmkfMrPq0nxpH9OZlk5kJu1M70HaCUftF8Rcz4rm3G6aElkCvvMmzD+qo2MVjqljK9wILVfannhHNteTHYJRZkZmKkJts0b4kZlRkL+tGwLn2fSw0XMuKNMCNwhuuBbI+vz8vL6W8R2747zQGs5tx6G9qbZvW5nv5DDtOBvG//CfPxY9YKr9sejHH/1OTC6OkYU9O9JMFgarik8k/wKYFTx1MWXUxdpg4ERmVgdkGayClcbnYFSwepkZyeKOzBgxLDqa4eBsIuayzIwgLo/lCnusjibgl3AhgPlE/QkPCPc5g2I/mdQHmQmXmsMP4qbTaNZ8kiT40LkR8KEvTWSWqO2hglLmdDwY46RCicSQJ3QiotS8iIxYUOmD55BX5Z3FtB0K0MucnuP0otLww4wK6840E5UeoxYffhT02fKqwtAs6ZRfGDcvkKvQl4ZxMg47cuSPPk3QbNIfy1tuTjLnfHmM6FjHrHPZ4Yx3vLrQEHvS1pnr2GURPJmJ7sZ6SyJ9bZ/CzIzMGZERmQmC5//P3pswxpEb2bpxgKoiKYoiJbV6sT3v3v//0+4bX3e3uNSWiXe+QKJYkuWx3dOcmTfDVJ3CFggEAoiITCRJeWB/j4+rs16Sq+R8hwuZJxgTtN+8eZMBGTlw/gQbggGyQgskRbFuJFnX5+OYZxgqUUqNcL55f4UvmT6iuKZkG+2SaHlGru1Xde5hAn9GvbN/45M6OWujjNyko5q8JMtQfIOxSoQvdAqts9lWvZ4SFwCEYgAAEABJREFUY7JP2EPPmD2n5rWbDVm+WpmTc6J35DrBDxsE6BLs/VoMXZLyZ12hgQe9SlFIHZSRE5APRUiMUaOUYp0/jzF4QAsYD/6Ascwyn7ZZW35mYuX9zJjQgvBFSl14KeEvKSS5hU9zPqJaH8UyUvO3ITeB4vT185IaeNXwS2r3nLd9HEZRfde8sgMHGENVsWEoZFr7YRtlS8PHmFyVH8md3YhxjfrmlpHvfFcB7zAtwfJop8KfTcUXqihqqVGAasipVMKZaGLkjtYYJ6LZMcEjg3tjpMgrxxtl95MU/kTzPxzIAcdk8ISx3W1ju9vFzu9Is7zdBU+Rjw9Prt97kHDfknB3z9lcPG6O7cCeYwX8TRNAES6DNuS0aG2poz5cD6RO21r4UshzBWE+Ecsc3UY7sKpy/KPfw+4zeB59k9T8NLmJ29vbePPmOlarTTTzJ5gel5OKye/wm/mUUgIsw4ak4GIOMzdBCRNSGQrpGcVrI/X5uTZqcTDJEweZWgFfAK9mPuwB0DwwGHlJwb9YLtqCnxwMxp0t++w5DkynPHSAboxT7aAJ4peXl3F19SYuL/sPUU1+xcI68rRIMCdPYKBMnsCEbgD6mb2WuScOR4/VQvIcE5Yy05L1M8r34L1dzn1Np1DSk+qrdtbS+8a6cMMXH0nBfCR5nDmQFTmBJK/pmxOgO/omlzmQhi+JsZzx51w/UufHkJKs3ea9Mlu/zZQRkgIdyusayyUpGGMAzvAEEQoJeN7uIynOr6TprE0Xhhaw56rzNSIsh/cm6cqB+dJrN05EpGL5pnwNs7UNTn6FljyDS/5qKfuoQ3Yg9TbWZ/ZajnZ3+Duf8nfaX5t/Dw28avn30OLf5cFvOWMIivynCEmR/5wWQ1IEbgCP4JyzfJ+A4QycKp2RFFKHM+7WYjaPTgtHE4X8JX8bC62Kl95GLaMFhm+SZnpAlnThE24PXwTVzteNLpcifxsu4vBwjjhyHPvT45MDNdg6NVwmaHNUuLMDwRkoSsjjh+GhLHcf35OICPV/krPAtL1m+f5G2Xw0YN7uGHIZh0kqLfMMLoWkKKVmijw4bm4udrt9OrvN5iLu7t7H27c3+dQSvva+MWGu0KMLV/kDL8sjQL7DDXaKEbOD00D0yeWYUqeTZNKvEaaJQMeSol9yuSQk6piPlW+ezYB3Vkdk38iLdrdYwcg7gDwjP1LqJMXKN5b87vE4OicI4PBZV47NWUPypB38qp9v0nyjhn6m5fh3tsMHEYp+TN5llkjDemkJ2iVZ5q4/yrGsX88rIsB5O+Xw1VNJIcnl/lHptJJyLcfeZH9K8pq+TbzxCUMxLWs6gD6kzos8HCVlQC655yPCzZm3emev77ANeNXisSHwmmSbdU89CF/u4m8+CrMNvkhdCi7ypF+ieS91RJhSJSJTRfEeLoypEqTVN1+kEvtjzvmztwE3YLFcbl5ykbzDFaV2HpKWNqRt2T50sTR8Ixl9vtH0WvW7aoDV/10ZvjL7UgOS2Pm2jGg24jbNUxoSBmR7NrFsL4rwp38pJC+L4b7BdW4wo4560MsKgrX5B4BebpS/GGO2A538dEja2xRFqyilRoTHsoTU+7khuHEXTsAIuc2QZPnPxvCTnzuG3EZKX5wCThFH/vn+Ph4ewMPyJyEf83eY+X3X+/uH6Hf+jBZRPE469RCsAl7hvFRDKiHJID3HaBt1NZIPvDynssyt1ud6STEuSUEbAYp3d+RnO9+tTwc4Hn54eMh3iAQsfo2HI0beDYYvAhMOHvouqyuXjyTLwZighNTHhJY+YPKTayyX1NvP+UA7Al8n6zTkecfJ09TG76CRWUsQof/sfWX36jFjgZwqvr6g/RrQMOaYG+3M+Sf+NOnHj34yvfIR/SHQDWs40vP8vdf80TdnW9+UMU94SiVKqQuKq5TrO3s/si8jFNJvRXFfYC7mUbz21esdy1WWOupnry178/Hx0fvywf0UzI93v2/fvvXJyjrtBrkB81/YJK0kz6HkDQ17plZ5/xRjFVz04XSKvOT5WJb84zO2E+yd8WkD5OEvlSjFtNDTsNigDS0/eA25XuLbGSvsua9CkivDPErKzz5GtvCFPKzl1vuZm1Bsk/Vtlgfmkk79TZ4fibrIekkxLol8i7lNuXajvqe0gV56/f6P00D5jxvqf95Ihb/fyXFlC/4FhodRjePEZmOUZGMp4W/blK031ZSlk6FAR7UkkgS5LJIx+8lHYPBmDEmx3mxitV5HLSXpqe9gDIUkj+ePZZj8hHT08S+/h+pihIo/BmlAZwRXTsOdyINej3z06zCNHTM3EqPe4nnuLSH1PgSwiTHtVJGLMuMjC+WRh+YEy0n7tzEvN0T9xih5nHhPGYiPPg4dfWnv8rXUM2VAO6mkwBESsEeghH44QWgoA/L0gz8/cHRc1oKUgIqmCCrdudaQug7oR3/aJZ3qv1WGDv2ifPoxlky42axjtV7Fyq9gzMI69g2RCTs9a20ifySonTn7QENRUo4tiWLqA1m5SSAtpZpvS/32PgRgS+JxZtZ6weSbkmdM7jOz9Mlv9lp0HfW1GHrs9NSd47is16ijPPJTyvHM67mcdd4j6GaAOoDcA7XWPEFhXZlf+IKGPqTICi3pOWgD53Ry8IUHe6XWusx16nN3oIQPkJQ69lD5cTFcE5KynIpyzir1d0Sv7d/BxVK6MXm51VnrYTamHDNJqHRGUkglWDeJtWpJh9yz18okZx9oI0xmPhGz9cccgTy38/1VXI5vXnItcPL6+Q/RQPkPGeV/9CDcO0faJQHokO9QD+mYsDNJNpqOJKLSxoWBgtkOj1TWYYEWA3Y7d/Ty6vFA3+wgcITcZWNwpZa4vLo0eD+5Tv7Uz+4HexAhO5dmOabgB6N2PgI+ZCBtITMupUYpJSRGbsEMJDsDl/1x2TWdUUhy4FjlDzVd+p3old+NXjm99Ls2Ah8p4FiSpxyeZJEHmTnCBOSRf2CUaTvHaP86HTSjfpRJefIYoAzO6Rhrtp4l5dPLcOjMn3qAvDi+AcqpBH9RB8/xVLd98tHx1njiyf2QukEPPOWR1todPP1mr4mkYCzqSQckdN/1zI0QNwVbP9GOcZo3zJvrq3wihi/9kAvMnk87Wx9JuU6SYlySTnUEHtYIGeiLbENH5Km/9JryP0qxhjypXl9fe+w3fhd+GZde6/Vmk/OgPzql3+SbJfign4FtPgnugnroRv0/k3YeW/PY5ftr+mbdwhsdUQbIQ3BFRvYg6yvJgaplQENfALpzUDfkgw+AL2A82tALuoAv+xqd85R79M0beXTNukhK3ZA/2XF8dXm9sg/m9lVTFl3fvYnYFHkKwljIMnQJ3Xp94TV541cBN3mDwpjMBTpSaHIcZyzWaQ80+5H9YR/7wy6O097yKq7eXHqNr8zvKlZ+EHCX189/AQ2U/wIy/PcWgR+08gybjZKfJMV4AIaGEQ1HMTloHg6HILCnw/OdL23uejIshSimw8nM8jXb4LKv+zPOarWOax8B4mQvrjC4VdAVRx95dacFf8ZCFmRCvslPTfAIOoT9g4PD7ODirA25GDVUKkUH/tmt4XKJzcWFHcVbH0He5l+O4oe67m5v/Y7YeH+XKe9M+d+z3r69DmTGEXIs/fDIkXpHln1Ufe+jdtDL9z7iNEz3Rdl0D6Z7xkNwZAt63XOZY9JzcMzL/xDFse+D+bAWOF5kBASl6gCLXtAP+kUvkkL6EtTTDn/G7nLf+/XA56Dvyu+Mce7wxcFLCvTO/AnG8xJk4RN/6/L+OXqPEDQYB5kl5Q/PoWuCaa0lgxiyAOYETwBb6Uu5qTsHdAPIjXzwqNYD/HltwBzu7u68nuB9/rehHz58zDW/8Z4jKDIf5DsHekFuMOrJD4y6fzSl38PDY76KIQ9/QB7AhzIp8qB39PThw4dARvQzwByZtyTv75IIX/SDBj3AB37sG1J+hmO33yUveN7evnOAe5O2+eQbN/rNthtp6NwM/ZF62dkQXxEh5yR/LwhbFfI023UYzXy8/Ent2B2zX4vA2yd6wU3A7P3DeMg5m5Z9PPYbN9HFN+DzQpM8k1P/og1Qgu9+v/Ue2gb8SlHOCV4AvUEXljder/9UDbwG7hdUv/w47HfG2JptscnGoKftk9/xYhy7NI6jn0hcH9zpbv00xR00TpPf9z53KOYVoNmCG8bsdIjenIcHQcAD2ZmsA0cLcFjrzSZUSvaXNLoF79/os/cpAOMenCLPvARv+DY7AoJs80RqWQVOvJZqHkoHwuTkMk98t7d3QWDuf8rzu8zzpzs/ffoY/BnP73/4FD/88INle2d/NAUOjsAJPt//Gr9+/jWDHf+l5S+//Byff6UMPgftOM3PSUNdx6+fP2c/eHT84vLP8Yv79vKvQfrZdDhfgOPlv1b885//nP/1Iu04NnTF77ryZylvfdNRHbCenp4s51OuFfogCOPoJKUuyFOP/uENL8Yi/eWXX+wEd/kUz1rwJy+5IZAUe59wQM+NAeuM3kmRA4x8+JKUawcNfZCfFPkIGj2Y3kYpNceDJ/JADx/kM5u/+aEdWvqRUka+rZ9ekQWHzTjohrVljSkzH9aTenDngE7QYMwx/59//jn/O0t0gV6QG/nJk/5W0P/BN2339/3mjPHAg2/C7v2+nTw0gPlw2oHMrC1P3syN+TJP5igp15P1rV73UkrQDz2yB+ALTwBPbjb5IctL37D+4H0Nb9aYPtxQ7G1LzXZakm+JcDDOUzKX/ell15VQQFNKX2OFKW1UyNRsh90WfYPcXJltzXvxmCcFnCKsNxv3L3kjyA0Luu+2eJv2x54ec6ENvmZz+kgKqYP2bfqg7pvox35lXtgDa3vqGHIWOHn9/IdroPyHj/g/asBv/FF+2x8GMuVRmh/Hhz5cT7bZQAekZ8OgbhidVNJYpd5OG1l3dTDtRl5qicp7TzuEfmfOUtsZeRBJUQplnERzAJ9P/VxjdxJOukCSklZSOjLGCl+Sen24Pjo5T/SSsr7Wmo6w1J5SLpal2ZnhwJBtvVnF5mIdFxvjYhMXxsblNfXG2vUbOybqMnWZunPwDi7hfkl3sYlBS7r28R4g/zWoH1j5qbjLWIILXYPJJx+UaZM8Vyu5LcCpA+gkZYC+sCMf4/T8OvVQawneQ6OD8AUP+s3cGPlpKKzH8DU7f/STNXzB0Td2A9ayx7DOrAfmXIrX07K4W0hdbuQd6PXPe4QxAWMA8tAMSM+0tDMuvMhLynkwpqSQOih30F5yjugS+bpuh7ybXN8Lrw/o7SvTr76YE/X/Fs55kh+6Jj9AHcH5wmsBkCd8Ve/FkR+6ZW7oQerzIc+8gaSUjz4A/vAG5HM9a4nidZD63oDf7D3TMZ/0NHudJq/lZLuH99FrPHvt3c321jIQT/Tz+tdarKuLvo+9f1d1lbpPGZZ9Kin7cIN/NF8CfIRCekaxXOGLcTy8c0PGybY8u/zluMxdcrUlmuO2D9IAABAASURBVP1UT5kSfKp1J7m/KzqvCI8UkuLswmk0dmJ15Y3x+nkZDaDjl+H8yjU1IKLUksMAAAYx20CplpSGT30pNfPhS1LUUkIR0UwLPf1cTJriNkAZSKY1MUZ8tHPAUcwOkjMGaIJi3tA0PzmTVhsiAb2lqTnkknpM2kx++sjBdgWtUxzL5KcA5JAU1Q5FUgZ9jtnHE8xwikc7Iv6CVC8f/JS5i4fHez8x7O2Y1nF9/cZH6zfxzseMPBE948ZP5W/j3bt/FObx7hzv3Pdd3Lwzbm7M69sY43EMiIOXZBn3eSKy9dMmcocvHCbOuljn6IC1IGW+0JGH5trvfOHJEwopTyk88dSqaF6LiXXxWpplSAr4hS/WQJLrStelX3nwxJanIM4jx95P6CZNnSEvYxWvCU+DtLHuyAUNKZCUY0gKruaBqAfkB2hDltwTpVC0vC1lge8Yn3HIA/LP2PlJf+tAcvR48vvujfXPery17jtub1kD8jdL243ncu3XK7yLfXuiu7npeebIK5WvcXNznbSjvtPDuwO93HjNefoH5AmyzAMw54l9SbDzWlDOCfuLPLphXYGkDJ48wcIXmeAHWNfzPYMu0Av9zSoavA25ANoy5sHH6wevJXYx2zYl9kazTRzzqRnZsCvGvHpzFZdXl5ZhnTcQ7MEB1mtvPuy/fT7dh2+A1tZ/TT7IAuA35w1CybbZMnU9zLm+0OzNBzqLGn0P1Oi6mJIX9PSjzg2QJSx67lmJGWbV8lWixmrJvyYvoYHyEkxfeS4amEh9Z2vbdPiNNjd/XLYDjZANqSQkL0Nu/u4su5GYLiIkBUYqmUn2S04RirygBRSkTjP5bh7Hczjs0zjnDBqdXzfMEpIi6+08ODIH8LGEHqD5ntuR3B9nonnchAu0zGfl2bzph+Fj4IzJD7oxPk6F47sHH2k++v00QYaj+eKAg2O6sZO+ddB+//7W70jv/L70fXz33Yc84hvHse8/vHfbM/gfkTiW7HiffajjuPj9+zvTdlDH/8LU6T64/pnH+/fvcwyOesGdj3hxxARf5gDQ50DO3XMeZebK/JgbYP44cfieHyUzhxsHkfWaP97SHNx2iXNHOXhKfUH3dsLPenvIY36OZx98BMy46A2dffz4Id8/ItvkGwL0PnstJeXaShqsA/mgYx+dr7+kv6KlE3TnoA6dMOcBZNzb4R+WGwvqJwcndEiQQxfoHv1+/PjxTP93XrMPqf9Pn77zevNK5UPWQT/w0fMb+W+lH82TesYBnz59Sl7kWU9AHhrWFh2w/9Alc9n4JAdZxzwl5T5nPug6j8MXndMfXozJOLweIP3gd/vr1Trfs8Mbndh4YrVeWa8l+TEuejlik74ZZPzP95+DV2PTuAkOpY0ji8Vw8CwOwqu4urz0jc11h28Kr67e+Ib3wu01uFjTc9g8ozlIw7ePefTN1HRaf/rAH5BHVlJJJAlJlgWU7McaD3CKEF9c7udPjuv6lMVpaG7p+sj/O/Ha/dsaKN+ufq39PTQgv+MOYGaOga0b8RzNQUDe8BhqKdXH3jUUJes7DcbmEJl0SkOV3CFsaq4zoXP9Ay/6uKVX+PtoR77zu/R0pr7Dph1DlmSHsI5Si6ncAyP3kweBnvbZjgRaeHZj7DLwO6pZ716eh4dvQcDOYG95oIcGHnsHHsbFiT09Psa9g/a9HRWO8Onp0XfwB8+nZNAhqN3d3cZwsh/trL/77mN8skP/lI744+LQP6ajp/2jHfY5PnwYTv+9aQdG3Yel30e3fUjggOlDQGEMQJmnKRz5EX04AEkKSTlX5pfz91ytAs/hmE/lOHhAG4EbPrxDhTcykr57d2tn2wM3OhlgHHh9DQIHNwOAd7W8GwboD/1yBHzr9+/ITYBENuoPy00a/KQuO3na50Vu5gdqrTk3qdOVUrLMPCR5feoJow15x7oyB/KAX23cO4CTpz/8kQs9M3/kJEU31AHy1KErMGio+2cBLwAfAip6v/ONGDoipUzgRUfo9Ge/c2cu3AARvIcuwhe6oo01JcCid+bGfBgDORmD32/nnf4n71Oe5uELtrY5s8kn5OpTFvKzb6Ym2yNAb4z/6y+/BnwJhIwpKdBbrSWKb2pJKV/6aZt9efP2Jk8Zrn1CdeFgXkr3FfAfgA9gDbDno28Ujt7LR6eT9zP1tEf0NScPiseDX/iSepsky9HHQE7WFhzNR4ImQpK/Iq+WzsLf7DPDLsftE64i21+/fn8NlN+f5SvHLzTQH3TD2zyURuKcCAgRaUze5d7ygfFsNheBQ8HRXPhd4KrUKKZ19HBa0plKcr+Wd9LDIF3l4HARV2/eJHAmGNnBT0OTnQbjhI1r9n0wZeoxRMbd+Mnj2nfz7/xkeGVHsfIThCQPabvrn0B4lZIyIqeKQuooTkstUUsJaNwQ44Ju7XdyyFNol6WwYTc/pQPkGvLsfYSITLvd1k+lAzsfIe6NnR0d2Dvdu9yBUzk4YNGX/Eh7HTSHDLLHdGDHU/5gvYBRP9khDYw6Umh2u53leQbjNM+BObFOOFZ0yJzpAz0OGlmm1P10Gpd2+qKLlfVSDcqMQx9A29XVVd7YsC7w5wYHXPidLfToDTTr0Rr1fpgTzXIhB2lzW3MZeDFzvwzZGOc8//T0lDcizI16yqSUAfIxniQv7zMY6zwwMV/APCfrlNMV+nYe+1w79AJ2XmfGIdiR332lZ8rQnYO6Z2xP6wJ/6knH2IwPkBs5a60BJOV6oINzIAv90Rfrir7RPzqnH3wYgz7Q9fwu9SopsAOpBzvGPTpgHr3vmD/l8MU+gS9ruuapvGBnOIjZ/SMU4aWyVeITDMrsB7OnJZrrQHhdI6mh6JDg1XIfICs34dNyI06ZeQ1QBpTdLZ6hvIFAzjHv5n00LzcfjfE9tj9dhHi+2pKFHkkofubrvxX+60ym/NcR5b+/JMWGXUq1oWBs3ch4Um22hOLAhrEMp315cRm8W67uw+9uFltXtfNBSxgdd+s4BGCGwZ349dvreOO78vWGvwQ1Be+dcR6zDc/HVza2Oab5mIEPxwOvjW8WcCQ8oRD41+u12WF6zaEec2xZVlGUWqJYTuYhMYcIuZxy1hq1lKRt4UsybfXTxyax4gflXGfXdHIukwNbd4Lb/MntJz+R8+QyMJw6zhLs7Oyp63mC6TYDzlMGnh58aAO7s0DAGAPn9eRHPQ4WoK/JQQfQBi8A7QDrhZ7Q2zu/R9/45id80f7kOTw9PVgufhJ97yBxMI7p4OFNX9YRoDfKjDvGIKATMOCNk2ddeHIkZW9ADx/APkCfzc4VeZv3kcXwx2vnfHM9gIY9sLP+nqyrhI9tGTPzriM/5vt1HfI185OU6yvJa1uCi3GPDlKk4Ohg1QP2fgmsW6db6wM8Lev8lMfLj359wtMt6/2Uent0+zmeXO74axrWG8B37J+nvDlAXoAspMiOXtE5+xc5nzxnwLw7796XOaF/TgbQPyccow90X4MxaC+12wZjwf/ovc3YtFOWlDfXrOO7dzdpE8V1zWvE+hQxcl831pU+VrkrbYtYooNmr59tx2lh2RahkEpEKLiaO3W6KXjyhg9lwDjN45FvpgP0sRhOWhQLwb6+8A0iew2dQQsPMLuvCf1h/JYjyt/AlflxbVLNy0ljVr5+/e4aYMV/d6avDLsGvnzPY/NQeJtHXrOPqQ+HKQ4+WuYHVdwaOAmcBk6bXzMppS/PMLDs6K9m08Ah4BiaDRCHxLEafXlawPBKqaa00Xuc5lyoPw3QDweNE7cHsANZZ7DHSb3xkx5BCCcUUij6xRgzjiMD2vEUiKijzSKYVXNABrPTOcs4CowdGjiR4gCQG6cJdkuARaYB2pGTdNSRDlpSHC4poG3gkE/gBA0c+rnTf8pgwZgDOGHy8GI8ZMRZSco5whsaggvH1hyfAsaqtfr48ibf3eLkJMXBT/Lb7S77Mk/oBt/itYQ3jhFIfQxotg6ijMFYyAA/bggIHoDATcr+QOfQIw/yoVN4w5Obo1pLSH3lJGW+eGzo+DvsjMOcn/wag5QxqQPwZH4cEZMfbdAxD3gASQFPIPX8yic11ToJX8wd2QB9SZknPGgjBdQB9PbbwVrvMsAjL+OhH9IxJ8a3WIF8K59yMDavHmgfYL7kkQf7Qf8AnUMPT9oGsNnjdIhQ5Osn+NZarBdRFY61aQfINMZCdwTu9+8/+L312wzkkpKWNrlndVnRr2Y7b9icb4yQgTFn3xA0G5zJomNQkxZ3JHXy1UeS6WX5aj5VS/YN5oNu0BUpfNl7+ALmTr56TalnfWY/wcfZhV9pnigY1eYqpKij4jV9EQ2g4xdh/Mq0a6B5J/ecv1vw8OygFjbqCH6VY+/AfTjwa2Ny4L4IAu+1j7z5gyaS3OnLD0Y0OxgfbcxpTA6oxY6ZJ3QMDUczgi+9oYcDT8bNGRwnT+J7v5ekDYdz5SPyaz+p05cAAD/62tLdIyyvTdNOhKc2+k9+gp9sxLMNHx4QkZ9N09ummN2WsHyzIcnsFOSPfirDUQwwD7C3LvaWizw0pAPUD3pSymC0j3RvHuT35rPzEybA6Q7slhuFUSaFlvGYC3NnPpSp35kHNDzp44QBbTg0dIaDw9FLPXAffONw9NocPUf6k8IXnvQB6Jy6gwM92FkmxiBlfNaBmzecPPwBzpRx0B98kQN6ypLSGdOXceA9QFlSruHeryMYB8BjgDLOG8CXAEYe/gPMI9fcawlvqa/n4M+cSqkUgz0C79GXPPOkHnlJj4uOjtYTbSMl/y3Q/i1gO9AzB8BYjEueOTAfysiMcMW2Ah/aoKGNdIA29Iy+WQPyyAtfxgHk+eEyThZsHXlDAF+rhCEcyjJJPcAXfZIiAzxvb9/lT9RjpxFem+zRnKOkCOegbbbzGWTwPgZP0LP15sWMfkEbIekLxN+8ZFmLUQN5GYO5IBt6YC7sPfb1tV+fkR906GX22kdeyu+Uo/VsfjfEKM6CiBvnXj8vo4Gu4Zfh/T+eq07HRQ58Nk6czG6795OZjdB3zkcM0sAoJpfDRtoju03IRkI9xoXxYCrNdRgLeYxoAJrZQZPyZH4cv6fypZCPvyRFqR21FltXxOx/Rx+b44Aw3oMDzmQZmt+Dh2UN5XcEfUuNAipGbzjP0x3vrznuLXaGyDUtThh+/FUpnAEOktSMHFzWfsq49BPKxvmVHcjK6TpKhX8JLuYwWw8gwkIk4ovL9wRBO/PuGM3QW24TIBPBpFbLaxTroaKDTIvHrZaD8UvQ1qw/HPFu9+Qn5n142pZ1k0/VHG3iyPsP0t365urKshfTHfMYGL151OTJmPRl7QgaPMmRDuDEqQPUNct65ZOO8VTNjRN1s9f64MCO7rZ+IgeT17bW6nHQXc3xx9MceoYfID9AP3jA78KvX/g1qjEfbgjA7e1tDPBDWPyAGD/UxVM+7ciHTPB6fHyKh/yLZRxT77yXD4FcA7PXzlOy/rSAde358EUVibBNAAAQAElEQVRbBGV/oyjnqev9mrfRP4POo5TitVwnyANJXtfidareK3M+kQ/dhy/Wk7kxb+YJqCNQz9Y9OmMfs44mT16sLXnqaQfw5ISCk4qxptSzl6Al+MGXgE2gpm3rU5mWemoxe015kmVMdCxZN96jzOFrSIoAfhqIRPhy4EeBzvGRlLKe+qq4i/sFV/OemYxj0M5eYz9JvR0ZJp8iMD9uVHe+aaXc9/YqSi1RrGsJekBL4wvmz+MUiiu+XvFCGkgVvxDv38b2v1WvKTArb3HbZLOTO8Z+t0/DwdFhsKSAfBqznUYzZhs09e6YxpJqsYGal3naVhxoMDTam50A/aHH0dAXIi2rS1rSGShIaWvR7HCPfg/OjcTBsh3i6MA9eHqEyMtGSh8glZBBvpSaTrGUEpLSOR4cuNPolyfIJwccAgi/j4yctdZ0rjiMUmr2r66rpZpHMWTHnaN+9SWXz+GiP1ZH0kujLZJH+JIUpZQF5AFlUnnssqCaRpZ/sg726eCZA/O/uNicfueYYEfgfv/+zk9Lbxw8CZwHv7sl0PvI1PqstSQv5gqPRx9H49hJByjj4EnRjSTfCLzJwPn+/fu48PtF+rOW54F7Z51SV9HXAtYaPoP3SOG7te4H6Mu6XvlkhSDSA9Y7z+1djstNAxhBjMBNAEce6Ak+s/fY1gHn0YH7/v4hgzdH78h49FMgsiE3iLzktSgGqVwz4Gx+vizTb6znP5625F+8zkMv5CV5HViL4jXugftxWYv7+/tsQwdgzJm5Ur7yTRSysH7g6D1NWVKOxTy31u3QMfrPoL38ZT7GoZ2bdEn5w6bwRY8EbvS1c0DERpvtHMxOQfMeCl8C7ivJshoqUZyX3NLYmcZZGr7OZZSUskpfpuiVcQB6Qmek7m47araB2T6BwH7IG9JD3sxPNAd0QFKEPzGulIMvgzq3FdLK1yteSgOp45di/j+dr/zEbcw2mIZNzvPUCG44g8lHzWKT2+lISsPhCPvgpywADQbW3Bk9SgpJZBOSsiwtfd1vZ+eezsZBn2709ZjmPZvW3VxJ2WbvsiL8ab4BOPouO8d04OaoG2HTDJfHf+RA3snt9M8Jwcs2ffRY9CU4b+3Ynx638egnsof7x7j/fB/3zuPkkA26r+cVviSdHAPOhCebHtz79sRhjHrayFMHRp4UjLpm+SbLRkodkBSSgot6UkAe2q0d8r0dO/IyZwIWT54jiJH/9OlTBjycMHOBlhR6UvQPHxz4w8NDvlcnDyiDMQb6QC6CBYGT4MGYyDT4kEJHCn/kpJ25MiZ6RQb4Pjqokmf8AcqPDlr04/iTMRiLgDUwygQY6igTaJALrNcb39QcHayf58OTPvPg6ftgBy8pdSt9mSInc5T6PkXXA8xDEsk3+0r6u/XwQg+APIAhYzI2oA19oAtS2s7nynzRC+tMvSQHrl3iYLuiP/pjDdAlgXrMnzI8x00qZUA/xkGP8AW8BoMPfyqVdWM9vU0R1zZqq3Rhtj0y3jPSEk3z1/prvplqpm/uZ4LTR1Lak9T1F2cX+sCGJGWgRgbAePABkEvPfWlLGvusbEcko/mp34kFz49dXMN1+CwPDrz+I33FS2ige8aX4Pzfg+e/bxbeu2Nvm1GbbWhzvh+ebKhzGhdGBEIRk59cMHhwdB4jOYd5nD7DAEnpe/STQe93DJyDB/CnBYF49h19s4F3pzCFJD/5rvw0UiyDorn9mEF5jhnbM5a38dGcpw4es+WnjBCudlv4qK8FY0826oR5kVJ39Bzmpf64yMeTCEDGjtnyzjG73+ANf0AdNNRLxfLWBA5xQFKQp32kkudkAekbviQlDe3hC35OLH8LyYp3AVr0h3MfThXdEuxwuATU6+s3px8qom32WuLMp9Td5OB2WH6qee85Tac5MR5gPuiBPuQ9bM5ns9n4SfsyGKPWVcq197t65CBFLrD3e3vSabkhoT+AF3XIwzgD1APaoIM/cyEYA8qkgDwYeWTi5qlj5e4t5wM/AE/mcvQas97Uzd4fs9eRtue6vrbUg972rBszXtaAdfjn4WWGRYJ5k5EUWm6Ipb4X0NuApNQ1c/0anHjAY9CSIvPxtH8Py36fvlrjs3l6feBRV6scB52jW+wcHcALkJcsayLCkS+BvTFmxzH13rLRNP4wzy/hytOn86MoKYIPafSrFKUtMDb84YNdAMnEYRGsVOqdDanXJb33O3362loi0yFWg5C8U+dbWOUxufD6eTENlBfj/Mo45CfuRQ2N1GXqbBlZCpzjcByb9SZmB1cMGjTnMTIoMRYMZ8AmY0d/kUGE/vQddJMd52wH2mxIYHYZfv2I/pBjrNerPO4dDqXYwaSAZoKMFtK5RUws0yXqO0oa/jB0KUyuvBHIv/R0/TafSHnS4E+O8jRDvpSVHd7ko+Wdj6O3xs5Po1s/xT0ueMrylqf2p63zo7x3QDwG82i+C5JKSDXklDKwBBFhQRKWu43ZRF7ocUBS+OP6MxqF62SQhseaTgH44KdJfqiLgM6T1MPDvZ/Etp7LIQMsfNEzOt76iR36Umoef/MUB9DBAE90vO+8vr72GlxHdaA+HCbro7873jtgT1NL3rPXcfJNAbwBgZynXIAsklLX8Oy4/aKM3sdYIyBNDioHP0Uyzt43AvBEbvLUjzIp5dn7p5SS8+FpnCdHTh5ImRP8mcN+f/QcWM8+D2Tkafzhoa8jx+pPT7tc/93uYP0ercPJwW+OiBKM8VtQa+9rJvkpllVSKEth/pPXkzF6haQsM7+Bsbak1KEjqFlX8uhn1K/X69PrBXQw1hfd9DV4l39ql/XdmJZ1Y614Qoc/fKtfdSAn6dq22H9OpIYcVCVFy3WfrKN9bG0LuQ6+AaavtMzMe/xsB9O0oAVyU8gUugXUMR/4sd6sLfuCNWSvcHNBHTID8pJCUiAvfdEFvgQelGfzDi7TkAwQt19/j3to4/dPy+/P8pXjuQa87U/2xd4GNq0ozmA0/N41Rk6eGIkxYDQYnVSosvOZ7eSOcbDDpZ1KjAxjy76XFyEpHRLG1hz0Z6PZ6TYbFvzS8fipwWR+CriId7fvgrHzp9eL+pO5acPMi4kkOdu6E1jqXRNcCpEYfWqSHLjX+cdfbt7dBA797u59vL+7CxwbcuKkDgecO4780U6+pw8+Th7AwT36uPfBx+uffcyOo0Nu+s12Zh4wZJ1IchY4yY9CAmVJyStwNpLi/BpFSaaNjuDqc8mc58sPF+HcGL9jmzIPmdAptJK8PlN3stv+u8ClyDq+TAfP/HHq4M76IMXBkwesO2u02+3zZoUxZ69bKdWyyTctBwe7Pvajj7yHrgiMjI/ThR98ByiDUSblJg2+zIUxuBnp6T5lJ48zpp1xSCmz36QS9EdewJwAY3DjWErxzczO8j8mWL/HZR0fLXNHX+9H16NDAgBzPvqJnXkwxm8Ha/kl4IleB6TeTvloO2C+zPEcXaYdXaMuwZX5D3npt3YwZj+jB/QKyN/d3uV6U7599843ZW/yxhydwxcejAnzUtmnJX1Ase5khO2ONkAfdE+/x6en4Ac9kUNuTPogF6dvTy2+vpgndc+72iN4X0++AYA3ssCT/cceAvgU+lAPkIOypGBc5s880Bk8oBnjSLI8IMJP2/L36+cFNVBekPcr6zMNYEAtjZPcHLLmL68u4q2fvG5u3qajhxxjONqZzQ5UkqiKyQa3d9DDkPcO3rNrL6+u0lHc5F88exM4g9l0GNJsx99soORNGpMdFb+3C+8LP9nfvH2bf/6TP9iy2qwc8Cc7711MfrqzeUdx4Kml9NNyy5E3AE5P/H1TMPvJbTKoC8u5vtgE/HBi/HDT934X/Om7TzkOTgE5MHiePHhHSOA5xwhIpLTzk7rkcTBHy8+c4CHJ8pWEJA+t4JKUeamntZZYrarplDcf9EdedCJ1GknBRR3tYJRJcU6PDjzoHRkoMwfy0BbrCCAjdIBgRF8cIoENRz5SdMNTGk+svCvnz3Sim1qrdT9l8IMX8mw2G8u/zjp0hj5IGQO9kEcGbtzgTyB9//4u7nxzMMDvC4+x2CfIT99z50sdYw7An3VhzrShM+bDOO/fvz/xJ8+4BG7a6QdvAH8AD1La4InMgDx01KPPMYakL9ZQ+ntlRu6Q5LUu2T98oUP0QyopA7Ek7/U5b4IZd8yZeQLkJWU9WL+VT6KQbcjMulOHLgFrR8oa31n3rC249Rpc+7XKZrMKrjmPmI8ee0r5JEX4gydAPmzpiM0vNsuYyIHu0BNycSMZ7odskjuHQuqAmaQYFzwH0uW4QZLpI/cZvAHjMM8xDwK3JMs5JzoP2X7sFexbDj6hwY8gD7pD5mZfY/ZhzUdxX6eyWURpTTc0vOJFNFBehOsr05MGWnC+GzYa72SFnYuCo7H+q1TFzrmkUynFBhItDSaPu1tzHy+PjFBQxw+2pTMynaQotRol5L6uCowIkJdcH0AR5tXsFPhZs2paAtp6vVrGNY3rArKYTcq45i0jIoO3mEIj7y+YO2kR5EJSyP1LqVFq9XxW+fS99pMJqK6XlHM+zdsBtdaS41O3cjnh/tUopQTINpctVBx9w3LwsTXOI1PKdiS9fMh2blD678bv80n16IB/MB1OJuE85XMMB45eGZtABAicyIBzA7STDuDUJKWc5BkLzHbSUkk9wAMd5NwcBNbrrhvqwdo6WrmeceAxeMMHMGaEgnaAfJvNetHv8/pRDx/Sc6xSr+uUpZRqNS77yzdcPHnBnzEztQNmzFGefaPmbZP7bnYb/ZEXVK/J1yheM+poB8wPmQBtgPYByuEL3ozLmrBGpP8o9n6t8Ex7zDXv5ZHvqYfJp1+CFMEJGRiXuZ6DOgC9l5YkdYZ8AFpJ+ZqK+VWvHXNde01Wq65neLNvZX2E144PemRfTL4xJgAPXoxlUwousw1owxf1k9cIOujJz14PN519Wtqfjdt1zjOIc0slucEu8+yvE4kHpUwD69Bl9n4qNdk1j8XPpkBfLJgkSJefZ5kc/I/GZN3wCOEmE1oCZ/rH/XuHX3v59fv310D5/Vm+chwasHH0DWxrYu/XosCoLy42Nv61jaQ54DjI7Hd+CvA7U9M1E2IEDbNTCYFaIsyphbs4dRJ7BzGeWJ58PEvwOdopzHawHjMkxRpH4venBN2qGpd2Lmv4mIYguNttbXxHs2rp2HFEOJvsbzlKKIr5VGNlJ1RLCerkej7FvKodV6k15LbJT+F7B0Z+uha5Oh6CpxXu0DcOUhwhfsd/JPLxY7y/vY33d7fxwU8qHz98iO8+8B+BvH+u89Pdez+53Ly9DuTYW95HH6vzH5aQPvpdM3lA/unxwUfKT0H64GP2h/yVpf5T0Dy5gK2PHUnBo5+kefLj6Z6nGpwkOuBJEvAUcnFxEZX5yTdVOKevEL4kRfH8gWTtGLUW19FnznXd7XZ+ct4ae4P8bjlSfshgIz3zQP9735Ag19PTY1xdXeZTGfOPdwAAEABJREFULk9y/AcsnGZ8+vRdfPKJBm177x1+5xbap7P5PfndKOU+T3SztUzVa73OVFJwSQrJcIGxq+e72VyYbmW6El5W75Mp5ezz6PKzpsjJniN48eR55/VCTp7yAXmeRgcoU49+x9N6se7gg5yAtfhH0ekf82ck7r3eAxzVP+X79K3bnnwz3HzU/zbevbtNXV75tIp5MranffrU2teNvYBMc96EhXVRvQ+si2X96cC8uZE+2O6ODrIcZ6PvxJa13sVh4tcEI1SUMnBTwVoB+NOv2dbkcQn8tdTgog7+UkRxXxkh277Hn70grJOz0U5593AFfUa7yUOSEYaCq5lGKp7LyvA+UI35OMdxfwxueCc/9Td+vmKBHJeLaYr7SArJiGJBBDvnlIBvc7B3Q/TLPI9Hvb7j7tp4iW+vwkuwfeU5NICtkPeeD4yw2kjXqxq1FO/zOTCW6XiM2cZvWptxUoetJAjipJINJUE1+YjJT9A4mKONbbaDaRhORnZ/mdFzOWxcBv1Nw1gHB4adnQvOg7v5UESxXJKi8c8s7BUsHxmPGQFJcIkvV3sIKHlGD5wFcuCY4Hly8NtdUG6+WcC5c3yIEycg47w/ODinM3fg/vDhvYN4x0eXPzrA3/o9/LVfJaAzeHNM98CvaznoEoSZA+mjA/oDcBtOH4f+9wDd/UJPEMLpISMBCODcKUsKqSOn7olL3y6nA3M7vMhLoovXaloC39b62C35XQZvdHX0+kuK4j3BelCH/Ohuvd7kH4FBX3d37x183mUZvWx8nB6+6M8c6EcfcPCNHSmg/uCbqiGT1OVy19OHNgrIwJM6qafibdAs/5w3HAQl5CIdPJkrenrn97p3Dtzg1jdlgDpSZGedSQF13Bjx9Ms4yAjfR998dfR35V/mqes3Yp2W8sBTINOj358TtB+9Pzr8ftg3TRHyDdBV6g35WFvGHYjlkpRr4I2f82Zu6EVSSIpRT51NwOXwjdkU3KyiD8BcAEEdG222Egjpwxqw7wA0Rwf9yXZMG+wl5Tj+7illB23KjAcvaLE30ghFJCKvrEtCvrLKX8q5OHP6SPTrxTl9wmT/Myfg8QzT5CYgNZax6P7MIVyroI6cxUVNqjVerxfUgKPHC3J/Zf2FBop3NUFITtno3UBsMA5ssw0Ew7QJuI86TNQCw1NIRikx+krYR/OXe7mvO4SrXI6YzQ9nDqhP3+G6yY4C57H3U9rOT2Q4j/3xkPRJt3wRaHEo8CFvy4/k4XZkpkz95JsNxjhkesiAtPfx5d43BoxxcPCAjjv29XqV7/Fx2DhuHDn4yNO3AzgOfWDUQzecLGMRnHDIpIzB2KQ4bYIwT/c4RdqpA9BTRzpAGXpSaOARvtY+FSAgMiZBcbVauTZC0heo9kq0SayN1yD6hb6QE7nQEzTQ0kpdH6vrmzGfvAbUIS/00A466vmhvJVv8vjBMHSDPshv/ESMrPAH9D04MAP6DxmOvqk7+qaAMrINQI9MpAOUB6Q+r0FPf4IS+kJv6JEy9fTf+AYC2QiK3PSwxuiRPPXIzjqzruSpZx4jcMPr20GaQA0I0KQDlDvQ3TnQ25CTPHqWeuBGLuRhfUfQRueScuqSTutMBXMD5AH5lk+5c8gV9EW/jLf1TSr6B5xo9Rvx2abS7dPfaR+cpKBDntCT1vY3eZ2wt2Y7lhRDtkxdzsEiAh+RsC0/0yqk4tboY9lQJeo6ssFf0nOZvgBeLefTfHPm4G2+swO5xTCvzm92HTbswakwp/4xu+hQFGewcafKy34qosbNu3i9XkgDfcVfiPkr2xo+YNPQg7yhay3e8FS1wCgwWBwg75Rsc51UtA/0qm5MzQbVQV8MqmVDBNThS7LTtfHhFKCRlO/3rt+8javLq+AJTlHimMH2eDLYMAdJIbl/cBGQepkSkJayKJ3ZsUklZV8nvTG/W8x2DMxv8pMF8pwD2WmjDgcIKAPqaJdkmdd+tXCRgR9nP4ADJgAAAsVIyQPKX4P6t2/f5q/SkdIOH47FCYKSUnK+0CHOH2x9QjFAoAEEMIC8BFL4gc1mQ/d01MyJuQDmQwo9vLm5IbCAwZv26hsD5ohMxXtm9GvWJYxLUVAPLX2Rhf493fmVwXbB05L2Mu2DnvQcrI+kXMPcUl7T8MU4yCP1NlflHhxpM3GzXGD2yc8Ac0S+UT5PoaW/WXptV3Hl1wGsy/X1m/xp7H8mffPmysfgV8kDPqwnf9YVwId21rWPP6fsrAlzR2djbdHN1sF3e7bOrFH46jzfepw3PjZfpc0cfRM85tisA1tD8obPg5/44cMPKvZ056fZKapfXb15c21Z33je66ilpr49hD/N5r8o3SVJ/uYz0ui0p3rK4Lk9lkv66zqapF7PuiDzOaib7TegA5L9gOeFrsY82ePXPgFDp5eXF8HrOPYHkBbe7kN/b2GSV7yQBsoL8X1law3YMHI3C5Pzxi6qAVy2kUfMvpvFKCYHNX74jD2P6dJucnN4/piX+7TsQz9APwJjs8lDKbmnAe0wOIzq0gH7zsesN74FJnhXO5DZ77E6jyn5Zn9/mYO/+4e+UukFf0tuPSHCWc9HUZ2ppQTv76stdoD+zc4AWQ5++sap4chwloCgB3gCGRhPzTzFQI+Mw2Fw9Hrn41hSwNMTT3A8zQHe/wLe/1LmCQ+QB7QB2gF56uH55s2bZ6e8PKUyPvIMICPyIhsYP+nNGhJkGQtc+R2qpDxehgft4Qu9OEnHf/ATMm0EEAA/+LN29Gd+3ATI+qedNnSGLqGRFOSpA1/q9cnH8E9+v/to8JT66PJjHicPWujPAS/GisBhR16SUifoHxAAR8raSsr9yFx4b/vkd/ID/M337fbRNw5PHps/kXqfKU/Wu93Wsu+97+ZYr1f52xEf/Wrko09fOj5ETz8u6bfK1H2ID37F8v79Xdzd8f761vTvg58F+P77T5lSf3Gx9iuKfcrytPwcAOuITscTMPof4FcR7/3OHP0wT9bibtl3rDPryZwBa8G6Qif1NWe/wH+7Ze5d70ffKF9cbCzfd8bHHrw3Dt62F/lGDNvHjOEXzpBSB1gM6dn2wnnqIhT9sgcwIX2okRRSB+3Ug/M8ZWyTFBsDzTdg0Ei9bzNP5gpo31xc5Fq9vbnJm5iN54PN59wjfHPCjdHsHJ8VX694IQ08e+UXGuCV7bMGJAyipFHZNu30mp34bEyZb1QOckdwDGcUSTEe6kDPz3Z+ELpV0flGZB1OBWcM7doOgjvlq6s3sbHxYWjUT9wwGLODK2ObkyVwjjIF87LIybfYudCvuEIht/RxTB35o+c28mbDb74Zmf3klfmIMHlidj3y7PzOEeAUSQlKAHkHRpmUPmsfYRPEcJ7vfayOI+W4lTpSAjigHlBHSt0AZerBeT940kawZH6MiWy8t8zUjp4UWQco45gJAuTDF8fFgzcBDmdHO33IN+vHZA5YBwewxwyo937HDg08CBqk9EW+Mc+Vj8rpTxtH6+gIGeGLDAQe+pJ/9DveRz/t/RXO6hgPDBr6AvRcSvXeCe/FZV9ZYNYNDPkleT3llk6HbPRFJoB8lAcoU4+8zIGUPjBgbjy53dxcOyC8+wZuv1H3TMe6DbDOrCUpdWMt0CVrE97ZyMT4zJ85Dx0gFzKC7fLUDR2vKiRlkIIPN3fVgZb6/fJKaMwF/aAn6rf51L4L/vzv588PcZ83ATtPWXnSg2xXPmVArurXMaXgEyyh1YrZARN7LdqCLKXesT9gsbJttq3SKik6H7nevLzfkAnEcn2dN/evaCPHkJQp9MwPoDuC9BueuH1jenFxmTd1KtBGXtDP9icxN7VjU1a+fr2IBsqLcH1l+m0NeCtL/gobF7CFYnigOejZt5z6uemUJ9NsiLODH+nAPNv0XO9vSE6YTYehYXBUEgyu/ESJs7hw4Mb5QDO7/+wnb34iPJ/c4eWByc/mQV9JkcZpA03HMJyMhW0pM3fYzbY6BQF7no9LaudvHvSptUQzb2Ta+/03jg3HCChT/zVw+ID688CNc8bxcSMCcKg46gHKOFhocOLg6zbaoYMGfrRfXl5G8dyQCcf+5GBHinzUkSIPQP4ByugJJwxPZKp27uie/tCRZ/7QQU/QuHfQfn4y22Ywh5a1Qp7nwN2PZgcv5EAeyvAYT/0Eoad84n1KXpT/HpADGlLkYv7IeC4v+4AyIE87YD6UqWeN6E8KqBugTBsyIzt5+kny0/Y6X3+gM9bi38ZbvzM1bsBN/qDZTeZ7mXUeuPETITwBa8Kel5Q3yMjx5Jsx5k2KzpHrHNDwGuPo98+S/HR85SP860xZW+YAPSnzYz6AOVPXj8h3wR9P4e/1f/58H9x0zba3sffYb5v1JoNf17tQa/6wJ7oFVGRq27G5Bc66qkTSW65m+2q2QZolZb0EVUt7m90edIznq0E8irZ1E2Zp1EsK+Ev2UaZlTswRcFL3xkEb2S8ukL1GMZ3CtB5n9g07J4ez5xmv14tqoLwo91fm1sBQsZz/EraLbldpQL1NAX3P2xaCS1JIOhmU1MuS0wCRF8YHZhssBgcwOH7Vo/+ZwqOf+KblSCuyJ0YK5KClWiJTOZX5GuELnl/CwfokfARkkjwXHAYJE4oIV4Uv+jrJz3leUkjPSILl65yO+TAPnGV3qvvT++PuKHc+Bu3BD2cMzdZPTjhL8r3f3selB2OfR9i0A9o79ulcceg43gg5qFwFgf39+w/R8d7p+6wjSHzIX2H7mE9Rq9XaMh2TN3oPXzj5Yr0+y3+IUmrSw/fjx++SX+f1wU+Xt+nIkZdgCsijC25eJJn/3nPdOd1F9Q0CQf7Dhw/562EcL5M/T7/Mf+ej5Y8LPmTa5/UheXEjwJhbPzEiM/wlO2WvtT9eWHVYN5TlFBrmJMkzdrMb6Auag4prsl5SSCLvG7s5gyhrx/zQP2NytPw3seN9vTFSH0PvfOROgD34NczBrx4OTs/773y6c3A9KfNib1BGl+icmyP0c7ccg1NHnvo7v1oi6K8dXGcHIvYfT9rkJaW+Vn5aph69If9su+NmgVcwncedddz1DD9unrkp5tcm87TL9LOfUJ0spi7vDwfmWpI/tmiluU1hEWL2V7N+JdMZDf26XEuJlV9/cSNQ3be5jj3IXBmHciyXJLPsCHl1AG2up0ziWsfzdsJsAeF3PNqGDrtAfnTB3PP/Qkg5IugrKSx30/Ofe47X6/fXQPn9Wb5y/GsNyLawIHT6F841gzSiOFci/C2VkP+1puxnI4iBUhSluF3KOn9Fopm0NRv3nOiGdjw5yJ0D2X53iONhcl2zUdKtJK9aegrfUsl33pKCC8Nvi9NoNtJ5ydMmycMXsgssyJJzi3PPZRdM69rs09PisaWelwSJZUO+lrS0MxccPI4X4CQp45hIqcMx40AJvLQ/+emT/KOPjwng1AHy4NFP1B1PGbCflqewex9rwpNxeToiuOKIOz75/WQPfgQ83pP3v02f/DQAABAASURBVH52cwq48MapMRECBHzQF3XwxdkTIAgYP/zwvfl9zOANf+pqrQ7M2/z9d57I+01ExGazybWCB/PYej1XvlkgQCDHjz/+GN9//0MGcMrff/+9y9/CD6b53u9/wSenHfDi6f3eJwHoZbazRhZJuR6OHk4jEad9WTJgcOTNPMNX3x+T9+Bk2uaasNxyICqZmp3rZ+/Bo290DnkD0nXvd/FP/wZOvyp2TuP3x77JIDDvHMQ7n8d8DcF+oLxz8N6ahnlRZs9c+NSJGxx0jq7Io0dAnjrW4ubmXeq9779Dykueua4ctFlfghevKxij2f7evr2x3n/IdR28eN/+8buP8eb6TRz9rnvnUyf6jZ8mn21PMzq1cuBdS7W+qvVVQqUEl1nH7K/Z9icpbcOKzAWppcTa8mzW6+wze+3gz1yRN3whm5PTR+o8WKE5WjB86NRs1q71ePSDH3zgt7Oe+ZsK7EPG6D89Dxf65ho3u6hWVhqVNLzid9ZA3xW/M9NXdn+tAe/iNAsMoSNtzgbS0zBB2HKkJOvF5TvyUkgsF+k5svH0JSmNHkePY8ERYHgYHYaWATgicAiyhcHTdh7TcQ5St0RE5x/Lhbw4DPj0/hZWCniD6mBDKim4oCcndadPP+qhgRanRyr1dugHoJOUvKl7dhi7dPI4SJwGYE4Dx+UHyqBnPFLaoNvZeZNCQxt8ATTUw/Mc0EkKHPzb5SfQeZIizxMuR7GAPPXoGX7wAlKXX1LAi6CBc//LX/6SQYU6+gweBPK75amPY0h0E3k160EhddCPoAoIQpBwc3G1HF/y077I8y28eXMdHW/y2Bca5jPAmqAvxkBHgDkxBut2DklUe++yDyLlO28nLynrpZ5SNyD1dWcM1mCajnEEXkPG/2sc4su6Xp4WeuRmjQH6hxbezUFu9vEt9azBCOboF52zfjc+VkcHb/wqCQy9sDaUh17YH/CZHHg945j8pMxNVWK7j8P+mHXr9cp6fnMCvAFrxLjwgNezjA6aaefWZXAprLiIUEhniOVKMr5AeH+UtHd4g6KyEIbtec41ag7Ap8olIyn5L8VM4DibljmCsFzwRAcgFMlzni2zdWvm2W98sb6SJfCNRB2Vr+mLaOB5lV+E/SvTcw00R8Y5gQF482MAxmzYXiJsTP6KfrndluRPFiVbTQxESOoIpxE2MX8tHwyIwA0wPAwX55bOAoODzv0jWH6lwzkepzTKZll6s0hsm8hhuL65b0NQC0WrpGAsIFETgeHPnmP4kmm5Iz+VTYM84LwPPIG75EdSSMo8fY920MiP08MxA8qANoCjAdDDC8dKPTSjH/lBAx156uAHDSBPfYRi7ScYnDc/1EdAJY9jB2+WQDgcMn1Gf8aXCE6RAYfjWwIHwZuAi1w4QvgAHDuBgvTC7w7RTSwXeUCRfvQHOH8PkQECGZDvb4H2jst8TwtdL19l/zcOWsjDHNAL8pNSJh/WRfiS+ppQRztr7SV2S4RUouSNoELqcO0pL/U6STGuzocToKP3ICD/NagfoG3kj3F0sD8P3qwd64meOu/ZfOegDp0B9IY+0TW6B8wfXF5e5euRUXd5eZlBkf5jbY9pJy1I9/kDatxETHF0QJ9tI9VH1vTr6PrliPzCT/mMu/fTNryS/mRPzXaGVtDNAvRkSC4n3G5lm9K2bgP0tyTrHL0/Q6xBuE/0Cz0ASlKvlxRSB/WjHSFm2y7H36w9beyLAYfkoL0tciNFhCIv8wtDKuGnd5u+BcmG16+X0ACe+yX4vvK0BvT8nkfRQvzgBgZ/dCACHJ8CjARjaTZMd/PHxuDdH+7U4aqzD3SAtjTk7OcBpCAo4iRwTAAHjeHNw9hMS18w2fHhSHBo/PUx/gvBvZ3RZCcEupF2vjgdINujh4lxdT5T7O2QOp/7ePj8q496f4nP97/G/cND8ISIs8IBwhcM3iOFj6RgDOYAwhftkrKeeQDaJOsorAHPx0l+pF43+tS6DoktbvW3sNNpC8jTRSHVKGUVq9XagXrjdBNSCdbnaCc9+ckKubc+muYY/NFH7yDn6uP2hweOZn1k66P2rY9kqSdAA57wmNf19ds8Ov3DH/5weo+NDqCF5rP19fPPfwnwaJ7HI38qs4WEfMjeAnp4oZ8BSUzCc5pT3q2f/B5P8m2XVwBb6//JePTTPujr8ehxGB8gNzcpHBFzXMy+mR2EPv96Hw/39HmMex+hf/78OVPyyH3+A3yzn2yRLwKZFJKCCz4APc4OCp0msl2S09IRThPUfQ23eU30BTpNLJekQC/sDVLGGVtj7adggjG2sPbNGG3sR8DcSQF59PFoHbLW+TTt10tPT7vUJWXamD9/se9oW+GHtX7wa4n3fidO8A9f8OI4nPfv8Ot6eoz9bh82w5AcaJHXKfkOuWcEsqEn0LwG6QJoMX0kImmaG0qVq1rMbfL+OHoPeN940ivPl5t2/MDaefQhCS6JZhoyUt9blMHs+qN9whH7t6DySdrl1WVwxM9/IHRxeWH7WEd1PTyB7A8sSjSvbbh/xOxP0xzH5wEZ7BW/qwbK78rtldlfaWDO35WiGuc7iz+FCI6HYxzsoHHSRwfyNFRvfH9M3Pd85puLZx8MDIwqaJLEX5LSqDBaHBXgzn/l91/NTmA2kt5f8CAYEJR2S1DC4SDT5GBF+4wxRtg5KE5PU4Fshj/ha9DBJx2f30U+PODwwUMGDOoJ7OfzdFfbecPmyZ6QzsDzkJYB3CLJ45ec23AaUnc64UtSSB1DHldnH4ktLhehD48JPG7qIEJSMGb1k1JHjQjZEc6J2To7OoDv7aS31hOO+yn/4tk2nfnIPz5u/W5657qnDG78JPGjgyP9cegERN47czzLHND91oH+cdHXZwdv/u76zu8QJzvPsGbQefhiTpOdKWmXtabMYTkBY7Bm+7x5GnJ8KV+X8ynlI5gwNtj5NQJgz/BelyNk5OWHppgDNyZPDmSkBCzwsNyMwWfnOeytG+RbtktIXd/hC5mf4Vl5n7o6aSRlGqGILxBn19dtX5XNYxCjmwEJOgZrgb75tbMLn2akLXjt99bVAHsXEJi3XmN0RcpNNTRbz3HUMWd0QMpfSLvyUzn/E97d3W2eZkjKVzr0A9vkh963wQ91eegoKiHpr8A8hq5mK7PnqVWYOJr75IxgEhG5PxQx+6bpOPkd/HEfzf+YI+vZbX/trkq4y+kjKfN9DLiGbaPlfyrDAwYotcSFA/eV382/eXsd/CppdZ1Kl3/MgzEJ+vDy8DG1WcdDw9cpB3n9+t01UH53jq8Mv6kB25pwbgRsgFM42OGREhhwvLODhM2n918MK7z1JYU/JySB/G3448zzR5KfHNfpRDBcDLiUGhjiPJzBQm6ZAoPjaR/Z0vDcVnwXXUqxY3jeHtlGB1smhmqylCdELgLekwMODhCHlTjsA+d29I3JtAQeqCWFpORfSx+H8Vy58Jn89HAMrlqrq0U2HUvKkaU41cdXFzTokzFpggfObO2nLfISQdyzyPlAEcm7z2HKPPJAe96HeRDkmBvzpAzIU4czx8FDA7Z2+LQxwoWPSgnaBEV4Ukfb6I/MY0zGJQ8NkJRzpY426pgbfYCk1CV56uE5wBgDyAhGedCQwpsn0r5nLuLoteTGg3lAT8p8mCMpfPbL/p3yRi++uCT2TpdbUsB/QEL/XefIHF9ccoMRgAanzfi6vNQV84IvfJg7afZyPSl1zI8UOVlj6ulDCn1HeO/1fddpe565M1/mPTD0Ah329f79Xf56GvqD5943Bd22pzym31tPk2/+5qmFxFwYq8Xc5sWaGt2cz+SLlGk213QZnfOebfRzCnVziox7jwkoIxPryF4jP/YMbcyfFIz+5AeY06BZ+YZ/8OEhYLWqkbr0XM7pkt57ILysBmyNyXj9vJQGsK6X4v3KN9i886IHG50DMxv+6CAGJm92yqS5+W2E/pzol0wGEgwrbMCjbqTm2qvtDySF1EGgAqXUcKWdRBimZgAQEcMpMDbBe17qJaWjlTovC2Di6GcH9jGKfpmbm/ztfibNPoxXHWxPsPGTR/4+1ykYT5LFUmfkb0khp3xoh5a81GvpT3lA6vWUpec85Y4uF/0kLbKVkL5FG3lBy9iAiuKbCmQnlUrKjZPEeQEcJQGNPH0jFJKi09uLWS/hS1I+9RGw+5qU1BtzBL1vnC7K8DwHdJLypgxnDC9JPhWYkhed6cfT1+SgS1/SyXttOpWnnAPzA1O29Tr6IjfyrderqKV6LhG1Fh+P1tOcSimZH6nkuXhfH/ltBTv02fk+bQUXfCWFTCeJKss70nC+I0IhKSIWeJ/1fPhy3ansfJSv6uCRBK6PkJQIX7NvVgFzRTfI4+psl57p2hIMoWWNWVt0SLl5QlKnlXrK0yY6WPsVy2ZzEZv1JtcG3gRpxhspPI7WDXXkO6Z+M23e/tAtkbPIL8/JNd7FQRGazJNxvdTlQDb4Hn1zDCgjV7UNspakWnRP29cwq9Ont825Rxhdkue0is1mEwTwUmq2dfktzaKz7Hfi4gwCO3n9vJwGysuxfuU8NOCNzVZuGBCbX9nQoixOkCL2SL1txcUkDyJls3F0Q5nTSZMPX21xSM0dm01bIddG0uB4tj6i2/qJj8CCA2EsSXaU5g2pQV21gdOfHyJzY0gyikGq5Hn+JclyV+w6Zjsj+iEDhs1PRn/69F30X036Pjga/uGHH/LXnRgHZziOGXE2A/SX4FscKKr5lxw/vnFJOrXRDxLmISmdyiiXUpMPZcbBqZGiP/qVRfcjlZ750geaAUmWq5zGdSa4ODL+7Pe+8ORpi/nyHvvTJ37V6rvg1434oTMcH+NDy1MbefrAo1r/OFipy4+OeKLjV7N+/vnnoA86A/TjKer9+/epW57i4cc60695r5QiLyPOl5vGsNxKcalf+YmJ8ZizJIY/gf68l4dX8566vXsXf/zTH+OHH3+I77ymrONPP/2Ua8v6UmZ+vA8vpfqVyFNiz9Olb0hbk09bJh8b770nZ8sgr0/L/LwEd0m5RhK6LQEf5BztBEdTeD7hS5H/BJ1cDtc385wzrYseSynZNts+yFBPHXMaoA1Isn5qcFEmhQadom9S+vJrXcx5zJ/00/efgj+3aqFi/LbA3k+98KjWs03yJBcywJd29gzru7OejrafvGn3utH+jHmZF2mLhr5gCHPLXEqN4nlKCkmZp1ytA3gwDnaP/EcH9PA1w6PZ9p3nAx2QlP0lBRd14ffUpDNH8H6dh93Q1iGPGYZiXKxTyX1nj+UxvPRuXz0PNgj/felr7zMNlLP8a/YFNGB7yA3Ml/Mh/4sFbHYMjvpYDBODaTbksAF8WQcH4N6KiN4pThd1LjT3w9Aw3n06h2PM5ifJXWQKc4WNQUkqIf9zNw9pJ+EMPAboYFJL19soS/QwHzsDN1CVd+XX19fx7t1t3N3dddyS3uYfHGGeezu24bi4uRhjjBRGkkhC6inL7uBBAAAQAElEQVRtWbF8UT6HpKSVtFDEUo68pF5Pn9nOnJQGSYFMkpI+fI02Z/ND+bwPldRZUUH9cI7UEUR5P4yTx6ETXO+sBwLber1OehwpfehLHwBPSSQOalOgI+jQE8DJUwb0u/Q7VW4GGIcbAvjRB33SLinn4yRkZyqdlVVizDkHXL4k5djwGo6eGwTmwbvb29t3vvm6M95/AeTghkVSBm1eE+y956bjHOyLFkJVJ8zeL6DPG7mKJZDRPxJ5QJkUkAcKqYS/XSgGvJt5N+cjJLcY4avzd8Yf5uskP9SfQ1LQTh0BlHT2HuHmBb2jj/DFGt55LQF652cB7ry3+aFDibnzN9m3eSwOD+w65I5WAvwBQXDvV0fw3u52/edbfOJBPX2gp4vZuaPn5m/qE+aTqW0z6UwkmcblUS8ppF7HXtjb1gC+wKyWT6dZCpkg24C7u67rtNlnAPRB2jwW7R3wMSkFEvZZKSHn+bjYYhWxXr0Gb/TxEigvwfSV5zc0kPbQGkG0nYwAR6pg/4PwnW4MI3U6uNBWbA21Ql9MX/JJgSe1UlwO0S2dGLwxNgyWvOQ2M6Ju9rjcDZM+t0fIPEr1kafbJ9+hjx+Yg4Z+wWX/SL6lQbsgpQy11kCOWleZEqQIKASyzcXGxrtO5ygp34+NYIRTgR/0xeMz1kD4kuTvLz/N8tEHOlJJIXVnJSnHl5RBiHbopV7fZawnWeBMO4AWkKde6n0kZcClDdAOGP+YevJNkR29pBh6YN5v3lznzQoOn8A25njOAz7hixR+tAGCBc4d/QCc8AC08CJ4v3nzJsjTF9AXQIMs680miuXyEKkjSbk/oAXQAtrRP6CfJKqyD3XojfUEzG2AMuPTBz7cWJwCt5+4JcXax8iXF1fWec01QbZkvnx5OTM3LwH96IBPXSk1xx/BVFKWpRKSsg9fkqJ470jKdWJNmFv4GvWUn8ftfWmr3rdSL89ew8mvE/h5E3SN3gH5ycEVWubL3FlPblAvLi9yzSV1vZrHGN9GbjkjVJSpTd/H4lNM3jPwBIOWsZmzZNpazHMVxamA68IX8n8B+wb6DRnJ027Skx4G/1FfrKdzSB7PYG6sMSilwiLnM/plhcdrbcp6yf08r2JIyj0mLWlhfeBR7Wb+m/8BlvjPvcp/7vD//Ue3USpn6W9JUW0cHFliKPzaRqbLe2DZGCIvm7o72lJcamn87uo8n95mdq5XIkT9MzC6rw3XvcyuxezAO6WTOgQGzzEXDolAQIo8UndG8GmwdZmE8mwnS8qQUgkVQwolAV9AIRlhPjZ6SflEjtMj6NRaM4jjeAhUYOQJWsjOGAPJ0TwokweSonjs2Q6T/gCHCMhv/aqA9BxjDOq2fo0wQB94E4hwygBdwJ825JnswKGhjpQyoA0ZJOWNw8rBCprw3AG00DAmwY0xySMLoA5Qz1j0JUigK9YEfSELQD7awxd8naQOSJGFOiAp2EpjXPju/STMuOfY73c+yt4FY0/eE+G1oj/zAeRBLFfPN6iyxsN4fMV6vcpfGeInt2vxe1DvsZ15H/yEOWRgDPJ0lESSYJtLvdz5R1Tvj7D+jj5K3u+PeQqx9xMksm+9rmC3O7j+YPn3lr/PYes17TRb123dtkuEL3TJupKubG+T13OgzzViEcN2Mts2HGgXnSAPoB0Zk952QHp0MEY21pCbUtKtn6ipY/49PUTzPi1VgY7A2qcw1fOU5IEjZisC3olYLjdljnTAFdCk7B6bPP/5x4Vv1PgJd/hKtjvzSxrPExrgruFqw2vozKiT5Ll3UAegBaWWbOt1zXlqO5SJgn/+4hNmFSXrX79eUgOvOn5J7Z7xZnPjMDYXawexi/yrXJcXpJeZX2PIpXrja+mFcfnI0W5SUgwngaMAlLsxRe9jmlgu2qA5HA6B8VK2tfozZxlngpOjvvp93M3bt/Hh/Ye49XHgtfMby1Vq7dxs4JJlMhgPhGWi0VXOtsApMc7xcPR7zaOPDI/dqaaz3Qd9ePr89OlT/OlPf/K7wQ9Zh6P7v//3/8Z4t8rxJO8WkQ3Z6Sd5bAYzSikOFCXQI5DksQ75Hph3wvDhnTB84UOeOt4VA95FkkI7QDvjMhZOnffUHIWSZzx0BdBn+GJc6qHPOdt5klKmTZKDxi749SnAr1QxBuONsZFr4Ndff4lffvnZOvjF/Z7i6urS768/Be9RATrjXTIpOmQcghNz5Il0s7n0+pdcV9aTdnB00Ht6ekzdMBa/anZ//6vl+uxj7fvE/f3nHPfnn/+v6x/M47jg4BurQ+qWdWD+u902truneMq/Ef7ktl3SNp8SXb+9jv/nX/4UvA9/e/PGazslX+b1s+dGig7gZRVaXuU6hi9JmUenktxWcn297Rx095bzyXN4sI5+9bvkn+Pnv/wSv/z8a/Cfd6DfX375NX5efhYAnbDujDXW+v7+Ifnzp2tZW3Dh/b07BddDcK1sB+v1yra58o1DsRzUNr4sTy9zEoVO4c9Y6IVflUO/v1gGxvzll18s76/x6+fPTu+Nz/HErwV6QldXV8F/Ofrp03dx61dK/KW7te1eknU5WedH6/WQedbQXVIOqetl6Ih1nn1Tgd2tbBNv/Yrq7t072/D7uHEengh+9N4cYI/OfmdNOpB8fEPBWNCH7Zo8oFx891drsf5koAN5ba0TBIP2DM7609wer9d/gAbKl2O8ln5fDVSzs9X5OxRR0zkQuNd+SlmwWTm/ipXbShoJxBhAi9lPLhhRcwqXUkpIivCHNgyvpRG5ynWSv8LmZ9uibaAt/ekndePj18NMaidV48LHfvyRhfEkII8TXKaVRLdw4hrnM6PoFU4Zy0ejs4GTwDnj0Ha7vR3vzgF8n45o5accguHt7W2QSkonhQMkcBKsAQ4VPnF2Nc9xgGrJ4zrD/KClD6A/ID9A+RzINjBoKMOr1pp/DhT5eOr1ECf5GV9SOrDwRdnJF2VJVsuiXz/poAvGYPynJwe9fwPQQI/T5cnw3bubeGdnzHtkUvSG42dc6OCHA0avkgL5kUeSneecQYA1gC/6BfQByASYN3/VjTXg6Rve3j3u33LN0C1jQcf72YOfoMGpfDzkuOv1Km4s7/X1m9zLBIgn3zQ88rfHH7lJeAzkoB8yA+SVhMgJxh6Yl6dZ6Di+3vu0YJt/XGabgfzx0br00/XWT9/MA+zzJnGXe47yAPXePg7IG98UXeUrDHQG7zG/2cELIcb45KUhW8s1HUVoCeB7/rMNnypwsoDutr6xefL6blOubfAHWp7QgYM2dfRj3Lc3b1OGS9+grdcb298qysI8x3f4Yw26DOGxjVB0Etb2y7Vpln1t2+Jkhj8Gc+GbkuEn4BfLRV0p1fsVXs+ABtnQBym6ogv1jUyieU/MBqlhGWl3hVtddqfn8uxbucnn5D4td+vr52U0UF6G7StXNODNLBQsFxSKasNZ+w57ZUe3XtdYAQdsDHrltBQFBgowXvdPx4hBSbJTXAd0tRbbTEvnTFv4kugr5/hgci37YpDwgXGxNKWUKLWEPFapiur8erOK9cU6isuByTnQw6FIIdPTN0L54UsSpXCSciAD4+AI93ayOE2c1daOdW+HShsyFPPa+EhvvfZYztPv4FMB6J/s9AZt+ILWSfIfKTwA/eDJeGCU4TVAPYCOdkBfAL8B2gHt1NVareNVgjL8aEMeIHXnCZ+VHSaQBGnqmwx10ML36Cffo598ev6YNyvMcwD+tAPGkeQ1qbnWFxebwCETsK/9JHVxcZH6gJb+8JQUXMgjKRh3duAjuEx+KoM/tNsloJCnDh6Tby5IqZsdACR5TTsoQ0cbgG7Qj3pS6sIXc661ONcy6LOmHVvPeW8cEue8TJzyIjvjwYtxBg31YJ7M03okiHeYl/fZGL95v3L6QP8B+IHzcvGeY/8hK2PTNniMPOXmQET7wCjTv0Ne68k3CVvb4D7zs59m57mfWOQcfJPD/NH7zjex8Kcva3hxeZn7a+W9hs6wMcl6L4ZtkPfb0FIfriMEIkPC69T5H043lchZzQu7IqUvddBLyv3EnGknhWak4QvZ4EmK33FVfpr1ig7zIcF5ys26OSEDOKeCs/claE7xHNn99esFNYClvSD7fx/r/9/3XtkMWsjzWOCN7c3u3c3H6JvdVM73ttO3DWVOZzClY8DhcFTKsSTOXFI6SGiajRm2Hmf5KB3iMGDaECDIGGmM5o2x4uCPdoqzyxjubGdOO8YpKSS5Wwt/ZV6SeStkJyg5PSFO7a4NRXS4PXzB8+gAhlN2MZ9+eIrkGJifwObJEjBH5IYOp0dAB+QBeZ4QH/0kg5PFCdEPXvzULyngKRWQh/9og5YxSEc7KcERZ4ac8GX8MdYY7375s5+0SconJ37KmKCKHPSjD7IB6HkaYz48xUMLkGdglJEPuZAB3XddHTLYwZcxSWlDf/CEBtkYcwQJdESetSRIMDd0AH/S29t30XHrFLzLJ/taS8DnyU+J4HH5i27kd36aZH94ysvay/t19r4Ek4PXYQlix2zn5IZxGZP59Z9Ov/MroY1Fbw44Oz85PxoPCcbgyR+QR3fMjUCD3pD37v37+PjxQ3wAH97H3fvblP/Or3dub+9yDozJut76VAf93t29D/LYC+sKT3S48zE5Y6C7gSffOFKP3qCHF7jykzF9aaMPemFd0fPRN0ar1Tpu/BR9d3cbzLWPeRf81Pmt5WL8m5sb7/fLDKDwwuYm9+VvJzTbebetSN1Jso5c43poQThPZXEQL14n0k7WIoOq7X86s9vmMsCWxw/EsX9ArTVPvNizVz66p9wcjOkPGAfDbfYTlA++Adn75jplNl+py5d0fGXRX1nvlM7Uv+JFNfAauF9UvQtz9rMNwUameTFYjOLogDlR9jEzBjqAIZnWgfloTMZsp3cRd3ZS7/xuDAePwU1prFPMy098NhsgwIZKqXYEZRGgJ7TN7jN5zOMSRHFA/bhvn0GC+sk00EqKYoQvs7ZJyjwVUgmJlHJJh5Tj2SnUUoInCf5/YI7wSIvr4HewA8BRwp858LvA/+t//a/gvTfvHj/5HfjHjx/zaQQniYPk/SEp/Ugp846RPM505adegj+/ZzsAr++//+R3xd8HdbwrZizqoWUMUsajnvw7H0tzc4SM6GSMxztL8LPfYfI+HtBePVeCA/xZF/oiD7INevpsfeqwsnPHgfM73n/60x8932f88Y9/DIAcOH74sAYEkocHjpkf/P75PngX/uSgyh5hbOiQlTHQyZMDz8PDQ/65VfLQ4ZyZ408//Rh/+MNPQYq8jPXDD99Hxw+Zrtcbv4/1u9lfwWePR/pLjr1z4G4OHrV6bX0yxPpKivCh6OwbPm5OeF9OWrzWfW0/5Zj/4nffrO8f/vBjBji6we/e79uZE7r6vPy51wfPl3W997t3dMCNx52D8Pc/wOvHgNe//Msf40/GTz/9ZLmRvYN5fvfdp/wvS7///gfP9Q9Gp0EeIEdbNwAAEABJREFU9EHg2vrkgTFYJ8D4pNQNvUH/3Xff5fvo6+u3tr9j3mAg788//yXYAw/WdbNRXDmw8/78hx9+9Hz/6DF/zD33o3WOjIDf+b65eZenKMjAOFvfPBwcFAneYd9Qik42BV9sZLKdTvYR+AL0dtL/sgaU6YuuwMH2Ndmum+13dgrGeMwPmav3LTcSgP3BzZEX0nO0n3FgtsGHBQlPLY7mg5w7y7rzyRlrLT3L6Wy4FJn6S3JJ4asYr5+X1MCrhv9h7f42Qt+5+vA5cjtjDRhls4E0B9vZTo9A2uwUTedmjp36022z5eBsZuiMUktc+F30hY9PN5t1SIrsb16zj0YbPNynJSLkf3yHL+pmtwMchbs62LL0zTx4auowaUjumXDJqb/z49psi1DkZTHN0jJTUqbNciALCNNJnZbyZCeAcyFFHhwITuPSx4Y8VeEsSSmHL5wFTuccOKaBwUtSBvoLHyMD+sMHp0QKrvxkMVLygPIA5Y2P8EspqQ/GGOMyDuVzDPnHWKMvc4Nu9pqQhwdprSVvvJCJsZATjP7UA8qS0onCh7EBPODJuG62rlvSUA8duiIYPDmwg50DLf1WvqnhB6CYJ/zRMSkyMBYyAPLFgQN5wcEBJZ+wljWD18FBATDm7H3bvPjNe81LZXnmgGZmn5rPZrPyU91lXL0xHNiGDKw39PA4eIydAwLB/mDe9KcecBzOfGutsVqvMuANOZEdMCdSQJ65AeZHmfoB1kfqemV+oI+9T7kZc6B5ToxLH7BykKSOdmQiRVaA3KWUXNurnOcbz/sqn66R4fr6qpdtt+u1j988efrwZ4DRIfYI77/G7FDerFeDHLaWqcuWr3l/hcu1ligev3ktkAcgn6SQOjxkfpAdlFLzfT/6ZH4l+7fcT828paWfwrbQ6+EJaI+83DhS00fI/2K5JDzLUnhNXkgDrzp+IcXC1htdpBFLEv2y+dkoZuOYv9/Z/OQSNr6w4fizEDUXDRvpbEcpKVZ2Imu/H175Cc5F95+M2XRzzO7o8Zx3H+eDMTF452fzbuYDMF4JXqvAaMMOwJ34hKSsK3a+kkLBxbfBx3XUMM68BGmzp8r9m41/PgEa2qCbfKKAMz43ftol+QaipiO5cnDFmTA/2tLB+amBPjikAcozczHzkTIPUO3o6U8gGoAnDuoco44U0LZykIMHYzMWzp2xwhd15Md4Utcf/ehPX0lBO5CsLPejT7Pu4QvNOS11YMhLG/zc7YtgAr/muUoKCXPt4wz90E7+yU/cgCdKZGcOgz+8v9YH4yLTAOPC5+hgjdyz15dxZ+uaOtrgC+BNG30A+eZ5ehMEItZVifWGgFtjta5e37WD28ZrXULyjjMtY3BzAF/yjNM8T1LK5MOXpGAegPVdeZ2QHWw26+SN3pgfewiQH3S0kac/PBkPMAfGYTzqwxcpgBYwHik0wCTLp3mtpzyhgh7+a9sk8iDXer06ybW5WFsH2Jonbjtn3KOfopv1C7Nm+4NHwrruMrWYrQubLyRGg8p1c3Cjz3rQjnyAvvRjXsgp6aQz5Jeey7WWSHnXlsu6DF/0p1/z+JKyr4S8LagfgC580SIp11Iuf/3xO3lX16+rX8u/owbK78jrldU3NODHbW/i3iDJRmE4lahW3/zOSwoKPSEfvpoN1ok/k4/NcJoYJ3mMCUMinXC2dgaZOj/qSG3/5tECQ5cD8sXFJo8sP373IW79vpMng+qA1+xMoeeJHNrmjuk4LEoYUn4F12ynQzt5UsoEZoLG4+OTjxUf/c5z5yA+RSnFDrvap9vp2DHgNKhDVp56OL579Ptqgg7zm03Dk9M40v3+++/zyJujS45DAXUffZR562PUCz9pHx3g4cX48EBH5Hkf+ZDHr58t04Nl2trZ7k/Y+cn0yU+pg4ajUI5OedfKdHlSHL++w3Enx++fPn2X+qu1BHT0gQdBqFi/1bp0aArmAdCPpNSDpKxHPuTc+YkTOZ+WoEvKXMKX1Glpf/CxLEedyMavHP3sY3uOdxnrk18voI8ffvghUmfLnyi9u7u1g66+CTiknI9PD36H/RhP2w5k33n+yMJaXPrkA17f+VUFR/a8TgC33iP8fnDz/kCWJ8vKUzJlSZ6Xwon3mNfXT9yzbzKZwyGfqLep90ePzXjohVMjZPveR/UcI//BR/jI/8l6ZY3RN7jxe+O1AyDjIOfTsk7oYuyXrV9DPD3tPC/GYd918GtioP8q3ufgV8bA58+fLc9jPsF/st4AY5IyV159sPdKKV6nybo7JpptIXxRL8l7OS0j9zV1gBr02Nd1GzsfyTPnpyfnU89728NsfUXI+yR8LWwj5A/wuNjHyvPuNwGrHKNF5K9Zbs2TI+u1A27+Cphfnd34/Tk3JyZJWdE9cgw025OkQEYw23ax1ePiL2a3g/DFOE5OH6lEKdUoIVlAt6CL5tVG9oTr+JAnZY3N0tnJeP28lAbKSzF+5RtRv1KCbJjDEIqNF1uQlEahL8rhuohQ+OrmdFyCEw6RIDHbQWJEGB1GenRgh4Zy3pVjmGlBNjOzmOx4Sy1xcbmJ27t3fhf4Xbx/fxdv317bwa/sqGY7lsmwA3Y/eGOEFiAkdVAwaBuAhvzBx504qR4sHxwstulISinmX82/pcOrtQZ1yIwjIiDhUEkpMwecEe99Ae+FCUjnwOH/4IBOgCHg0Ie+Tw4qpDjPJzv6z353SmD91emDAzh1BIHDElQo8z510P2Sv3P8F8v+ZBmVuvne78p/IMg4IP7k95Y/OuVXtWrlh7ke42e/84Q3PIvXcOWnTfSR62A9hi+phCTnwvqdAvmQ88nyEoQeHJgBZeYCoaTUF3SfHXB++eWXHOtf//Vf8x0r5Wpdohd0xHvkxB//FD9Zxvcf7mLlp939YRePDpwPnv9D/mrWQ7BGj9YP67XzzQNrwQ0cvHoQ/eSbpY7379/ncS9zIhAB+lBmvlKfV8ugffT8jl73vee4c0B99Dv3z/meHBn4jYWrq4vgB8wI2P2d9b8EecZGzwCd3/qGgcDNPt858D1ZXtaq4948HzyPxwRB+v7+we/o7xMj/+uvn62zXxJ/+cvPfm//Oftd+Gavj/dDvidnzuDjxw/B2q58ssU6HLynSVlLSVFKX0fK4Qv9A+qb1xp61ha9sq4dyPlkfextA8uNrPeJu/vTvMZO8qPkD7/1mpOEi7zBQBZsjP9u98n7Ze/1oh0bYW342QzmI8k3pIcE6wmG7OELGeGN7MiIrLRPPg1jLYHJTvJISnkYn74S6wwCccaX88zBDiaDufO87fPJgglePy+ogfKCvP/Hs7YxyM7KHji/5XLMDqCzb08B5URu+rQBGw5G8Kw6SacCRgfoI5WQYVZ2lnMa7DDE2XfVsx0JHWtdRa3F2c6HvsUOCOMvtYakQEAPHNSvXLcqNWoprjc49zIsYvJgPGdCUlTTllKj1hpcs28mkAGngONAhsk3FJNPATw7SII6ZJCU4xWPQx0BCodCf8rQhC9JSVdzrJJ5+lDm6USS5z85WByTN2Pj4EhjXBYaGeBN/c7Ob4wl6cQzfEEDoGccnOIYhzF5uhmQrDnzdjerr6UMPM2gh7DC3Gw9RYL5wBNHOVLmOeda2eF52aE5+obr6Js08rFcs9eyyzulzpEH0Dxoka16rdfrlY9pL4yN9dEcMA75tHY033lqPmpt1tdsWafTnoE//bkJYm7k1+uNj7c7H8aChrkdF9nQTSkVESIU1mENiSfV2ePOOQZznT2/ns5RvNbo88KnPmsHp7CCmKckZzuq13mz2QTp7HmfA1VDf16HLpEJkKc9fDEWgA9gDrSxz6CjjnGYM7KsHKyhoQ/8oTnnSV+zTTnpS/78Bpp2+rG/WKuD9XRcgiK0EX2vTLYFbF8O3owFpBIS7dH15rXqY6PL5r0VvjqNTNtcCqe1rqOW6va26HwKScE8qvUIJGU74yJb5zt5nMl9klP2gRZZYD30TD6iuH8kLXPsdeffOhU8kkcLS0afJuvgufFE9Zr5PTRQfg8mrzz+hgaq64tV7I9zduXRjcC52egG8lyHYQxEKDAkgFFRj2PowOBox2jDRjinI8YoaYcWyGaDQyqlBvlYLqlEtWEXZMu6FrI8xUTU1VKjqLrODPztJgvpT0vi/JIUSWs+1XCr5ZgsxzHR5Zhdd0wEl9nNvnHpsimkDo7n09ktTzg4md6/Dyh1umSx5FUUjCvJ/KcEfXBOOGd0Eb4YC8xWNnWMcx646WOykyzkoQfMD6fOOKOMUxyQrDXzpQ0+jH3w0zx5N9mB1pOM1DE+GIFspLODGzo2q5wHAXJ20EIWSSRZHyZibAIOkJTBl/ElBfKWUmO1Xnlcn6I4UB/2x7ADzf7wnD0WAXw6BYeuu1JKBmr4V68n6Xq9iZXf3VKeLQ+BirVhvFJqjhe+FPJ+KSGhj0gnPzPOCbPr5qRfmx86Xfm4F2OYzTd8SeZiFMtBm6SUmfGgYczw/MkDys17iTw06BVQNrv8SJ1n9Xw2vhmQlHuzWdGSPLdV3uAwHuNCR0o7PM8BXyD1fknnG1Xq2tdy5F8QtF6t42V6KU/zuMgIXyoky+d9LMlFgl14znMcHfCP7tv3R7OaFPkPOoXLJm8RtVTrtIbVHMgBGAPZqudMKvM39akdGoDNnW4wSwloi4qZy/wZk14RkiJC7u8BI0Jy2Z/g4oY+KBit0ZKlZPJX5410eMXvpQGv1O/F6pXPX2tgZVcjP2kb3tLNex9ElJCqE2CDVQR/yWxvp8+vXzz5aHDlJ4CPft8IOBK+8PHewYENHH0332ytCkUt1Q5oHTjElZ1i8VNXdXpxeWGndBGlegzZlOxcmhG+Dh7nye+VOXbjWD2aAqNt9jKUSS20ubtjuG/YkJ1imVKvc3ExcLd5UrBulsmV7jC7bxim9ZzDV6klSinORcwmTsfhlDxtGz+FVc/ZnWJ/3Ptd7FNia108bZ+Co11w7+Pe+zz29RGk39dyhEgfAC8VxWq9CkmBg5IUxTryUA5yUx6l/vzzL5lyBP3nP/85j5451iSg9OPwH4P3sLUWH63eJ2jnuPn+/j6PgAn+4at4TqwH7T/73fOjj705tfjg1xD/+3/9P/GDj/Q3frqcvGYP7rvze9nZjjlS5zXC+km9BbpSTHbYW78X/eUvvwRr9ObqTXzy+/yffvrJR8p/iD/+oYNfK7vxa47Dfp/vU58en5IeOX795XPOj/mvHCBZW8E/ESG5pBLILgkR/GS+97H2QzzCx+Nz87O1rMxzvz/E5JuAZpndO5cY3qC1FjPw2je3F9UIp9OYY6neWzUUxWMcrcvHHOfeR9uPj9vgWJkTEsZ9eHjM9kf2pucF//CFnE48rpXljEX2dwtJUWsJLvr8mr/K9qvfaf+S4OcB+NWtyU+5t7e38eOPP8X//t//20f/bzzOg+XgaP1z5hkbWfYeF9lbg2sEa3vvdWOvICd75McffzSvH4L34yQVFSgAABAASURBVBfet9jRfrcPbpKYeymriGa7nuXUcAqfrd9R84oDwHPnPuxLqXotVqGoEYZadX59QlifXcfRT0y8R/b2BfiJreWlrVkXYRw81we/VgBPHq/UGhyr40c+ffouf+K9RfN6TrazQxxNP3MDYkFm1zcjQiHJ+g77JddYF6XUiChGhJZ/8cWlL0pQf1HxWvhdNdBX4ndl+cpsaMBOTd79px3t/Z9mEd74YcOQnX7IBh42SAdNgtDeQRXnUe1w7+7uHEDu/N7tXeAwjjbYAYw1QoFBVRsV9MVBO8vuu95sYuWAUUoJWQLLEuPib4rjhHD6kx2sm0NRLEREc9kyx7hoS6Htyfw5b3Ieo+5wT/MIvxMwIjIfvtzq7wj5zh9QnnESCygj43qzjlLRRYujg9zWAXu33wXpF7AzIpAjP0EFneVgFhReIZlPDXnefc5ylflaeBw4zpkfWsLRA5woDh+nunbAxxnzw1H8kJLU/8tG6Hi3y5hPdopbB7SDHSf8JXV5LRfOGNmK54qzJNh+9HtTbqoIyARXHPzsIIhOi6zz5i3ioEfZksZ0nB2I9w68n4MAzh8z4V0mwfv7/IGq7wIHTJ4/cTkdD0Hg2Hn8rfHowPvgm4dHB0ECX/HekANDhKJfpIpSSkgdjM1TPn23nhv7b+egQp50n4F7jgiFpIhQTJ4DsFq9DyIRnktEdV4ZYGgrHlseJ4y+77bx5ID9+PAUW8vLGm495tb5c+wJSLaJ8CUpJJlvcxoneFTnmYMCPuifuZMSaAdYd9aDdSXo8pPnjPXoG4QBymDvuaK3WK6j9yI8oaOdGyFupD9++Bh3vjnjpmxvWcHBpxvNQbpqFYoSMRfbQ7HcEaw/MsIL+dgLfQ+FaT0/0wtdWX8R9Dfg47pwW7P6m/fJbEy2UdZr6zXasw/Dl2T1K45+NUXA3vp10Nb2U2vNn9W4u7sN9hE39NgJdMyNG2geGmYvFvvZnJaP+YWWdZTrSkikIJxfEBG9JvrlgslkXs71qtfv318D5fdn+crxXAMtnve15L1sB4aR4LxJMaLIy5QmxaFibKRZ7S8bgb8jivuGaWxjdgbu6cxs5waODuqTDZo89JLCn+ByLoqDSSiyHzSzaXEEruADmZuVCH93RF6SorkOB9g8noJto+BqiyORSt5crH2zsFnhdCJm38k3tyPPb8HRThPnhrySAp2c6yblsQ7C12gzWfT6iOobGZrhY5KQdJIxPCPq4U0b+pE8T3eg7lxe2v8xLGtiHs2eFkREjispU+SUakhdhyZN/c/WE2iuAORB+JIUBAz6ztY/cqdeTEvd0An7CUcMb+rc7DWYQ1KUUp0Wo8sRvqSer3buEUra8AUt4zDG3oGMIDF7LdGZFtlpb56jZJ7eD82DzZ4DqVmEJJLk6Sa6Zp1MTxm6gST86mu0zZ4veZqRs5QSgDJtyEVKGzoa9ewB8uzHUQ8faKmHh9TnTP0AbR19Lamn/HXqrlH8RT1jHdP+Jq+lLcX1yAMk66F5+gl/mZkkz8H1Qf0ck2/WjoanGrJ+a1lF9d5V9KDvrRoRcuI+2dc6d8pcQPiS3OZ0yEMqKSTFmGv4GrqnH3KTQjtSD2Iq9wtZOH/cgbY5n8y7/JFttIPoV29yBY2l171+v5gGXjX8Yqp9Zuw97Q3Nx+pWN0ac7KDAcGwfafTUSaZ1ZrYjnG3NAIOSXG9m5BOm6X2bHSSYv+Ahmd40fKSef6af3WeO5jFsnpAsEJa35EeiJOl9qXN5oUq553BJgYOoxY5VxeXw1SxmhzPR+7vsTv9onrkPWknBGBLjWyTzoT18iXENZz2vyUkLqQTOae8noqNvAiT59cHGx4VXTi+MTb7X5an2wq8icLTwow/pGJfUDP/hD/TAErpPi7C4kkJSRCgkRcRfw9NZdOR1cVC0plw2penHvLk5Yy57B1ScqTzH8MV4rCVw0R8FgXfnJy9S+pAOUD5Hn7NljS4XsvS62foElsbNkkJyEDHBnHtnlD3k6UPdss9Ng2w0ybJKo+/suZkhDX8Dox+pBE8FegCz7YK57Je1JTizhgMEbPI8XZMPX8yHOdNXkmu8Qp4H/P8a521J+k156Qc/UrMyoUKyDZQa1TdEkufrWtos8jMP17s6y/gC2sInFoquN9Y55+enavgzZ97Tb7xPV745psx8QB+7heSx2rPckoJrtLvJxeXbAlHvii8+2eovN5/J1mxHc5afiTvvLJt+lMh6p7w+cadiXu6rvBzrV85/rQEF/4LvxbilascYcfQd+9HBBWMl5UiVo7mdDZcjRgwZQxuQFBgvzoGUmJVv0hXhpoRN2LyHwcmGF1mGP5jTqUbWwzeWy8bnnM3PwSOdilNT5XgqOvHGuCUF49MfnjjSvY/73TuGbBJ9/nngjHFW8uTgP9u7gfAlyd9hWdQR0dOlHjp0yREnR+FPT092PlO+3+Q4/Icffsh3xv/yL/8SP/30h+D4E0ef8jsY4BDhEV9dklzj2XnyyAQkncaWWyVlOUKRlxUK3Tmol5S6Q39DV2brNXIH95WB3sMX7U5i8j7Z7w4+Rn/yO+ODaefcO/lU7M6SIHPdMd/h/sXv3ce7Xt73gvMy7/j5FTOOcOmIjMxbUp5OoH8gKceiHUALoJ29jySF1MF8gCTvrXYC9FKvm72W53xoA1LnIX07pQ9rww0JMvPaAzshoLGGvJ4Yv0bIGn/8+DFv1EYf9gH7gvEB/AYYnzxp17ucBU7y85zHLuAJPXNlfdiv5C16PFPScehgDux4sp1jK/SVSvBngdc+paJvi5Y/28HPS7AugLnye90f/drl++8/xfX1m5Dk9d+fXjcgS/iCB3A214u50p+UcfuYCmiQ9xySw4H3EHqB3+S9Nh2OlnlKXvSNf+yS71n+McpXqt+kAa/Ub+r32uk3agCXHIFZK2RDkboj+9ooMJw0OD9ZHW1AGFMsF7SSAuPDYZDG6WKEFm7OGmibc1nGKH1EDi8cyGyH66Z0rPYXZE8waRCveYIDEZbXAZTjeto6fQv45viyq3NDjme+Cv9zo+L5khTSPw74AplF8jX/+czhS7S48auP1HUKLYEYZ01KmeDM777yw0q888PZk/JOmyezo51qOrk8Ghw3PX0A6dvjIVun8LdpOpU8V5fzY3ds2aEbyOpvfNFOdfENEqB8gvXKvkC+vfcFebO1U20J1kTqc6dt7xuQ/t9LPgU3MOdAJ4A6AiC0jIuOAGNKyj3GGoQv6oCzX3xM5rkyX53qpZ6HHpwanIE/cDY/tAMKpEDSN3lKfX7oAPt4enrM99v8QCBrONaVNSXPWrPm6IM+zJM1ZgzG+9vQqUkiL8tzqjplJOo7ImQj8McnUC3OL9efFWljfODuIda6FqeGeSAn68INJz+DgcwE2JzfO37eZRP0hQ4wN8qllADnPoE2+jNn8uwXRJG6TJJCElVx/k0FPBO2uVyv0ZnGvwP36+z+Dt1r82/TQPlt3V57/RYNeDOnwdFXUkjPwNhwMJeXl3l8W2rJ378dhonhjP5S71dsqFLPS92hQQP/E4SboMRSQxN28qCdZAkf0XUqeJXwd2SdK7FVJ+HKdAphJ+PGcG/3j7x40kcWnCfBjx80k+mQ5d8DHA2ABwOdpyNPPaAMyEuegUEevcED0I6e1+tVIC/tpMWyhieYc/UXfQD0IP6Na7SPFFKJ8cl1mGVmzmmywl/UMVZ3rAfrdA5JsVqt88SCNvbAAHTU0U8qpludwDyoH+19rut8cl77eHXlpzpAfoBy14HX3ePSnzEAY+L0ScMXdBJzU5CHP0/j8AhfjAvg4aLn4l3iyVOmHpAHtEudF/nxBAsNgEYSTSHpCzA2Ddx8IiegLHW6kUc+5kkKv4HRLnV6qaf/Vj1tQOq0tZTU65AFmfl1OWQ5+qav3+yGLxmR8pdST2tVa806q8d64gbR626rKlVLfctTE/Q/9m7xmFLJJ2DGGfXVvADtpNXvx8lLsq3P+cpk0GK74Qt5qTsH+im2BdYTvZFKMrV7WVDacScgK1+//tM0UP7TRv4fNrBdWDe45egJgzn6SRrwg2K11DzSe3v91kdh17FebdLoOt0x8xjOudrgeYIfj2lvTmej2dDCNicpio1RcsEVzUHa/sGWGL56nTP+KKQOZyK0kDhqi4LbArgMbwBFju/xVqsal1dXwVPBzdubqHYm/P7w1u9Y+eloftr6ycfV/yw4Bj36KTh8SZbEcNbOziM3C0NhQZcpLGank3oay0U7mHzqgJPFKQICE+U5fwCrE0MHeunb31+3D3GGVKM8ekvKrNRT+rO+B79a2O22efSJ3vgrZjc3b32sf516xMkeDoeTA6YM6A9DqfM7OmCM+cCXoJrrcXOTv5lw4xSc1/FEShlHz9ogB2Ohc3jAH5mur6+TBzeW0ELD2jxjl8e28ADP9dus/7q8876AxxijeA6STus65sb45AF5IPX5kkfHtKEPeDH/AeZA/QD0yC4p9whlqeelnlL3LbjZ1TKWjysUcmHI7OypHMFPajM+82auyLBer/JXs955Hca7d7NJ256mo83SwdsVtZZcd2cDW6YvgB/gZxuYMyMC2gBtlC8uNt47b3KsC78TV1H6nqFv+n4TliByDhGllOA6p6NZVL7iP10DfXX+08X47y8ABoDhEMj2fm+993vK3XaXx3y8nyylOujdxO3tXdy+uwscJFoZBkl/SSGJaju4OQg0k531ZKPHUaSRO4i2BWFLKzZAIMl9iyH3L4mi4gfo6rzrMtrI7aUjnHdLuF+x4ct5ZOljmNgfV1mGOQgYm806bm9v4rtPH4N3yCs/3XFMy6/k8L7ut2IcFTJW9c0AIN/sscHIk55DUjBv6JElfE3WFU6dwHJ//5C/coV8vCflaJI2k+Vn8M6CvyQ04Iw/Htr6XxTg8vOnZT19Afr3EqBCQ4s8JdPwhT4Zk19Re3i4D+TCoX/0e9lPn773e/f3Pn25NGVkUN87eDMHAH9S9hQOmzy/YsTx6sPDQzpqbgBYC/6cJ+97vwa/GjXqai3x5z//v9bJr96TW/c/pszojqANLX9SlSNo6u7v703/5/g//+f/xL/+659jrO94h857dNYOeUjPQR2AB4FNUj6JVq9vKSXny/zQDykgzxzJQyDJegQl5UQH8GLurCm8AetK4KRv+BpjSMp+0nMq9bzJ8iP1siSXgZMgVTS/tmDfc9M9Ty1lITCvHJwZY/LNJmMPvbDOBNHU948/2lZu08alEswJHzD5hpIRqp+YoV37lKTWEtgc/eEHsPViPbEOkvKGjr3D3NETe4h1Ys1u7269hy58IzEFfweBPQQN48CjLjqXPCdvacaiHX0B9EpZUvhDt78Lz0d/l+iV4N+lgfLv6v3a+R/SgHexPbrsDOc8/sZAMQqc7sHvKjEOb3Y/Za/zJ515UsKgqMNoSAfGgMPA5uUpsdZi51ej2hAlpbHTJ06Xpch8sQGSlx1rpjYGAAAQAElEQVQGiJjthJDJr7JcZyIbcAQ0Z9/mGXnR2ByPQDjNSo+9igsf8xMs3ly/cXmdDad5OujkfP+JFL3QH8wWjvkMwFzqMpIf9aQS9SBCUiJ8wQOeA/AlP/nG5+jTD9rpb9J/38eR3Z8TDzR2KsSzPIw1+WYCvRBccM7FN0n8lPu1dcgJRvW6Qnd0IIAWPqWUAOf1yH7MeRy9zyav6Rw4fpw4yHV58yZPdSh/DUn5ZIwMk/nAW1KOQ4CgP0/m3FCWWpM/ckN/8IkBfZDxcLa+lCfPj/TreuroS4rs4Ut61o2LIbE/vc+sTOSBjhTQDkxCkvKMsUgH+MHOMcbsfZ7E/jrn4eK/+YEWfE1kaW0vLce2iNms/LZduAIZmCOYvX+rAzLryn8Qgh5Zn+L1Xrokr8ZNd/6t75Zl+vGEzRyGDuHbzJ89AOgPHTTN/amDdx9jEyol7ZSAD11zX0m5tlJPwxey58286SVKscztyx1s0i8/Ju0UznzZ8lp6IQ2UF+L7ynbRgKJ4T/cN3ew4huFgPBjauTGGL6nTOnsyGmjP0dtaOmjqJWXAx1DPgz4GPsajT4RCwhmCsGMIj9Hi6KCVd/xOeXqw7aehQ2/hI0bJfc2AT4Rca0hKB1Cqg0miRvHT9nqzTplw+r8VOB8Qvo4OXDhA9MWcXBWSEuQBuiCV5KR5bnOCevqc66PW6puLVaKUaj6ejx0atO78D30kuZ9OtO7e86d66znc3pXY2776ZjxkO1r3R88RGS1J6rRaLnhSR1uz8y+lpMzoVFLOj/7AI4XEd2QKrdTLjBO+JGWbs17/dgJlSSTmicBKGaReJz2Xi/N10R/rs15v8iYBmQBtgPwA5SEPeRC+mBtrmvNjsq6TlDJKzynyM0foSTtaykqedndNmRkTuRijee/S1mlm28zznqCePsx25CkPUAdGmZQyiFCOJSl1CH9km/zU3GxA0nO79DwPdFBqzZ8kRz6p0/V8eD5T5B/VOez9JL23bR7j6Jsf+DfrB0y+sZpcJ/W+8JQUXPPiY2bvFWhm39jTR9JJXkkhPZdjuSRF9Ssv9AekPrfwJYlv46sP1VT11N9JSM0rXlAD5QV5v7JGA7K1kYZCMux4uQOWSkhyC8aBwbY42nkTQAFG58akwTDJY4AtHdEck433aEdPXbUjuLq69Ltxnqgu7URXizOxE7CBTzgTG7S7mg1jxtIOnyl46t/7+B4HOlmG2bQNILrBGO7gvpHySObhT9Y7RT76IM9uv8tjXX5Q7drvRe9ub/MvNnF098/i7u4u39PBH9k4CgWznVL4kjy4Uz7IAsgDi22RccmUIuWGT5yu3kYfcKr+Oxn4/pskZotUUn4vpC1lYZyBpcFyxQI5VXhlklZSlp24bvm4wByk3jZ5bXlSRyekq9U6xjtrbuJM5j11zPWgnRufc1A3gE7hjXyznT1yMGpzEKJ8TrfyjRlry09t81P5AxzxA8rvP3zwUf+HOJXfv/9iH7C28GDvIj9HwMjGnJClLYqWFMgFpJ6X+vwl0vCFfucMei3lnVOHzKGZj8mi1pL6pM4dvvyYhgpoAflv4cs2xvRim1BCDgVPq85GhPxRSB1xunqfZhkBemWuyFQKtM5ZlmZ4AhHyB9hw3dNV/qbNDZIbotPDI/u4zIfTOH6+BH0OXwINbZJCwue0L/YG9kX75QV+5Dr3Eacs3ACV4if2HLfPF7oBasBSJguW4mvyUhooL8X4lW/EJKK2WsiWZ4WUWvNOm9/brD42K2Vlp1QT2AVGhrGBowOoJLeVhHkEBtls9KQ4uKMDd/ha+S6Z/zua/6Lz2kesm83Gtc3BfUrjJHA7DtvwZUsHTjwgPDBYxsMx8/4Lnvz1reb2hEWf3Zm8e4Yky0POPFwfvjBsnNDW7+zv/e6Yd23VcyWIfPfpU/Cu7bfgk/vi4AkUyMd7vO12m/OSlLJIVu4iqyRLY7lc9nfm+ZJkmUsgE7KGL+bE/AGy5/xMJ3UeJvkbn+Z64MQfSSmHs6ePpMxLCjmHOPA/h6tDUqLYaddaUsaIPp9YLlNkfSm9Xerts29eDj6iJuANXFxslkD53jc8b0NSvq9+enqMx8cHv0N/NJ7ySPzp6cl1jwnyrDtjMCw6ad5n3r7eM7P30CHp7v1emzb2F+sy3p33tf0p+B1q/otR8JPf41IGtPNul3SAteVGDl7Izztw5Dj4qJ25NZRmYZBpoHpPnedrLZ6jibxHm+VFNn7IcJoOMc9HY3bjbP0pb2ar+0vW6BnaMs5I3cFzbgnyfwvQMx5p8drAu9oOS6kpk77qaI7Jkz4dR+9jgKzIGO7Xe0myzCX3K7atSr05eI7+jlpKtqMneLF25GO5Zs+JPwWcP0/jPQINgEZSjkMeu0f32Ct2Be+rq6t8/87NF/Z76ddftdZgnma7jNCT1pOzb2rAWdVr9kU0UF6E6yvTZw3gO5YSxkJQPPpJaRhSNwibjK2CuqMD9sQTssuSsif9oFuK6QCODto4OVKTBsHt4uJiOZ6uNk6HLhv66JuMlq9hWrMDL2Nxdz54IR9jQSop8p9TxkC+5oAhOw5JMS/8qYdXc5k8MoV7Vj+ZgdV6lfIh4z8DnDpoHhyeAP6xXNQDisUy4WDC486W0V1CUnANGvIdaAD0UoTSEUpK3Q76kcZyUYbvUgyp86cs9TxcoaMu4WpJpi0GaUe2nX2d95EWORyQBonkflnoe4U5snboA1CWigPUOn8Yib0QvtAZgAZ66ADlUc/Y1AF3CXQpeTyDcm+fgnZJgZ4Ba8n6rL2+tZasp+4c6/U6ZRop9JvNRdaFL+QYe8/FkHQaP3wxtpP8fJ0fZanLWnwDJClp+xer0XP9u9/Mjn69Djv5mm60fJlKSvmknpZSkgC9zLbZxLL3QhGSv6LzZ0z2jqSsl2V1k/ebvxVZF76gcxL/H3t/wiVHjmTpgvdCzVfujC2zsqrnvDdnZv7/j+r3uipjYZD03Uwx9xMYzI2MyFq6wqvP63SlXsMmEAgEgIgCauakfJMHAfQ2HvRb5Tm0PXuBzILUzWeY2q76yJOcPBDsCtucyhWvffnkfZxHfMIeY7jkAQcUv/A/rvevaaqnHclSo8/NmV/W8/UkGoiKn4TvM9NooGXLkrl8mOssbL4sU0fT9/fZyWxrgYW07jIAWfgYMzLsYcCzAGqR2mMdsJDImwaPNAuNRQ6IU5/8Hmfas/icBWXnMxhlLK612i9eeRAYx+R50gg9NHbom9WCUJe8a8pY0CmKTKM+jh/ZlQvHTnx0OvLH+VAHGf6joB1APWREL8TTTN3EAQnb5Thsp09rZOuyLa6SJ3ITh35ARUMe/aMde9CTNzFo+4E2tRKfpao27FHPHuGaB6I140hdy6W/wX+R3WRb84Jm0hK3XeXEe/ik5SK1LeWmG5SNOms5U9LaX7bLKZ7WqYuii13RrOG1J9mnH+vaYZzCNTLbroesIe/IT9Ghz+QDe5TZI2RsADwmjuWCh21RF33brvnEro+xhdZ2jeGgaWkzvU+H4Uc5ID5BWrls7/kO3dpDJuWCBiRa/Z4y2o80lP1bsL+kR0YeUGwf+G556I4Oe9acM1i2D33o6QdtUI/1ubSlZA5JKCXb4iq6REkucaCsZx58ibesQ/KVNVV0qWC7+MAXKBd2ZurIHuNph2nKqGe76sBzgrptn28PueGBvnr6lI7QqnrYAP3+lVIFLYDgJR/PeAINtCfg+cxyr4E4rDorJ8kiuM7x5Idff9X4qczHevc4FxLhNs4TsFigJw9Q/xiPeTgnxXDs6giUI6953Ai9zfr5LVpbYiA3IRnG0bZa0GNwaLvHyCQpN8mpHvNZEXbPtmNwcQZdrbXAobHW1N3mJCEJOfkc+/Mzp9scn9/meJs4sg3c1nHtbZXdRfbbHMWOI9y7vGvfxgAiwxpnQzhBeo0RIa26nPZb+rKkWcdJrZJ65dmOrenJ232BUV9Fj/w2dNLIR58WF20cgzzbe96qy3bxIQHt5KHIQB7ofGjQ0R5JaG2Hl8VFGhCfcLNCUn14LLOUW/vLboe+H7e5Lz4EtpV7z2tNfk/aVXeJc9DRRR+YAzOkyB71aWPN++9ddnIPOYK9u7vNuF0F46+X3dY4z3G824/xbcb3pnB//1B6tq2pC+WifyDRum1XSB6oRD5sl9yJ7vvSiRYmnT1obFe+PUL6Qwbt2iOPNPX+LewyrwF01AFr5mbN9yTQIXzB0lr6ttQMWDNXUyzv/xFfU29NPuuFtJ35lwj8yacNjqv5bgB/jvf//H//n/rzn37Iq49XoZL4DgntjjUp2eZjtJd1S33lsh05soCVUUt+groppy1CMghJA/jyquEhryv4H+cI1/S9917t2GkrlWC38lGtSs4/7ctkPV//BRoYI/tf0NDfexNMdN4nffjlV/300y/68OHXvH+8L7Ww4Ils47hZLCyiuYjJt63cQRZ5FgyLLcsxaRUwpvDmt7E47/vs5pXLbhr1kpDzMdC8aLOcyB78bKstw4nDq/NzlBzHNZxHo6VVTsjTf7O1jeFGhiV1WmvFh5+akC9L8LqPYb/Ou9XhqG/KuF9dXQsg67EjJ43c19fD6KOHdRq4hOlyDLWCSHaUti17GErJ5aChPd4JrTGS6HOCtGJwbAvZlYu+kE9ow9PlYMgDIZHtom9tkeSSxXblUQ86QqCU63D1Q8x+5E2m3QiqLSIpTjDoK+5Img7BE6RQ5l8VSra1LEuFIdO8iB/oQ9P2Y9TzcDXlbM2HnfWsR9hT+UtdSaN+lUbWnTDu9/c45ht9/vwpY3t1cNLX+/8qk3GfjpyxBdSBt+2SG77KRZsTSVZ/CI9hey+HxQX97AvxCcpsFw/bJGusoCXB3KDdY/rjODSkJz1x5iNgDZOeNNuHXXir+sI4wJcQUDB5yJKdDyn6Wwu95nGvfHhu87CKbnrmJl8K4zsA/8f/8f/S/+//+//RX/7yD3nvjOPu4m8/FF3GSQrP8LUTSjX/kXFku+RSrimH7Wp7plNUdeC3je1hXLE/OG3G7iF2ZNLaow3qIOOaudRJgBTlJlao+FLR548n0sCwHE/E/JntowaYzLZlA1WIEcEZErLolYtFDBItGttlsLKea9Epl+06DuU9JvUxFNS3nVLFZmRpZWH3LK41BgL0pKswH8TXODTCNFIGnKPV07x7PM0R65SHcpAqxXPtMVQRpKUdO20F7K69tJLRjmFImxgC6tihOWrXdpozRV8i+WT00AJkmyDdWqt393xRBvmgxdDc3d0J8KBCGlraPk6jI75k8+LFi/qDF/RNsmyLyx6hNEPVhU4nbFf/aeMhDyS0MdsiD1lt15ggH+8mHX6cOjzcb3Oy8hBnt6vxm7S2DzqziadGQttSHpqiZnHZSRPZw7bsAbLW/fiuczzJ3Fe2H+lsVwkfyB5VEy3YLiOP7BO2I/O2DDt9pM+E6BYct0ecMmgG7zH/yAfkKRdx6B6yh11YYAAAEABJREFUoyMkn/HAUTG29mgT/tDADzrihIA4YGyow/iyBpgj8KMN6hGSTrN1Ewcz/+B0Ukr+rEM5IE07lLEDRsazrA3aoQykas2LNWOwyztu8gjXjIVk2Y/mFT7KuKSLSgnFsi0uPm1X2snotYYeMm/u9/Ob+bNNW5Kb93TWvHoGE8w0of3bcmiQHxBHTvSI/kqPm5O00WueUm675oU95r9tUbcltB/7plwHfc4I/0Ff8p/ifuYpfan9Z438oRrIBO+Z43Mqy7YcJ5SIWnM5TBYNiwccN561GLLQewAmLLS5oKiH4cLQEmdB2S4W0EC7xqAQz2rM3QtQkIeRSYZa6vA/E53FaZ+dnZaDxJjCD7rBA7Zd4ym7R64WhFPuROTWRKhc8J0Gz3JyYq7SGduyXWl7hCRsy4nYfEprjN4xkAF5zs7OyvESkkcb7Armzo40bWPcMfyE8IH+2HGjZ5oaGG0ex+FtO+PTDlAu8uHJg8IuJw7wpk1AHH3RFn88hfGgU9uH4bRx4LscOYKwqtu2bKcNQFuE5KmuHiNPmyRsE3wBG2OKvkIZ/fYY+55QqXdMaLvamXmDhtSoRwxMHdMH5hR59HeCfgJ0S0ifobFNUOP2yDtSRBZoQBHkgzj8qA9s13zjD7vgGG3XwwI6pp1JSxyQJgSMIw6VNYDMpNNEPWigZ9qa8hB+DeY+9ABa6mz3u95tdp+kkZF6tDMf/GiHMhw0Zelm+t6Dtdpe8yoBfj2MbXQDlFHp1aTtjIeUTx1fdnIsJQivnWgbPfCngu9yuoFMcGluodkTJtBXF1k2n18WICs5tqt+yRjh57ijR+YtdLPMdjlu5rZy2ambtc56by3xpJP9xU2/09G8Iuz+ouA58YdqoP2h3J6Z/a4GmMw9S5cFsZbRH4+jp6cn5YxYNBhLFtHjIskyTcW5kFjIOCqMBsYDY/fu3Td6/fqNLi9f5CFgPC2zwAF01LWtZbMpA9kSf8h7xrvbm7xzvBIXRun1mzd6++6txl884923YjxWirPIK/jNx6E/e4fxkJ0ox6S//voxrwE+hP9NGWGO0KlMv5Yc6wIbp9PD2yKffmM0KCONnh6yK8NA0w+MJu/8+PnQ5eVlGUgcNqBN/sQlPyf68OGDCHllQD710Ss/XXr9+rXgQ1trHmgwvPBGR5JLDtomvebhgTJC0oA07Y22Rh9pi59IUY5c/OTphx/+lDG9kMJzjoNy2S4jaFv2gHKtJcuu9A0f9JrsukMWWhXEFUNbNAlJTiA3/cKYkjeLbZP8V9CrzLaYT/x0i58B0Rf6S//mf/v5Ibql7+iAsUEO2mXMaBswhuibvGKcj0lHGXHGhHlMCB3t8mdZGSN4oDOO1WkL3RIiBziWgbapy5xAZv4GO+sIHpTZjt4cCVSh7d+EyEM/kYd2+O7JTz/9rF9++aCPHz/l+P8u82LJMfVbvXv3vtbaaR5wt9u15jaywoN+LEs7jK+4MgiUTWT5J3foO5Ek1/i3ASU1QIm0ywME+rnJqyZ+xneb8D7Om4eCOo0ZZF980g4Zjy2o+qujCxr40l/G0Cnjr7i9T9++ef9NvUffLJuai/QN3YQkcvbCmnVx/MU3+FEO4GWbNq14lSx1/X1c/2t6GRX/r2n476LV+GemvFhtWVE9To7FR5g5Xs6U3cJpjuAwbMdGR3VRux8WEouOxWRbFxeXMSSvY3Bf6ezsvIwGVShn0bHISLc2DAq7atK77Cbgc3t3K1mifRzaMHxneQBYKr/H8Gh/pbkyLVm9+5yeaI9cvcKefvHNcnYIOEwML/FtPaTEOKUWctiW7aRipsK/ByQoW7LSCUnTBwwLoB88XLx9+7b6i3EmD/70gxBDRLsYetq+ubmpI0b4oFucNkYePrRDu/AAxGmzNR9kWyMXZRPwAbRHOxhT2qE92oIHvHm4wImcxbijMMZhFx2kt8Wb/gHbNFno0d1oB13mYSnzpAr2H4+klHetoe+RD+xJBu/oz2Y5D96z3B7pSTtDygHFgL8DgANFV1PH9BWH9vHjR9Ff9IwOdjk9GHUt+jOBbuccpnxiltNPdMKYwYd89DbHlrrwRqcTyEDb6BqQPq6LvNRnDjOXkcF+7LP9Zdy27AHkoz34XV/fiL9Z/zEO+/Pnqzx43uao+iG0rdbYmzdv8+D3MuvjRLMf9AUe9KO1pXRhW1wZoqwNYgPQkTdSfDLQPdOE9UF85EG3y5xBJtYo3xO5y1plLfSMPVTH6GEKyJsh8d8D5cgM7+IXoovzC73JQy1/KOlFHopba4f+7TLOIambugOR96hNCq382/eboOG5teglhc94Eg20J+H6zLQ0sPOuZ06zOmW7nCvGiafaCrMTJlzK6DoLPaT7RZGg6rCQwNJa1VcuDAeLiJAFCFiQLDTybZcRoV6LQwpjbbOD7dndjbwvea11vLcLWZecO6CebdlWXRGI3TNtxr1IyYYmlWqh0wf+VvmLly/08tVLscvveUIHawwA8gFkncCAABwCuNu/s4au2kl9+qRcyG27+oXOMNLsDDHYGH9AHuHM42GIejq6bCv3Uc6IojdgWw20lq712lkhA1gyTjg12qBtQJvIo1zITd/4LTz0pHd59ylZ86KN0bdd9LYN0CaI7qFL29BCN1CpfFAOJNsB8qnqww89K27Apkz/5mW7aGjDdvFBdtLojH7ysINjBMTpLw9CtkX/oAeMIZjjRx7lANnQw9d5tEM5oBw62mXM0OkEcqBvQvJof+qbuvAB1Cc9QXqCjtqOzgagh452AeN6eXkh/oAR/QS0edwWdSbgy7hSlzzknqAt8pSxIG6PNm2TjJ67ePjaF1ceJXY+c/OMT/kuzpsvi/Ggvcv66XunbUNEtcyF3MS+QNZpD8gjtF39nvLZpqjGD97b8Ib/wFr51IPo6zrk2S5+dkINJKBISp6er/8SDfwtx/1f0vj/7o3EAfQs0FjlsZJsl+Npy3CcLc4B2BYXC2aChW87a8Gjzp5WuYbh2NUiwyACjAj5KU6dtoeTtDDqLExC2+HnlCc/xmAXA8ECJuxJV7ua17AMqVIZ8MeoYFzCIHxa5VMPY3qRJ/ZXb16Lo/eTk41w9MiFfNOoHzto8kizu2JXdX19nePJ23KWPSoDNEBYbceR2z6cEmBgAacFOGvigDROBmOPfnd74wQPeEmj/7bFRd5jmWSjm176xSEhPzzoI/xfvnwlnBnt0C4G3nbRD9pV8KMOofbXbGfk47gzNTJBKLZd7SYgqUlLWBl8mA9ABGhP19P2uudE+d+G7Wrnawpkoq+ErTnH/efVR/6sKTtawpcvX5bu0SnjOseOEMxxJIQXuiCcZcSP9UF80hBHvzhndDpBm+gZECcfp4oM1EHeCdJfY+rP9qHL0CA/bQPahe+rV69FP+fY0g5l8KAN6k3wcLbN2iFtu3Rqu9qAnghJ21VGOqOV8co4ZW6PNJ9WCOTo3IlOmrUeptdaQ2voDzzFlXWZW6G380HWV5j0ZNuW/QjyKKdPUw+Eu/Rnl7VCn6AB9qj3GG/1YGs3pUiyctVHRI9Q3L0/v+OOVp7ybk/J/Jm3tOIDooges4qDxFCwOCbGgnk04nYXCwKwuFK1buIsKOjhgRHE8REnb81uOusltE59V9h72s+Oj7rwy1oTTneNg95lkcIDowqf+7z73mXR9pQha9cq6AiditTvYTgQNsnAeHb6lXo4Lwzed99+J37KQvo+u/zPV1f1zpv/7pH3pbxH5H3l58+fBT7mGJY0+cRx3vSJdtgJAeTjyBaHQD9pZx5LczRNnDZ5x0xImnefGHvbdcxLXfiscf7IDV9go6ueh4UxBrYFzf39fY5Lb0pGdEQeDwPw/u67b6uP3333Xf0XprRzcnISHtscr97HiQ5e1KEfio4ISQ+DvK02lAtZcA6ELuPdZLsM/CM9Dj7EuUvajAM8k6wbum3ei/bMAZu6vfjTJoBohsRtuIRD8Rkh/WU87nIsC7+Li/P6W+Pzz5rSV3SK80Re6BkTxg3MMfzxxx/zjviXvCP+WN83+JB344w7+TycbfOqBr2jL2RhrBlz+OG0eUigLdoduv5OjCt/KpV38IAyHC194t0vY0vIDpU826XD0uk+bg+90D7jSV9p9y6nPMjy+vWbjOU3gjft0zb95eGPOrRBPeQkXbqW6ULpGp3t9mstGq18pTzN5lO5esZ0IAkpBW5xggUrQbJ8ALIvbRF/839ZWk7bWmiccsnKlQ+PmOzE9khJtTND9AFImw/GPPMkRKIPD5nn6IC+3d3dpy95vwfdHtQFttN+G3IsS8XtJucf/YUGHaw9c582tNNnPV9PpYH2VIz/UL7/D2WWhdy91iyOC5Vsq7WWxbjJAljUU1STPc6kx2GyAJQrZFXW9+WEqVx17WGAcLIYEEJ4FE3qSpYK4ZZWab7K8kCQHA1I9uCz5sme3QNhjwwxLbiZPdYKcfapkBveyhXG+Zx3j5wYl9Oz03r3/oIvy8WRkY+MGDuMAyAOkJsygPEGxMkHs0/wgB7DQoj8GHgMN44UEMeh4EAJybu4uIgsFyXibBf+8LNdfbFHGPGj7/Q1EXvqZT18sxd5YES7r/M+8GV23LQJaIeHFMYVunolET7QP8IVpW1Qif2H7RpXcVU9dHsMCvZIduZUPRhs46jJxYkuMaTLsqk+wX+NYSYE0MyQOLBdtMRn2Zo5+PAwHjrI22xOhB7p48vstAlJ48hwdNBs44QZk4c8oNF3wqlr4pQdA3raoa5yEacedaCnH/A/bo92GdevgQxhUQ9LD5Eb3vC1XfpkPOzRT3uElNPmQ+TFEdMu9dqypK8XeYf9IsflLwu0S38ZW2SkDrTE4SOr2rHHfKm8rBblspuUfOVi/YGetaU8DJNtu4oTqOVhDRAHqZIyyq22tAJ6wclXuZWrPhLqQGvPvBH2mkvKvM6KTpx0po+4bGtpi1rjdUvf6/Ah82obeh0u6qCvmTHTPXMlnNNbOAJSgypFZWlG6vnzqTTQnorxM1+xqHrPus5S6vyM4zzO5FUM/+scJ2OclmU4bxZEr/kfSo2LPAwFwFiwyHAcAGNCelD+9pO6oFZh8Q1NQvIA7cLnLI4WXpvNkkVs5FU+U20s9tTKTXwVJwEnJ3ng2GSxxwCtebLelTGSlqVl0a/1hTCM4X127y1GgZ9GnZ9fxIFexjBelmHEINJ3HB6GEWCU3+6/fEbadu1ccdYAHfQoaCJClYzo5RjQTZA/6Qltp48t/bAwMysPLDkp+G2Zim7J2ADblT7Jgwi6IqTO/X6nQjiNOm1jpFuM8Wazqd91E8IHfQDi5BHX/urR4y4nIPzHELu9TBTZrrahtV3Hpuh3QrnQI/rjgeLk5DQ7pjXYZTx2paMevYXscNve6+CQVRHaOD09rfaog37oF20xBvQT2SYd7TKOtAuQgWNmxpF8yhlLQBk08Ic3TpMdL/xxDPCdITqkLUDbE8gAyJ/01EF423ajjesAABAASURBVJmDS+EkcxT9omdktS0u24d+U58vUxIWj9KRo7e19IYMlNk+6AO5lQue8GYnTDuk7cGb+JIHKMptR//hl4cbHubgRzOtRc7WlBrh9vt3qqZdF5YW55351AKlVrxlBdS3LS77KBxRstN+L9BH2ge2a17O8TnJvG6tFb1tLZn3M02fJ5SL8WIMGJP7rHH40SdHrpa6tkvmnJPn7n6p5+upNDBG7Km4/+/J99/dq9bc3ePlMvuzGDoG7Pscr3IU9+7d23pfmLleBqPHeA/0WmwsimlAWHgYPd7BsZvlv96zXU/K0FHes4IAwtlZSoEC28Pg39+VUbKti/PzvL98Vc4U5x3ZYg/i2VM5xXJCbnvEMOLwbkuTjUHqwkEB21nsm6TXg7PlyG2JAbvMzhuDjTF/9+6dAEfbpMlHH4SkOZrE8OPYMR73cYwYCY4z6aM9ZVkPO2FojoFBAeRhZNAfurEdg9IK9pB/7lzpV7KqrLUmLvJmSH3S9mjftsiDP6At2kFG8nu2HJIP/OiL/ZhGh7Rju8YZ3hk6oUvqA/K052Fb9gBf8rvLUTZ6ucsRr+0aQ/SIDk/itHZ5ANjF+a95MJm8Bj/VZfsQkg/IsF3tEKcePOgX/aOt29u7Gl/ocViME+PFeDKutE/IOJJHGSCfNN9Yv7y8hP3hFQR8acd25RNHpxO0T/xRhtt6OCRNGbKAqpwP29WHBAmTkXuW27PMyc2N0hPYrrGyRz7zgjYB8qALAB/b4TvpW8WV68syD35Sxldac/rB2CYZegXmQ3VlyVEXUSYqvz6s+pc2lZjq6lmnFRFZRynNyxUZn/BeMx/B7MsmJyk4bcaPkPkJ3Sy3PeRPaFv2gHKhE9bjbebeQ045qg4SWeJEgHndmqu+tOj5ejoNtKdj/czZ2aZ257Bc6m1Zeoxa/2//7b/pH//xL/Uu7fLyIpMcA76LU91mkbNbWhPfVZyFwaIClxeX+vabb+vLMxeJs14wfABDBq1yjcXTxIJclqYW8MTP+0gWG8b91euX9Y72TXb+53HituohoOfhgXhrreoThmXJwuInboeYSNBjbdqyaJPdJfI85CkcA49MJ3mSf/PmTd4bfpt3lH/Sn/7054DwT9V3DHn0Ue9RCcfDzLvxW9LwwzBjJNiZEUcWjANykM/7UkJ2b4QTt7e39QW3GUKPfGCJrBE7/enB0DVpyWptke0Y21GGPh9ypIpuaX+CPMrgS96MowvyMNI9xpJ0ix7DUvOyLU5eyKecuoTKlaJ8jjtqLVlsR65WceXaximPft1UH+3huOfDDzpHPt71Qos8qVa37QMfO/1M7mybENrj/mxzFA8v+s943t7elNPcZge5RI/sqnHIvBMGjCFjyvto0ownIWneS//pT3+qsaXv9GF+n2Hyg+eUgTbJJ42OphzUY5wZe/KQG0AHoD3GevTwku5W/2mHuXAM8pBLil6yBuA9+nxbfYYn7SiXvdejs6gzUORPpHjc5I9Yxs9aWhNt2DmtCv/O/MiC6QBa8grx5JU3eDOX6NeaMkLaSUko+JzoWsND89rLZ1s2/ellT+gDPDgFY77wsIfjtl1rnz6jc9qwLfSBzOiJuHJBg/4ZhxojHhDTdrfkOGynn82L1PR8PbEGnlX8lAqO8Vt61lnWT7P76emJLi7P9SIO++LiLJNd2Q0PJ82CQRTbv7vgWDwY5k0c4iY7K1liIfYsHOp9DfhVUWzBmoXPouRdds8BAAuSnfZpeC05JrddDksRdfKhPnHbsjNNEs72kMUpBBihmZ8sVTrH6NS3LWiXpcke8cbibouWGH/itr8oI9+2ji97pPmEL0YI0C4hfQMzTR4gD3p4zTLSsKNt2qLMdslgDz1AU7qjsDDKyYMP5WQTpw1Cysij/zhN8pEBlCONw/sybxuDuqVK6eL05LROYJDr63EYvCNbdm/bzCkAX9tVp8by9KR4bWknDp7dec+491S2XWW2q5+VSD5lgDThBGn4F6/w+zpOf5ET/dmGvPjaPoSUQWM/5tmu+WA/5imXPdLwpS1CgDykkYNwpnEapFP1cFP2b2ES26M9e4QjPwtlRGpd0SZADnvQwZ92cWD8VTzKAeljMP7Mg9Zcx9JnZ2cJT2ucqb/NGMKrlluazVAIjOY9ghT2jB/tw6uHIHfKUp5IpfMAsGZOVDx5KVRK1ZA3MZtUZlNoaHeXdp18nDG2BDBG1DvmcRy3TXHki+VIe9v9fFgT75GvI2co0o18pq365OPLL7mR84w/TgPtj2P1zOlvaSAmN0W7HPHe6e7+RixsnOhDjpsA8RDUwp4GjzSLgwXHYsFYsQvAILOWbMu25iKknp2WsoCpR50dBjwLDF7LyRKX3dP+Q+S41y67yTUOlqWWalryYRvSMlzw6OFlp408KLDAd1m05BNfWqvvrO1iDJBLWcQnccabvANvzcJZ8XTO7ujjx0/69dcP9e1y4uSxUwaThhMB0vSTdukXBo9dAe2Rh3C2S0/kQUNImR05s1OfetDRRTl8kXOXXYLdhNE63b/T1f6Cjv6RXJaWdjZ7/W6KvrWWIssegH63W6OvLuIp1BqdcfJAexO0e5cj7rscMYKH6H5gW7yQ4zLHyC/yagG5pONxhP8a/oqJBKMt2rMdGRcp9Mi9Zoc5xn2XB0LqdNkWlz1C4oD6E6RtFy19tC34wYtw0hEnD9npG2P34cOHjO2v9c19Tkc+JM1YMsakifOtc35VwE7NthhTduznOe1hDGkf3rMdQtKA8aI9aKC1HV10kgVnLKfM9uiD/RgWUT7gOQHfY9AGQLu2Qz1u6InR7pK5TR1kYZ7SF341gR4A40rebV4p3PHt7KytZWnpax7U938nv7UlrxsedJ91n2ki23IaKOQjSQ10OaPds6YYU9rtcb5KLqAu6UISIYtOtL8sRyfOGrRdeT00/MWzXdYv8iMvPG3LtlrmNbA5EeiHsR86UV3wIDLopFTTvCgD8OyZg+u6mrLnb5WjhacBluhpOD9zzeR2TpGyasYi9HZ7L/7c6N3dje7zznmNY2XFMcsBhgO12aZugfJaFHE42+1DHGJ2almA5I1FBC21BmxXxHKxyyISzoSQOj2yYHzv4kg4Qte6lgMOdeh7kl1UtSsn8YTEE/TUhQcyJaoWQopaPkxclln8km5yZP3x40dhsPk50M8//5L4B/3448/6KSDNn5bE0P/888/661//KuhIS847+Dd6+/ZdXg28za7yXPRV+6tk2Mdtl/OyY+pQtSTboY9ECXMnrUO6NVfatqRjKJdDl14ZAzb4Db0pV6t2lry7tylLVuojl0PfvKjFMEsWX3yi/zivT58/6fMV+CziV9dX9b9p8Rex+DvU6BQH9jqvFd6kv5vNibYZa4wrDoCx2u2gUq69vAlsPhiyNflx0hkQZAUHg56SvUpqyJKsG/3Z1hJn1FrTuBz52wH2Yx9th3aTsiWnBGsd03/48GuN148//pTw54xtxvWngZ8z1oztzxlXyv/61x8zvj+m3l0ehE4ypm/0TV77vHjxMg9Ep1J0tsYxgSGvZR+3/6Vc0APbaoEdeo2L9NJa5F0ib6vyKsm0Rgn0PaqSK5MPyw5dW+SESaVOkxMvWVKvJU4+en3I66Cb69t6UPmUB1J+7nh9cyPG9fPVZ3369DHj/LHWd1us13kd9f6b97pMX5e2yUPzLjbgPuUPpUtHVnv2FXkY0551uFPP2kRe2m5qKXQKLSfOp7giH/35GlgeO1SUR7fjhZ2EAwc4cU4N1rSxppx2CmFEFdtw1zYP5mtobGTskXnKtaroU5aICopoo1qS3dvddp/S8/UHa4DZ8AezfGb3tQZQcqZ9drn3WbTXur25qrDn6RRDA7IuslizGLIQmO3kATupWJA1+bssIp6YMR49i822cqe5zkJJqKS9N1qLpLSaujw5b+Ps1zyat+Ysvm2M6I229/daw9OhQUYWdI9MttWW1A8ti7jAR/ilIa1xLEr7LXQnbdHpJkY9ZT0yKhcLml3JL9l9/fgjRvuvMey/BD/rr//yV/3zv/yL/iUhBh1H/s///Ff9X//X/9D//X//c+UrvDDs3377Xd6Bf6PL7ERbjJ5yrWkD/oC4bW1ov7X0K0aFvrgJh7TEcLbmip+cbMSrimVpShVRF0iWCuRTb5HtlPcyWvM/CKE9ZDjlz5mKttbQtej6RJvlJOEmOEmey3Ff31zr14+/1m50hB8S/6CPyfsUR/7p88dy6D2G8uLFpd69f69vvv1GS/qC0765ucvDz53uH7a1e0ZGO7JyJ3T6RV1Oa9b0WcknjZwklUdG1ZiJIdO4XHHK7Ra9nai1pfJsJ96CJf3YBEvFWxt5JyfpZx4q1oz79fVNHsB+0v/4H/8ixhAwnoD4j3tn/te//lTj+c//PMaV3ejJyanevftG33//g16+fFWO23bpG97IRpvIJzkytMiykb1I0Ttokbml/7ZlWy1QLgetNS3LIv7E76alD25qcv6lMPpwAH1L2eIlZU2bttFJxrAlbXISUuapwwqtLB/h7Jjbnz5+1s+/fMgYf4wTj8P+/FkfP33SL7/+kpOlX3R7d62wzbi+1Xfff5e+vtSSh76H+61ubu51mwfbXdbk0iJfkFHSGLseXexqLq+Z68pl+hBm7k09m1nS9pIH7pZqkSt96lPGxNc86Cnp6oMcmmQmbIET7TklQo77nAxgS7ANu+TRXk+5bW0y3krIQ+guY46+mGdFG7nW5K2pAy8lnlbU0o/oMC8Fc6s9f6s8Y/dUd3sqxs98pwZi4JXVEPS+ZuGtWuMce47SevKy+rI+RjlJavWsHmCzHMgBoT7UX9WJHzDq9329WlS1uKDrWYQbvXj5Msd2FxXPSo4Beohj2pYT7qGlBfLhgRyEa/jxk69tymmhLYuWGLzmJqdC1UsBKehZ1Hc5Dr4N1pSz+E9iqE/j7M6C09NzneZ93+nJWQzrqU5PTrObPiu5LnNUDM7PL4QB4GFjTbthU3drlp2W9jqhPTDbpF0cHrjLaQbpu8hBeJ80+Q85oiS8z67pIcfVMxzxe5EG2zzMwPs0MvNN/rOz88jgMqbw28bgRvUZAwW99AiPhzwIITfyn+YY/vziXIAj/9P0++z8NP0PUkYe4KHDdvgr8wKtEXWc9S7tjTT8lujeLYY7Y8K4ANs6OT1RWxqV1Noi+C3LknhLHkY9A5QYuiwZ029C+nCM+8h+m2Pe2zgU+ngfHY3yXXaJ29IN9eAjudqhj/QBnJycCucOkAGQz7H4ZR68LjO+p+l3m33Yj63tyLoErWA7eujVd9rnwYl27yMfchEnf5sx2mYcSFNGHMw0/WAeUkYeoBwo1yY6QlZkRKY1zgdHSvka2SZov3hFL/BQ+s6vOs5zzA+Y15uTE9E3QB5jfnp2Gh0tIe/pT8Zyu6ZPjIWl8GD+rPmY7aw4WynrqwVTHw6lAmtcHnHYBLbFWhxImVvMiZVJmbtdJq14AAAQAElEQVSrp0+sZZBc2S4oV08fe9rPdErqt3dPwZr62+h5DS2yoq/5bXS+5HaSh+FW63LUp07XyrOB9fwHWIZSnuizPRHfZ7algW19zo/MZjmrCJA3wqzA5JEGTH5CMOOEWUdkHdBr0a0xCqBrlvdE1jwYbGPUasFl0WFQ3rx7E+f9IoZ+Uzx2LMjCNnWRobLrAx49/KnPkzi0YatlswQnMSybosNJ9fBH/DW7cAwbO83r6+w2WtNl3u3h+N68fqtXr96I/8zgzes3mt9qffXqdcX5GRHfQuabycSXGNVpLDHWyKForsVIYGSBcpFPm+yAoMdIEwLykOM4JB9+d3lNAC11Ce/i4CkDNze35aTCXhhhvjl9GcdDm9Dy3vY+Tq1HIVFRHnx60XM0ztE3hh6ndRlHxbfqAf19/fpVdPCqdl4YP77VSz5jQz/u944JvnZmxn5IaBd+wDHMuxj4XXY66B494XgoQ17SJyenIk09mxmHHe81T+gvfSWkPUJAnL5ztI/OrjJ+x3SznDxkhT99oG9v376tMaQ/Ey/zkDjLGdNvv/22fl2ATmxHX/d5XXBdDzxTbngiv03fe5Udy4Z8jCUykA+QizQgDYhDxzhdX13VzpY8aClnXaBj2kN3jDG62u22eUB5KNmg2WU+A+pNvRBHRvr3Oq826PvLVy9Fv17k1IT+T528fHmZB5lN+nEv1sRd5tw2683OGsr8ttPPOMZd2t2lrTVxZ5fMKQEPFciHXCGr9ZnpJvOPDJ7nyFCTMycG3YiLcsrCr2eu9ITo2E7tgPgxvsjaJ9APWLO2AfJtY0/O8uBF/15lfC8yv09PT7RsaDd96T0Hd4WYgzVu+7iV5/gfrYH2RzN85veVBpjOsZ0z17ZqcSlXovn8V24WxCzutYBJ2VQ8LpOcf1kxYqFOw86C63EAp1lwr+MkL2NciLPQWZCABUo9fXGlUqXDNW3ZrlTRwbCKLduVD49tjNJdnA9GE5CHYXwTw47xxiG/zTtcHCHp9++/yTH4e71NOcAgEELHLg3GyI+xJezxkuuREaIP0GxjUDDqOJyJaWiRY+YRko9Bn+HnvH++ynvJqxj4+T9+QYeBXmO0MOrv3r0vx4RM9nA6tEl5DWtU0KMT8nD6GGjkYkdCn+jP+xyDv3//vpwX8dlPQtqgL/SRvsLLdunWtihTLtqjLNG6iX+NyWONnuxHHrbLcd/lAYX+fcqRLt8/+JBXGb/++mvey37Kce+1ZvnnT5+TBz4l/CRoAbqjnzgVnBfy0x/G85u8x/02R/3ffYeT/iZj+070n4eTt2/fZJzfxMFdaJOHv7UeLB8i0070gTS6XJaW/jr961X2kBOSm7xyuMoYfeLdccCYAV45IPvHyvutrFcZUx5AZn/5ghx9uMn76JPskBkX5Ee+JY6UMWce3cXB9sy1JbLQzyVl9Jly9EuavlN/PpB888039c6eEH3Q34uLy+pr1Y3et1kfPfMknauxbeHfWktcosfaX9BMRDncKekJg8RqDY6PpGohVlkSI9y3QfpvAf62065DYtl7JDVvaNasAfq8zRoDm+iNvuO0z2JTNicbsdunDvQRgKiczyV4vp9OA+3pWD9zbrzq2ashk7krC0RKTP+OK0/fAnv6uR5ty3YYuNZJnzRHeRy7bWMocOAsKAzVq+z42BkQx2CwKCkDYSbnH+EjkmPJ9h4xrb1rDQ51UqZcpLdZ3PcxUDd5/4lxhD8PCRhHDByGjjiGDQNHHl/aIR8DDygnjZOcMj7kaBfjAb8eg9rTPmUYUNs5ftzlneGNMNAAg/0pjokQOcDMx/EAyj/F4E/gCD5/vorzGrhLP2iPBw/kRbYXOT2g3SHPNkfZOU1xj+GKAtTFqQRtYfyRkbrUoz6gv+CbOLi3eYChn+TTV3v0A960C0d76p1xDv/ala01FpQD2gHUAdSfDiZqKlpkti3Kke1z3sXi8D7EaQPiOLTr66vsTu+jg5s46k8Hh035xKfolTZwaOwukR/Qp+m0f/jhe+G837/nD+68ifN+FbwWzuzy8qJ2oUJf2Wn2jKe0RrZd5vIap920LJikrl3K7/OK4yaOm/H5lPHCWRMCZC9nnAcP5AfIST5x+smOm3lAmi/KUX6zd9x8hwLZcdz0h37dxWkDdLUsi85y3E24i+4pZ45DS98Zv+/4Y0rfflcPZBVPGl28zcMoa23JO23qPo5JP4xJi9MGTmjTZ4urZ+COoehqpqOkpMgJ+kQiVNyD1IF+n/c3gzSZqfG7xfBYMz5bHrLS/9l31gFz9iyvftAFfYAB9AkdAcOV/izP/61nFPJUNxp+Kt7PfKOBzGLWUmJHd+V01mFWXyjEMFgsItuD8Iugyfk3C2zrkNS48pCgx0W0xhiCLju0ynqKQciiGsRffKY8d2X1iBO6BJW0m+CJ8VL47LKI2R2xoKlCvj148/TNLoMHBIzhed7vUpdvrmMscRp3cYgAQ4Yh4Is+GETS0MwywuM05fc5niYfwAvcZ4dvOzu5yzqCxqCyI/gaM59w4rc0L+som3KMEzth23Fmt7UTpS2MMIrBsAPS2zgY4hiuHkPX0V8BStU40MdHue9yHAt4p35fvOkrDgZnQ8iDBvSAMtLk0w6y8UAAeAhDLvjvIoft7PI21TC0sz480DfGlv7hWN7GucCDOE7odV5hUHaM169fx+m+KRCnDKNNuzQCT9pnLGiD9kgfA9kmyIcGWvr0Na6ysyYPGvSIvIzTlHGGyDvxOnK/3stJOaBfYB5nQ/tNdsWUDYe67B8Mhv7pB/qyXfO9ZxzRJ/m7OC2gXLazDAZ2eVClH/QdeR9yOnBMv8t48CsQyjiJmmWEhfrS4U6sSTfreC0hC1AuO2u/kHWWNEbDCSNKPrEhveYY9MgNQ+qw9oANdUj3d8/cJFrhXOhkHKHKkiaEL2t+rP01zR+1l5MdbAF0Id/fVrqj5+tpNdCelv0z93Wo4Ksl0rMAUnDItWwnA2gf1/6y+Kd8AsjskaP9Rcr7xU0WC2mX96CEksW1Hi2ykU+uFFYaV2SKFamyyEUt21mEAbsCOe9z10LPEZpShrEhpM7J5kQcxU8jyp9VbVnB/GaVd78YOFCGLA4cI07ZQ3bU5FEGyCc8Norkgdvbu9pdzzLybAtjjFOh7QnSx5j5hOTPcMRfxWm/riNx8nGOOCjlOm5rFyOerIxdL2NJGqzRBzqYwHjOOGWzj5MX/Z24vb2t04KrHO3iuAHOi3xAnDIALxwZTgknxIkGOoD/NicsUcXBASAXbVCfdknjCOkfdXFmxyCPMgB/QB6AjpCyixwBHztuZAS0AWgTINcE8hEnf9IiF32aoN/EyYcG/SEv48POGBkmcMKAXT07eeQaZe9zRP9exIf8byoOLacd9AH9sVPcxvFOmYgzrjg6QNvb6HMbGvSG3smDZmKbuXCb3Ttzm37d8Q3tzGXqbPd16XeVZd4S34YfIe0e/1162xm3lqXkmlu0RZuSxRqyWY1iWrFCExlpfHDPQwa0gDgl1KEfwCYnVUPcg1Q+3Fnm4XdIfhGBdmJNvV3mOM576oP2QI9dGRUtO2hJufWNchyV6PP9NBpAzU/D+ZlracDdWR/jVgIy90EWKQuKnIHM+5r8yvF3lkDiM98VYSFJxCc0riSpSwKarLPw7gXydnHiGJCH7FoxHiw48kOQO3RZfCzOqjsKhIykyZ/0GLy2LNK+McrDQFw4kZc5Tn775q3eZjeH0YUHu45tdiMr36KPkdnuHnT/gAPO0WwMH3JhyABxDPcER5zz6PNTjmnHkeknceRJGXQ9nZ3GHePMkeX3339fx5fIgRHH8E/jPWmgA9/mqJNj02/3X6AixOiz48bwTUNlO90eIB/w4AKcBxTVke9a6lhyREo+slEf/W9jzB/2hp084vQZzDj9x/nRr+nErvPq4TaG/+7uIWr2Fw8pOFDqAvjQTojqoWIbJ0EePAGy8Lvptzmmf//+mzi0bzJO7w6YeqL/6AXMOOG30RP1Xu1/wrVmzvBFvPvMKdpfY9hp8zYPIrR3n9MQ+km75JNH3+gXuL6+zrH8eDVxe3tbD2SMMeNKSH10zAMU4/E1hrzf6Jv9uL3ff4/gffoG+G4CfX2buQjep5yQucI8RnbkmjLazjH+SY7Hz+rUgrYztUqX9A2gW3s/Bwhby3h3wQd573LUTv8B33cY/b3Wp89jznK0D+jjbX0J8l7TgU/etPs17H2bmWeUJRnykWdbrfJV81O50PkA2wZWYTJzV15Wdla8YmJEmA6k5G/f3hfZzinFTvST8abPOPLiiaIgDCyrnMqi5+sJNVA6fkL+f9esXb+MEM+ePfO5e77z7sp66WPh5FOHy4l9idRJ3lc3JMdZ4XecDPckHzPXHHHPBYehwgjVgoMqi67HofaEUxRqkp6APqTCGS2tpSsRIPSUk+8kOSrH2bHrZse6xHmt2ZWwyNlZ73J0uFu3MXJx3Hl3yTdtH3cr4+h4GLybOj5GXgwfBp6Qv5VNOZh5d9m50z47bnZdAOOMUSeOkQbEp+GnHJAmZMdG/BjIj1O0HXm3ZbDo6wRt2pbtGM3ow5IC25XebJYKcaQDu+Jx7CzQC30h3EVPExhE+k7fwH05xiEDRrt0fDleDSAj9PAAc5yQkzhl93GggLzLyxc5VXizx+u8XnglnPkEu9GpK0Jw0F+OpF+9fB3Hdq7mRbvtKn4HDG/a3u4fTOgTco+8ITc05E+QPsY2DxnQM84AOvTBfOMB8OXLl5F1gLEB5CHffFAkzjf3X796Jb6IyQMGmLT0gzo8CMC3HijTLm2jK+VCv5QRZihrjVJmW/ZAyCo+w54HGHgg/20esG7z4MJcvSsnfldz+S559It5y8kCcdYEr4o4cqcN+AF7tFMyxCHbpClRtdvciCROQFlTC13Rh7YKpMi+7hE7c7RWa2075VnsFS/aPU3iX94hDE87YQrmeqa/zOuehzXmVYoEhfmENiKSpxf1+fzxBBqYKn4C1s8sSwPOqqnI8UeWTO6snX0mCYk5b6lC/c7FIgGP9QZRll0W6YhLxUESQ+uEWaRhTz3oKoOPiFV5hKQD27IDOSnqrWPHUTRdtgspqXI76YbhWPQQB8FOiR0yXwQiJI2RuouDxVATYthmHumJmYcBZEeEoWWXzM6P3RI7qMPO+Lvv6kgUGgw7hg++tAemcSQPwBujCdjtUX4MvphFPoAGeuohG3ID4pTBf9JNmulkkOfVq5fRUSuHTz36g7LQNSG05FOXdpAdB3wZZ8zDAw8T88EDZ/Tu3Vu9za6RMpw2fOCB8aSunTHYo+cBjLKe8aIte5QRl1wGXrmoS39onz7RH3aB/OU6xo5dIeGPP/4owF+1+/Gnn0QeZYwt9NS7i4O6r4eLhzip+2A4q9k/aADtIC8nM6/iXN/t/7e42TfCMc6cArytkwWcEf2B1zHgNTHav68dO+1cXV3XqwfoZ/8mLen7HJaUTgAAEABJREFUzFOADhibu8xNyhlXTnLAp5zuQLvLwyZzEYfPWDBGpKm73T9soeuoWbuk4Tfb5SEN+an7Pu/Xv92fDDCnGUt4nZyeymadZkXtxyzDUzd8cYy7nJbBG91VgfPZg9wtDntZWp0QLDkJA8mKLVhr3c568FIu28qd2LxhBGb6MbQHrfdZtsvsFC9kpSB5tsPTeyqC8GOjT/SKj2c8hQbGrHkKzs88o4Fd8Ns7UzuLYP9JUCRM/iALQUqoL68vnO6hKIuJ+gELCowiy3aiszwESaVRPgvkQA/IKOrUaUFusmIA0mqeqhOJZams+qBuRfIBfWtN9zkGxhn++uFXYdz5BjBpjOI0ZsQBRhGQP3Cz/xLYrTCq7FgxeO/itDB4413m2zjrd8LwfRtDiJHHmOK46QP14A0mb4wyoA3yAOVgxgm/Bjsm6hwDGurhHAgpIyQfA4lBxyAjE/KTh0wYeeSLqqLGXgZ+ygQP8nHIOLO3cdDv4tDe5jj7TV45wI/wbfLhCx284ImToA3q267xxp5STp5EHg9VTY5zCIkk5kM/PFQgB/LTDxwxjhngmAnBjz/+FOcdp7133JTh3D7GuaEL+gDG0fBtOVB4kgdf5gB05OF8puNm/OjX6O/bejghTj4hjo15RR/hhazokziAH7jd73KJX+e1AiG43e9yiQPSkwd8iJMHrvfH9jhv9EBIHjrGGTIXGZ8XLy7LSZL/kNc/yDb0/ahX+NLeQ9ZDa85JwYvM2/c1b5m79I+x5H/7QxfL0jIqo/7gpcMyHeO5xgn3YM38UV09FKxB22qtadk7bUI7vCjPQxz6LiQuLh8+witcwoQ2yD2GXYTJSniIJ5l7ypiSktsmloKkwjF8xUsjPf+QG508HdrTsX7m/LUGbCa5M8W/Lvn99Fwkv18KH6As02C/CMdCTH7ayp2qKcinPfO+DpvskSeHsD4qkoRlDyQhvqCyxggkRylQXfvybQwVxu7jp4/69eOvZcAxYhhtjOHB4H/8KIw5BvPmht3R1X6HdFO7tfsco7cYvIuL8xi9l3rz5rUwmq9fv8wR72u9jRPD+AEM4Yu8V0cOnNnXwLDOPAwpBptw5lEORvpBDzHGtH+7dwb0ByOOo+JhBLnpE7iNYyANqI8RxuEg19lZjpNbixHre4PbD3FkgC/1H6IzjC19oN53330fA//twdC/z/vad3l4efPmTfTwRjykIC910Su87IzGHkteT2w2JzHmS9D2WLQkv7XlIEMZ8zyQwQvZ4UM/cNT0E3z45VcV8iD2ofDh8N0CaK8+f6531MQZ36rz4UP9lIw8gO4oQ1Z0Zrv6wHjOcXyXBxX6R5rx5EENQMNJBLJSF10hKyAOkBtdssu+zZg97Hf+5N9mfKhHnH6ylgipd3Nz88XP3ZCPvMHr6lB2k/mpuKGXL1/o7dvXmYcvtSwtc/tafDEN3sjXMtbMQdqAP+1yFC85ryKo+1b0823mLn2lbzyYnJ2d5kHgpMaJdUt9+GWgZDv5YElcdfWsPcrXEHfgLmet2BYy2FYRJ+hBXH2kz9yLhRifqpi+uvpX6cdkaqUd0rRHaIcxqAQfqibhHObah94KCZJ8vp9EA+1JuD4z/a0Gel51925n3kv1oXH1EfyNz7lgvi5+5JBYD0LQ96we2xj5Kfrd27bsQE45SKAs1oBYiqR82KNszbty5LFHmjhGRrkwJhjGXd51AmSxx/SCDoNDOSHpVKmbOOxaDFAt+rSNETo9PYmRPz0Axwgw5sewXbt0jOg06hhO0sfAoAJojuVAHoChfdg77oeHuzjxh9qZUjZhW8gGlGvmk0a2i4uLyHseY7xJaTYdOT6dNKOfrh03cj3EaSMHdc/OzurPvuLAz88vigff3iZ+cnJaf04Tms1mc6h/E+cDH3gcY807V4D+W1s062/i0Nc4a/oPaP9rHOcT32YseQ8LOPrd5p0wPOicbYI8mPSSaZTtMh3WYExE+gw9IWitlW5Oc0RMf74G+RNLdpHUhS/9PB7TGcdR38Zh1xe9jr7VjT6oB47jpOkzIaAMuYBt2RYX6Qnb0T9z8Sy6PAmNMi/ykBddUH+NM7Uf65GHrjjihhf6H/PiLHxOD9icbPIQsKn5NKpn3WXQ6DP10NWS8T4puiXtuvRKecmWdQKdCGEQEWwXXT7I1QwZDUxEWtDXF2XkzZD416C9mWenjUq4PvmI2ASFqCMPCxV9/nhCDbQn5P3MWkvWVXcWjeWoAxBJmPkvogUdXVkFxwtlljiEdj4D7WGPdIIs6kFpOxGHBCSamwXLgsfIEE7+TlmRJ4Sml9GP4Y2BP9CEACOiEFMeUi2bhWQM2HbswkN/enKiFy/HrvjNfmfx9u2b+nY376kn2E2B9/tv+b7JjpqdCGmOEDFyGCzkxMhOI03Ijogd3I9598p7V3aIH7LLA+yaJj10pAnBdHIYa/pluwwm/QLKRXuU4yS2cVi260+evslul53g/KY6ceQFcxeF3Dgc2rm6+hxHlv1GxhEjDuBtW5sY4iUOyXa1b0epUuh39aBwl/fFyAvgBa6urmpni1z0D36Ed3k3C8iHnh0uYJd7m90mbdLe+fl57foI01Q95FA+61IffjhR+gYYC/o2QV8nKGf8GE/ijDF05AG+h0D+BHnUZZd5kjmCXLSNzPSNcPZznmywe2ecKUdWZKQOcegBaeTexoEC9AJvxpd+omdAnHLagA90jBUy0U/kI5xp+vXDDz+IkCNydEh92gbUJ48/S2qP8Ztt0pbtjO1j/pqHXR4w+DImcsOjZM/pwC7v0JF5zVzJnTU83GdrS80VxuQ8D3Knp2eVjjHRimccbrno11TsWX/I0HGZ7rKRoUWOAdv6j1zFC75fIQ2qk1fMesTpyUoYeZK9j0uWvej5ekoNPDvuJ9RuX+Oy60timeOSlcuZ5BVJkvVEfCyUOMzMfpYB1CNvpFJNIRdX5WehEv9bKL4wngSTzT6ERxWF0A5h7oiVOwsxBRGjFuGePDnjrnpfZfbIQv5mc1JfKMJAv42zexOn/SbvaTGIGHbAu2qM5Luj418cI4AOB8iu8yQODoOGocXglqHLDpU0xg9HjdMGxHFWGHloMYyEAxzFX5fjI42hh6+OLpvOR+PpNOXQ0U5yynG/y1HulBsZp6yElAGOPZc4ZOSk/eM20A2gyZYd5wQ0OATCNB3nvdaDEG3DZwJ+xMkHpJERPcyQOE4bHRAnH1pOLV69ellHvDiBXU4AJi9CeEGHHJTjbOkPfaOv7zJOOOaBt3Xc+y76AGMcx581fZsHNdID74pu5h3zPM9DBP1Hz7QNkIM0IX1gPOe4kqY/0AHiE/SRXyXc5DibMvqALr/WM+3Rb2iu6x34bRzaktcub0pOvvRIfx77/K4eNpH71atXtcuGN/IhJ23Ylm2aKjC+JGmLOO0RMocI1zhbeKBr+BDWz8DygLjGsUMDbTHLR8vp0yZr4DQnE+iMcJOH5TQasi63lj4M092z/nbhsctDAEC+sAipCy28kMs22QfYTrkCwgHl6oGcj5QrEZsEzfbYB40rEzb3Y7pyqyaxqtBpmNQznkQDY/SfhPUzU20y4Y3zzgqoec3kH0A7dpPt2rXuYlR7FnjPiiiKfXzQWfwjzsKElp9mFG3oyQ8b2aEKpDwepL19EUnVlTLbFaVuRUJbOfngpyZgT6J470LRhp8N314OJkkteXeKEaEcw8IfXcHYYbQxhK+zm3716kXeVb+IoWQ3/kpv3rxKHMz0m6Rfx7mQ97riGCr6iZG72R8JY/joN8YTg46BB+zMoLm+vs771Y/1/hzDyP8QhrGGlp3cVXbCpOGLISMEtkXadvWLh4CbOIM1xpC/N/7tt+/LwPNQwQ6MB4vZRxwVfWUnOWXjmBR92Jb9COWa+bRHf27St22Mtz3oek0VCbnoJ/2ALyAOPfKBq+zECSdI86W6+/s7XV9/1u3tdY7czyL729LpWd6nwgMdwA/+6Awdkz7LcT0ObPbzdcbpTd7rvskD2NvgXZz4uzhtyife5AHt9es3xf/16zF2xyHl6Ac9AXSHrtAD7W+zW6bt2V/kYTznt9uJM370m/4RJwTEP338pA95/w4dfbMtHqAAOrZdYwt/eFCHudAzeV+9GvK+yRx9k34AxpUxRmZAHHmRFSA3gB/OWLlIA7tV2/Rn6HSbUgk5pjxkwAdZocPhbrPu4UcZgJf2cp/mhIJx4QFsYa0l37bY7cMTer53so3Thm/9hbbwsw2LPVwyIAdQrmojod1Enu2k5h3lJGpbjtO3EwZTRtsSiNu2LWiSobqsKrLlplwvgqe9/265l37/bnv/X9rxLAgsRkH7Cc4MD6THtJUrtFkYLDAg4oC6lCaEItH9TSWHx0RqhCafh3KbspG0PSJ8Jlq86iMZSUv1IXuEUwY76dzToStxyuaixgi0pQmj0lqjOFIrVx5FSp5Ej27bsq2iTWiPODwxbITKhVHC4QCMPfQYVHYlhI+7kk0dKZI/jR7OF2w2J9UWfDGcAAMLiMM3TdUOC56b7HiWJX2ITOQD27+RtdHP5CsXetjFiMJv8iWO/IA8aOCNzNORSa4d9y5GF0AzgVzUo+/woD0ebKiPUUdWQl4xkEdfKaeNk5NNjQXiocueh0Htr57xgB/tkQXfkzgKQN1lWaqvLcabMh7QoKMeIA5GuUM7xlL7yx5p6gLboWkFezwA0jb6oX/IAl9oaXvKcRzSL0A/CU9OT/LO+KTGzEaHu3r4gtcE/NElfDfZtW4yD4irLh/kIc8eMtuPoXJRHyAfIWPC9ziQn3YYG74jQfnJyWlOnl7ktOai5FrXXq9B+J4A9dbskMNStTBYc6AykpUxgUdL++hgyRw8OWEMQZMdvYW2ZxxBapDKcuziQWLyZkyov0l9QvoWwqIj/FvoEQpxgCzZ/hIymZpXUsnhc+bM8PfyZtlz+EdooP0RTJ55/Ps0sGYRs8DGgpOyLgKrLY6BbWKB2WPSs3hs4l3s/tYs+L5f2LZlfXnZlj1wXGKTN3ISK5qROvrc84V/VncV2KEOUiFZPVCiVnOTW8sSl9j1IxfY7dZhNPPu7jbvX/nW7XV2lNdX46iaXdIx2F0BdkIA44cBx9BiDOF5EkeCUyLNzpL6GD92Rryb5D0k4Fhzgp0S5eyg2CFS/qc//Sk7z3cxpuclIzsveBGyA4M3bWPo2BlSj+Nv9MFujnJooUEW5CUN6AMyKZftOOBddrzXh28m0w70hPCBlj7Rzj/8wz/kNOJVaqrkmvzpO3OBAvQx65OmX7NPvHen37yT/fOf/6yZJg86eMCTtu/y/ry1pZwJ/WwZQ9uwrHGlr/QN+XBItMuYgOucQPAfdtBfQD8I+d+3kI2fgt3e3tS3rWkLnUyQhhbAk3aWPBQA2rnLXIGWtk9zNMyOnX7QR8aY8SSPkH6RTzllpImjS/oEj9keIaBd2mH3/PbtO1GHeUUZ7SI/fQTEyfNx4HsAABAASURBVKMO5eShD9ulI5TF2NDOfV7dEPLFOOjRAbSv8mriT3/64Wi+PdQpEHyhR+/0nZB1VGH4w3vCtsiHboK07azD8SAAL2UVtgYtaLEhSzBC+sg8Qy/2qIcekJ8xANTveQggD/TYgbCsvtqjzzbh4Om0pX/titGCRQ4ZE/vXCP83Lfsv7Fb7L2zr77YpZjEYC2XEsh5qEfY45ES4o5+ecC3jX4vIycpK6gF1SVEPiDJA5qE8lFk5ucNnxtNe7iLbf9iW7UqNT7iHPnyoSwHFtgddQjm5e7gSqbMnxqj0GAAMFwblof7IxYMIK703chhu8FDf3r7Xw2/yH7/J3cMbY4KxwbhjVDGkpDFIr/L+EYOOg3r79m0ZShwueJv06xzhQjPLccQn2b2wM7q+vionA0/iOB34YuRe74982cHSL+S9z/EzIfLusqOGB3l3cYZ3cTy77JSRd2I+xFCHNnACE9scjW+y62O3/TaO5OzsNA9ma435NkfH0bLsaDiAH23SBny2qXuSupeXL/Qm/QMc+QLkfrM/9iXOT5iQn/rIQRiWxbtnrABtZRSr/TWvBnp0Thrs0s9Zbxu5eCdLvx8ydsQJSbPzJIQWOQknSE+QB90uuqItxpbwIXMApwad7Xq4Qv43Ob4e4et6jfJm3zeO7Ym/fv0q+S/rmB6nTF9p4zrvsdE14cB1+tfD9yL0r2qe8ICAHLRNu9QjTh4gDoijE9ulKvQALfPwOq9mcNif8wqGOHnQn59fVBvIRDv08yEPs5RNXnYcadYaesbx2g5/19gkokRyJy1rXGMB21YLcKDU0/6iDdAzrmTZjgNf6iENx29bXD3jC4jbI6/EICNIsWaT0IE1mYTKleijXSEd/P698jW53y96zv1DNPDsuP8QNf6bTHh7Oee/bBaNY1CGweY9FQsPsMB3MZq970KXBQtp2FMZJJr8ZOZm4fcskQOysqDpWcDw6klDHy6QEh11K6Yv4uI6EFaEHNHMQD5ndqIUwh9DgnGgKQwbwLAT7spIZxHn4QQjTXqXvu0qf1fOijg4pocvwHhiEDGuE9BtcgR4fn6eI8nL7FhflkHGyL+Nw8ZxA9I4R4ARxUFi3OGJE2SHhMMmfnd3X2Nxkh0+9ADHTb/QI/Kt6zbybmtnvNv3AV7b7X3lQ4dOwDSqu/QTQ48jAbRF3pL3lWdnF5H/hZbEqUs+ITLSP9tlJOkvPOg/v5WXm3De/FwMB/7i8qX4Yx5DHy9KHy9fJu/yUsvSql/wgD867Zkb2+1Dycxf4CW92z2Ebsw3ZAfIcqiXkyLoHudZxjR8Rl5yM75DF4Mv/MFDnPx9Hnoe4pxJD35DhyO+iz4f6iGKsYDfJsfZF/Ub/hcZ15fVn1fZxb6qB7VXSYOX9fO58zjJi/oJ3pm47uMg0fHVFbv/2/AFd+lb19nZuV68eKk3eSCgju3oYFd/OwD5pn7g0zOZ6T9x27LHWEDHfMRR83fzOa3BedPmfR5W4YGzRv+0wbE5PHiXTWgPXsThTzvOeLKGUkT2F6B8je4BcdtqyyLmKWhtjC9ylT4PD18SZcyjJfTEbcv+LWTVBf+K7D9IrxlXZAfEe8Z8X6xMzoB7GoVDCc8C4bp7zHiO/eEa+Hc47j+8zb8rhqXg/dzenCzCgQC+cMKCYuFklkseRLZr0bEwL2N8X7y4jMG5rMXaY1C0v6rOPl75KauQZVP5j/xI9uSPHMn234ByOciCDDH8EhQtmZWOIQkrQYX8AOOwxmjgXDBiGDa+8YuRu61dKQb0RhhnyidmGvpjUE5d+GGUMIY4Yow3BpE2MSQYSgwWNBjOCfJ2ca4j3MU5bGW7dIhO4cOODZ6A3Sl8Rz/Ww0nALo6XPhPC+yZHxp8+fayjcBwSuL29Gw7i9jb9u03dLarKu9fTOJ5XBQz5aPN1ORwMKvLDc8pImrYAcfIBcfJAOpEdV8v8WOKUNxXaFoYVHaDDT58+1dHs589XCa/qG/W3e9nQ98CtuNDFixcvSib6Dg9kAjd5zfF5/0dWrnJCAW9A/k30wEkFDyOE5APaoS7jdpP6E+gJ3qSpA1/koE/Mc/QDzs7O0q8ljnatMZvvhdH/I7ZVhl6Yc535mM7AhzHEOaNrwNgSko/O7egqYzrqrvE9vYCekZ0+IB8gDpAZ0Cfo0BOyvnr5Kg8RL+vvotMOehzyt+K5Zj0MdDn/mLMgolY5fSdupzQgPuFE7DwsZKFBN5DMunteUa2lA+TpoTk52WQMz2uuneehh3bQF31iPNA9fVYu5D85Oanvgix5aGxtke2BlHPTXoXhHbNC9IBZNjK6QpJowvokRKJkdzlZz/cTaaA9Ed9ntnsNdDGBVznbm9MsGBbW+eW5zs5Ps3haDHEIMgrONAfL4uRvdJ4dZRmI/bdfz3Kk2vPE279aSZVOI7mV5XIAvAZM28nnHlTEgPNhu8ptwpZ4MnPDF8TKJM9Sbhb/WjKs4mp54l+WRcvSaveCocDIX8VpYNBvYuBvcqR4nePL64THBnGmyQMY8wnSlN/E+GOcMIrznSaG2HYc5EP9Jhka6uGweB9N/HO1f1O7KcoBfeEBgB0X70kBPAHvSHHeGHcMNPQAg0c9jCAG8HMc2YcPH37jDEefP8eB30Sue1RT4wff2Q4h76Ix8kt0Rr/oJ+2VXrO7oS1AmnLaJw7DFl0D6hLaMeyZC1M29IVs/Mb9p59+1M8//yTS6IW+MDbIT5vEbdcxM/pAJvpOH5GHcmjZUaJTAB/yqE9I+lMeYkbZx+hk9H/WRx4w24Y36UH/KfRX5aBxqrx3BjxI0Df6jQy8W5/1SR/HaQee99nVo6OzOP03OU7/5pv39XMu9M3YEjJn4ItO4UM96ky90h686deU79P+AWiGlFOfOcS4Tt7fff+dGFdOeZintAP/u5ziwJfxdHPWyCLKSE84i6qlTBkLyTpcSdsjDe3MJ4s0fGkDeZx62IpXeXWAXPwPfbQDDWOFzulz0YYB40wfynnH4W8yF5lTdjiBfWO0M5yyZLtklyyuKiOyR6ZhzERsC3egnALui56DJ9JAeyK+T8b2/0mM197jrgPJzpw/OT3pZ2enOjs9rd1fLZgsXMoAi7i1JYu8VTnfEL7IE/RFjgOXLDCM9HiK32Wh4Dz7YJzKYV9x2xUOXq3i9sjLp7hYeIUk+h4JJEsKrfZXT2HukUqEOizmRDXoqKDIojjutXYBGJRbdtm1y+PI8rqM9DQiM8QQDlzH4V3XLvYGRx9njaG5Cw9C+LXWyhFioDA6yIEh+hroh7xd7bYf4kQfyrnDY5edFnzQJY4KYw7e5OiUB6SzHKXa44EAHsplO2OxpKtOH3vxQ6Zj3ETeqzh0jk6v8r7zLu+87aaz8Bu7v9fZCT2CfNvltJDJ/rINHV3wWdoSGTZq+3BZmmxH37uSh/bm/9J1E/1Nx4MTmkabHS+4i07vIh/9g8+LnOagg1c5il4yv9gF0zdo0NlDnCL1wCi7yanCTR6IOF24OcTvwpd6N9EFoN2rq6saU+LkHQPahxyfM444EvT/Ijt/nAl5lNE+II68hIA8QHzm44SZF+ib8QTwfFXH6691FqcODXVm26TRPzzuohPkRWc4auLHcs80dFF9drcXehmdMY8A7SD/RdYq8kMHX9qA3nbNH8omLO9HeoTkk2H7UEJ65NeKS9KB6oSFVw8PGZ+eB2n0dhEbQZ/pK0S0P/p6n7nGsXWX7cylpdAyj1rSbq582+LqfAS2RVlrTYD50ULbMQop/7171D0iuPo9que8P0ID7Y9g8szj9zWwqezMdkK7dtKnp2d1jMpiW5aWRZEFYtXiaa1lUbXQLaE5ibM6C87LUFCGoSnkGK5nwSpeNGyrbj7EZTtR0PYhcWdnP9LaXz3rayJs9rmSxTU+4T9pCCkZi5OYlKaqKgaKB4rtdjgTHMltjCHvka+PdtvTAF5n931syI/jOIi7vSPA8NyFj+3o47QMMHqjve12W86r9BGnTN4EeZRj4AE8SCsXzh8DBzC4gDgGDx0/xKFQ33bGYslYbDJGLX11tTf5IRty05erOGwcN6At25H3LK84XupljlRf5dQEED/NQxu6RNbZDs5LucijzHa1hzwtx5lL22iznGhpi1oQ0oMsyIBM9O86ukYGHNBVHOdNHPlddEn5fd7/3kWXDzH2jNWyLJHvRR4qkPGllqXFEd+WU75LHeimc8BxA/K/xF3oB77Ux9UXD2vXR+MN3X3eByMvfaXvOD1AnDzKwUPGAjpAnLwJ0uRznM6XAXmfjON+/fpNThLeVN/g+TLv+xlbdE3du9LBQ5zZWjqEDzIhI3oDQ3c8mNzmofKm+kL5/T2vGHrNwxeXL6K7V5pH5rR1loc15L/N6xN0x3gyVrbLcZOmnLyC61MsIvJB5YTeTuFhjSrzQXVBw/ht83DKd0nW2IFNds7Ma2Q4jX2BBt3c5uGZsIcGdq1JLSd6zli7Eg7fR8jVxOHDbjUvlswVYH9FcKDcRyIvfcnhkZw3Efvc5+AJNJChfAKufzcs//WO9r64955Vq6CPeKokLwuZmR1kUdWCjjPeZTECFttDDOxdjttYfBgN0r1od3nHtUt9yXZAGHfae/LWMki94r3iw4Dkids6XMflPaush29PnQNBaG2HdwsQPfxTaFstSEmMzeBPfeXCYLzMLuTtm7d69/6d3u2/KPbNN9/Un4/kZzsTHC3O+Ax/+OH7+jkTaY43wbfffqO34YOz3sU5g9LVXtYp8wxtRxJEG/K2GCeA0aEehvsmu0IMM0Cv6BdjThn8oYcfacrZwVIOY45yOY5EJnZ1xDky/eGHH8TPsQD9Zfdju5wa7dHGBDxn25QRP97lkQaUMQ/oO+0eOyB4wQcaZCNNiIPiL4EhA3IhH0e4yPvu3dv6z0uI87BymgcI+ks9+EzQpm3RJvXhA+AJiB+DceI/R5njNuugE36GB6CZ+dBRRh5yMDbIT5+RBZnQte04jeUAxgXYrjlpW1xr5gJ1+MM31IfXTR5Yjh0w+fSLcYUH4cP+oYB5QV/pG3IxhoTICYgD5uLr16+12ZzkpOP+4NB5TXI8FrT78eOv+vjxk4jTL05k+M93Pn78mPyP9SBQMj1s6+EBeeiO7eob/aF8PPhe16nRNg/F9Bf50Rkh9aClL8xX+n6Xh6779I1+QcecwKHTx/Pzi9gI1by8ywPMfR7mdrs1eb3adRw1bcAXwGNde8mIftfYCsofYSm3jq6eeLJ6LE5iz/dTaaA9FeNnvlKMinuTu+3HCd7V8w6o751lT4r4mjRfMtrGeW+zm2RRsRBv4mjAfXYpa5w7iwdQ71jHPTzhAa8eY6Y9XxY29JOWst9DVi9VJETdo7WInbj2F8bClTdI4QsvUmd5BYAhxjF88/6bchLv874RA31sADGCx+nj+CwjD+Ag4Ifzoi36AmgTINYMiduNQNBKLqO/2WwqJA8dYmTLmGZHSkgaPVN2Bu8JAAAQAElEQVQGDcZOuTBslPOel7jt2sVh4N+9eyeAM6J/OCcMPkDmi4vLcFDtYCd/xpD4MeCP08agH4z8kVzMg9OTk2oXp3GWI19+gYA81IUXsk/gjJEJGZCLkDSyghmfvDD41IUPQEbybPp6Wb95hge8vgb5gHzGirEjjn4I0ckEadomhA5Ql/mCvmmX/tAv+qxczDXKjkEesB2KcXccS4Dc1J/9QZ+AfpEHX+YK/AihB4w5D1rIg7z/8A9/rnfW9AkgK/nffvtddvKv8wprE0d6J96/w/+qvk9xXY6cfnxO+tdfP9bv+D99+hznfaXPGdNPceTMJcZ69pX253y2LXuAPPpCG8hPnDx6TP/nnKYf5MMHGtq/zW7/oWzFWvOe12089OG8L3KUj424zU4c3N/fxSlvs/T7oe2YjUqjlx6bREgbYwPA6zmkeEQkTt3H9Ij1ETx/PpkGhqV7MvZ/54w3UuvdaIEP25rO0H6MM/N7zfV8JNIDFstDdt0srrs8Ra9x2vbY/VLOAlMu21SvxZZq5KSNlp3BZo8l5S5nxiKsuvr6skIU6G9etkMSyKEBkj1C2sW5XuY924uX+yPEvF/EYPCkDy5Sdozz8/N6DfB7IQ7qNEd+59khnIcOmXGsAAOsXLb3fe4lBwbNdvV9xFV9pq5y2S460ugWXRDC7yE7lF0emHbZ1fe9serpFPkYQ0Lb9cqCBwkcH4YQ0LdjnGYnqwwOfO9qV3Nf7/5JA9oA9AXjiWHGkBMnj/bII73LA9ySBw/0hi4JW+RAtpI/OyB4zj/vilPiS3Zf4NULvdzjVU5Exp+gvSwHtEufkZG2JpBhFz1sNif1wEDfXuRd+N/C5eVFdufgMuHAi7yvPgY8jsGYoid7jCF9AfRLueyRjxz0D/0TkoYuJPs7Y9qCpCiDZtJCN/OIh6Ru2oAGHaNr+o3ehrxD/rMzvnW9lI5OT0/Sr/PoYvRxk/GgHXgyzyY/9IYuh4PbxbnfZ2d7G4xXCZTTLnUBDpS6QLngNbFmF/yQtQ8/Xh1Rt+rEBkBPnL7ZrvmO/LZrvsM3WwWBiktFg9wneQjseciBH3jIjnubnTw8bcuh7Zm7Ceq2Wzl/+CObBIV+5yI/yF2FVrfTUCWeP55CA8+O+ym0uufZ1zW77cfZnrUh26p/lpyF0YJExRVfoU4kWLNIMQLgIY4FQ2EPShYazkEaaeWibjyZbGextTjtkxiek4SbOt5mocODukC5bBd9AiWWnK/v5KbQtkIge4TKldhIJ87N4j7NjvAizvYixvwcRx2nyxM/RhpnPEEaIwJmnHCC/JO8t8NonmBs0jl0AOgH7dkuQzXjUkkkqWkaGfo5YVu2UVHVQxdgG+cI4NuPnHZPm+RhPAltC/lf5YEEJ4TzoW/kTbkJN5ul2oBnGceMHXKTBvCiXUCcPMpJA+LUIx8ZMLi0QZvwTwfDP+Y18q1xsPDAAFNnWVo9XKD/i8tzFbLLutjj/OJM54mDJXJuY7Rne9QH2+gDnvRj1qP9idHvcxGSh0wTpMk/BnnH5TO95L3p7Av9BqSPQR6yPGI99B26DEmNqc249uwed/WQBD26A8ThA/0EfeYv++G4Gd/WWvXnInOWMUXny9Iyjyz0gPzIDZbIPXnarrn0ECeL7sAaf2U7TfUqYx2v61px5ElByUwoyIgktC07yINIzzzkaBp+vC57yBza5SFrF4d+zKtF7gnY7DIfqCtjHXpsyRqkJHyRm4dAnDn8CvV7/l3JFqq6e+YVcJjAG10A6rfIVkTzwzMipQnNK0avmyeHmfEc/uEaaH84x2eGv9GAJWcFHeY2Syrrg9WV7AR7b+2Q2U2tLUEcboVLHPGS9CK7SQqr0PcsDdXlfDbB3FlYSwzySXYJFzHSGCIM/uZkI57iWdiEqSCFlkpuqZt2iEsWV9iXXMQPkWT2GCXStbBTf4kRUxrmiP8+Bh8jyPHeFd+y/vhZnz5+zvu86/0x4u0+vPlNyK6HuhOkAe/4CHEm1Wbasr3XR+ROXLla+pCgjDaGTaIflu0y5hgp8u2RZz+GykV9+kJIO8n6og3y0N0E/DCqtzmWxPh/Tn858ia8zTHkmoeuNAGbkondHbtqAC/GhZ07x7Acr//lL3+p49njo2Tir9+80Ul2eLRLO+jnWBfwIk1bGFcahJYvB0KPLIA4bSMjIbJD1+MgqEO/6T88bOZXBpuCgL5OHvQDXoD4BDwBaWgJ0QXtcTRMmnzqgZlGdsYlzdRNvPesjoAMu6m1pcZiyVwDLWNNvmQpa8Busl1QrlnfHnkzfRza1rKBdxNXjx7WdZt31w+1U0Y/AH0jL32hf/QBmW2n7VXb3YPu7m91fX1T9eD15s1r8adswZ///A8Z1z/tv7vxXYWMOa8TOEE5y6nSsmxK9pW3wmHLemzLIsZiSdiWReTBe+qHh1keIgih6dEX44lsxGdd6pBPX3jvzZfZLIs6tsUFPYA36HnIcGg2sSPneRB/ldOWVzmpoV+0mY6nWuaHE/z+HW2Ogs8jeP58Ag2MmfsEjJ9ZDg1YjmmRvlB05j2lWW+1DkxCfLZ8NrW2BE32Iu8hNx0gaJWLECSavGZrszSdnp5k53WeI76LhBc6iXFgd7Zmh9Xz1M5CtS21GOmEPXWVEC49HyBByUZo8S+xFFA3sdzJixFNRGs6gtG4yzuzmzguDBkGb+C23vXe5bj/LkfH4DYO7zZ0xH8PGBp2GpQRx/ikCdlWS5t2k21x2T7Ey/BAKKdoYM3Dxqyv5IdctgukB6QWndvWvGwnrxVQBDzWGDVAnJMQ+stR5ujnTQz4dR2NrnHc1LFdDw536fv19XUeYq5EGTtSjtu//fbbGPNh0DHm79+/279XHt8RwGAuMdy0d7fXHQ9JjEHL2CkX/CQLOiVEPmRjF1519rrmIQgZkLV0ylyIrmxXXeq3ZZGdOZF87S/aPnbe1AeMHyGYu1fyaJOQtnB2ABry79MHygBpeNMXoMwtQNNA5ZRd+mdsBhh3wDgB1WW75JZ12JHbSeTuyr8wpI3EqpyitrTwdoEy9LrLrhbnBtARQM4pL+lddrXKBa9d6OnTzc11nD6/319zpP5C32VcefACfKntm/fvM67v9e237/Xdd9/q3bu3WZuXWadn0f0m3ND5GknzDtmSM7ZDvkWtNdnJFDQoSeXUcdo4aMpL/si1C4jb0KuuNW50Gzkf8mDNGkVu6lAIbTRWOmHeVDpNpHktbdF5Xvu8eHGhV3n9xR8sOj87jRSpWexDmOi8H1Mdmr7msHGzbPosfw7/WA20P5bdM7djDbAkUXDmeW5KCFyLYvEixan0Xc9Eb1rcZKCWhQTdSPcYsG1o1qxpJd5Sb1lOZI8jWRYbUJdsi0V5yvvJyxd6cXlZx7tLC08WNU47bSptKAuT6DZOZpun/V3vWlNfcv0TcY9Uk8bBV2hoR/mgzVrsytWsXQzEQwzEjnZCZzssWnb6O2EwtnEUlO0iA/UAedsyKLsYvu0RXYxYeKwRENhN9EvCeEnkpViODpS+EKdsWZpsa14dfaXvrS2SvK9HuaNjHa4e3a1RMKHdKh+51uimpb5t5Q4IrZb+KhcO8v7hLrEwyCf05NFP9MOuBZkUfT3kOPX6+qr6SD5HshhFnPhZDOJFjrAvLy9i0M/zsHWeo9sznZxsUnON839IvfsKaYPBwLDbXRjmfKZ1RT6AjEvi0X3mzBZ9Z/706DJDlPHo2j7swmsNjbUsSzkC2+Kd+tBDrzL6TjnhLuOK4wIPObolREeFlPXoamX8OX4NyIcfWFNeiI5L8V1CnrVkW5NQXbbV3ApOmFS66pT/Fum6pOQrxdFSCJXqIgSdPABJiDtIuivtZYjp05Jd95KdZZoS4wWNcuHEt/Qlfeqp0xYqSOTvslaggz7Kz7x90E0eyh4yD3rKNouz5k50FqeH4zvLrvo8O9eLvLoY43uRsT3X6clZdL+JzAiYPmRw1uhnpc2E8B+gLELJastSUOIOWltktxDkzuSl/jbrjPFhvFRXKEMDr130vduuGeeMf0L0D4n5CAiXpWlpLWPQdRL9XOZ118vI/jIO/PQUeSXo5mePfoROCxFCZPRuJqeer6fSQEb9qVg/810zf7Ngap7zUbD3CyOqjwFjmrcsLAOZ5H7qC7sQY9G1i+HNWk5ZOEDXFim0yYjBUQAjJTJgWwuLPAswNUZ+DHcIR1ySwycmTFsMRhitIYRLVpwkY/sGbU9ubuv4GqldeK6pq9Cnr5F1jcxrmslypl7K1vDHiGBUVujTkbXQRbjDmMSwQ0OcPEA6ugsv5bIceaXoJ7LMfJv8kadcDo3txB5v8pacONjkg3TrwCORR9KKNXQWsh65+74PtjXzUzsyRfaUrzleXTG0w2hlnGIQ932hbqpp0u/iCO5zIgH9sjThlE9OTrTZLCI9QHyiyaZvPXrdCT0C+CU78liuB4he8tCectlWqz40SOOoV63Re3VF8FPkJI/RD489/ZL5stls9nWdB4VtnR7gBLZ5uNrt+0UcrBlD8gh74r30Ad+hg+moexo+xoEemQpSpkkkiyyHz3aIKTHKf4N9ftgfishydAJqAju1A/KrkVB2gKwBoz9oJWjsEOdWLujQNyFlyaJm4RAPDx5MHvJQtmZ8lXRUnzFtwZJx3WhpTYzHgOWSryUc0J750BH6C9Kpjm4iYKIleqKyHYeaerIUDLthjbqRNMRr5uM2zps85bItu4VG+3kAnZIOx9wplc2nEmq/gVAI1qR75FfadCBZXKlEANJeBXxEM6mUWMojkstxPx+WRyFPcrcn4frM9DcaYDpnMrsWW5ZA4mrLomVpslvoM9tDxIJbs2h3eSLmCyrbGE1AXu+PNKlQN/SxF+qps8aAPmQ3xPEeR5S8mwM4DGv8q0r5qHoJRduBnfJAocvS1tp7jH4cRgw2T+ZJqh0ZoaJLw+SvypW69pAPg47MICVVzzbRAm0jKyEZtmWbqMijHoDGdpXZ/7EQZvCyW3QcAxrnvUTfkqtv8yFBuezBm/7ZxJuIUx99ElLXTt3omF01SNWii9DhuYvpCqKTkCWrl/OjH+gDHvC0LUmib5TBn90rx7E3Nzf71wp35TTJp67t9GEpwAPYlu1qH97wIrSb7FFm/36o/QX9BF/AepN36vXuNTtE5s1//+//Xf/yL/9Svz1GjmPHjgzoBBCXWnGlX/AkQf4sJ04eZcwtQtItjmzUdZITiR7umfd7YYiyk1Y036P3nslIO7QJiNs+0ocSV40LR/msix0OV/5Ct/QTUB+ejBG77bZYyEvewCqn25vMK9viIr/m1v6B9P7+QYzr50+fxW+5P338VddXn/VwzwnKTlm2qdZlP9Zf0xdOsOBVfQsFN2kgQYszduaZwqOL9T/LbMqBopkgeunicvVzPDCyJhbRR9uyAxliKXN8l3V/n9csfF8FmX/95RdxskD+GOO1eCtXatWnqZ9YpElzu8SeaNQc6AAAEABJREFU76fSQHsqxs98pZanTnOuNpWR6ays1JWFFKRcdpPtosiEV7KDXrus4bj3O5gsJmWpsDgB8X2lCmx4sJC7qIcjADjxbZ7ARymfRX74QKQIkDtl8Egg1YfqikC0B0jblKWdvSwjb/TBpiySHdVxeE3jAO3kQxzYJpA9wllOGDZV9p/9sF38bQ9WYTz4R+OlAFW5cpGfIOlGoGGketLpc9Vba3zyUXm2tcbQ9sC22tIO+Tq6bB/ybad6F7y3eTC7jxFnnOZ4ESdvF6cCX9jYj/VJ98hCaI984pI1LkIg2S7oq4v6x8BR8UXGs7Pz7BY39QDxS4z1x48f6939mnnbWisuNG2PhxvbUmAnFGOfj6PbdopdOdVe+BCSYY984o/oj9GKfZ2uzHyMfDjABp4gBXXPuO1q3x6h9Kj7NWtq0A1eIy7Rz2VZZD/S9tCO9Wqllxm/tcaPVFta1bEf6XehZ/x4wLvPjnx8H+JWfAeEOO/Rd3GOtNkFFxDOUW7f66jXGktzKeoJCpQnfrjzMB8y7kOWwq9oteeXUMlT5JNbgr28NZ5hrj0IRJ3xsc38u7+7VX2H4fqmHnhScrghN3Wdz0CgmaYPNM+Rp9FAexq2z1ynBjKXayLzwWJmMfDfM+6yKFiYWUchpTQpFuUeGBWMOiA+cEyjrJOxYGzXkzTGF4OjXNQD1CvjAN+vlnfIvrzDxw7PZrUsamAPY5Tq4hq81qxuUioZoAN26nrk2S4eDi/9zgU9sF084AuZbZFPPxIt40gf/qOAH6DeLgaSEJAn0SZTn12L0kYPhiEe5V20rf1F3uSBHjDUmxPe9w3dTL7on91MW5bqA+kJ+jP7Rdx2tckY4aQnpvOmPdpFBMLZBiFlgDjl8GPHDH9oAfnIOvGY7nE6pJyPAduRd8kcYhfWJDlGele7fnab2zz4DZ7ITP2ucfkwo0Y5ufBU2hh05HNis+Z1T55tkh+afXXKksq9Jv+Rnvx/D1JRiuzaX9RBJ9s8DAHi6AagGxuH5fRzEfpibMiHjn6CWQ9eE6qLfgU4SqXfUSz1Esi2Wua57YpTb82cg9c2ulvjiKeiepSw7nfja5x7NCUu2wnCN4TRxEEfyay7itMYquuEge20R7H5KDyWhzPLNBkhDZ0LSYrdPCINpDUynerhV92jL20Z9Kl83N6S1ylL5jdAd4ZWY85IxURK6Gxa9Hw9mQbQ+JMx/3tn7LXVtGeBZCUKh81u6i47rPscoa15H0V+ltg+YAVJmfRJ97yL3JVxZ+GQVwvFTvmgsa3DlbhN2lUHIwSmgYfHgTYRG9pEuEtKFvAAJbZFe60tFSYpLvis6RAh6Qnaob27HK9N58PPkmaao0mODCmDDnp42LQ2uYzQ9r5Np6//c9DRRTsTZNsu/q21CpULA3ufcUFGvtG+xqhi3Dk+ZieKkYcHuyeMMvGJVK/bHrKSsF28aUO5oIUnoe3kqPpGmvyvoVw2dCAzZD9Gtr+YG9SDhz3oUu1371SveoTHBDb1XLIuMcitjfE+y3H55eULne134IwXY1fz924c5d/Vbiy7yBzx86119Abdmvlhw3fKPULlsl39tp3Ucb6SfwwnPXGcP+MWF30HtouePEAeII5MdyVzdo8JGUu+1f9q/5v8lnnAnNzuHT70a8Z/1rcH7zX9OuRp5GXF1Hqb+bTXQk8+eSCKl5tFO8pFWfxzYuN2BfNzhGTZVm6iAyQygMVz5OQTmgHJ4sKKQLOGljSwXe3v8tDAidw2Dxa7xHfpE3RFmoqEBSn2Z63Tu20ePqAl32nDdkr3KE+fZPIVNEl+dtp66gs9P3Ubz/yjgSwkYxwwcMM53GVhxDFnNbBwWNxZN6rlYD4xanlkTl3bteg2myXHmEvioMl2qsUMxMgkkns4+20MEE4I0OaO3X3aiQzisvIvdRNUnTX1d0E5pCzkkKbIal60xJAvZdCb6oqQPbuGDlEyCKl/H4PIe3WOVj98+CBC8Gve6ZHm2JWQPOiQbRfjQf2wKTmIA9vp43Cq9pDV/o+FGMkpt21xTd62RRkGnNB2dphbMS789vj6+ioG60GXl5fi97j8VIu4ct3kyJAHL3RMv5Ml29FVdu+rtGZnucYgzjLahJZxmH1WLuQD9pCN+JSF+KNs4ZmxmbqizB7jTh584Q9mm2Ff+pwhMgDSx7A9ZG9D17QPf0IeWPhTn/yp0ouLi9IHuuHdNyDOWPJnPAc+1M/d6CNy2IP31+1N/oS2q9h2yWET/vtBZdoCtmtM4Yv8gDhlOO0h46/6lKN/yr777jvxc7x3795lTW1q/NEhmDqlrj342j44aPi2tmSOLsIBMw7bOLdJ35aUue37pApbdLwkHxB3HHlKJDm3FfaBJVEPOPEBPpNQhflgLEHlpWILL9spHyAfQAOI2/Bs1U/0wThtYydwyOt+zSeoPtIf8nHwPIxBi07IY9lDD4gDdJAJJ9PQ/Hx23qWNp/poT8X4ma+0RQmZwJnQtX6Y/HfZpeDkHvLeiwVSBTX7pay9wJoLkewql2KUHAOzJAQtNC25444vZd2oZ+UBFtj2YZsd/jYPB2sWI3QW/5RP0ZAsFTSuNEZbhaxEwgQpG3Q2YdmpkZ0S7etDi+PHELAjvYsTL9zfiV03Cx+QRwgeHh4i207UBfbgr1xrHBUg/38WYSPbB5AGkx9xe5RLjhxryYOM2xhh2/WznTdv3oo/h8num7ole05LoEHX1LUZC0fPPTzW8OqJr2UkGWPlwljjjAmTPNDAk/SE7YrS/4ljGtuyB+CFI7Bd/Kri/sN2xWwf6Cvj3/nBz9TYlfLAwvH/NkZ+7rjRAXq6zenKDIkz1tvobs08lKxxzXCk+KQ/YM04E36JzLHjuXiIo9evkJnY9w+RfU8HT2CPdolvIzvz7T7jdp9TFXR2mdOEyzyY8VCCHikH0E5e9uAxZaYMfrZlO9mW21iL9hgD6qYHVW6Tp5oL1GMujHJVeYvD1f6K+ImFX+rkM+UtSNZvbn+V02vsmYu0MfhD49RvoR0ykL9mXNboHPuw8oBJo9kxO/P3SyxS5KB4m4frh+2aubyKNQ4f2gJr+BGSlwqSRpsW7S6xV8+/49YTXWj4iVg/s0UD2YQRYGIy+bf1F5bu47R4mt1lZzYmvZR1EniPVqFy2Y95GByMTGtLldsOhcbCjffuWYRZSzEUvRzIjsUZpPHQN6kWKHUm9JurhxiZwBqjCEbeIHWqWlbdCZQMm8hejgiwxjgc0FP7CDMfIwZIK5f9yIO8oZ9Hx448/xGEZd22I6Irzge8j0FeSBJg4Hp0N0ZssznJe9AzYdg5Nt7k3R7tD+O+0y7GrEffxkgl7NH/6A8yr8UHJ0GebeH84EWoXMhAGfXsIR/8U1TjSRk62MYRznx70NmuBzh44WCRzR5lk1a5bFffbau1VrAf85QL+glkAqThCW/asC3koT/bOMEJ8grk8aAYWUljzDONpOglraWVRNNReE9AR5yQ9h6xpv+/D+iP0etV0+BN/TXzDtngWY3mgzyQaN1r5qfdMranGZNTnEva67U2Z114oS/bAqThCda0QR7MyF9a05gfi8gnb5d1TbnTzkjv6sRi8lfmSksZ9HYooxvoEpNtOQ7ddpIDIY+MSeYeOYns71StuYZsYMrXwmP0ISdBYbCm31Uee5BlXbWduWs3NS9a6lcXGy2Z90vmOmm1Ft6Kw45+0u9y9uGTO/n9AGRIE9KUuULlehk830+hgfYUTJ95/r4GWJwYNcKYmxDVdM98d9ACwmTXFzMp61mwA8mt24YGVLI+bNKuOEYB2IPfyEzZuEdy/2nxD7os3rao7WG3ULjaXmvBrokPh5YCpTmC5HU5sZYFjvHip0Rv3r6t/xmMI8i3b9/p7ds3wdtDHrs4HEKqlTHj3TdH54CjakDedY6rR3hd32r+j8bhBzjWBbP+5E/ePO69urqOY9rGkJ+II2JkxMnarrZvb29LVnRhW7ZFn4Ht1N3VF7mgox1ehxDSPo6e3TrvUzlyZ/euXBhx6Hd5jZFk6ZLQHvxpi3myLE1LjlhbdLzL7ge+9IG65MEXeQGvUmgPwH/ygO+E7Rn9TWi7+kYBdeFBHPkZW8aUo/Pf4htRRt82cQDUQ076j54JSQPSxyDvuJz0wFWO3vmTuRNXGYuvkblxc12vOOAB3xkSB6TpA/p5m7kJ6A86us+JECcG6BVdQ2e79I3ObZdDR99DpuvIcC3mDX/al7onJ6d6l3n+6tXresiDD2MzHnIealzt6FVBQsYM2BYX9Mcg70t0sZ73H6NoVK14jxdG3xOMGwWtLTWfbZNMP3Z6uN9mrq7lcLd58OTBcOjhQXe394fycsQ0G6xJ9CBmQG1ZdHbKH485De/T6GkjZ14qfUPGiJL+6gtRk3q+n0AD7Ql4PrP8d2vAsoNMfh+ekJ3aPQtgPQLpgRRWHUIWlO1K21+GLTyBbanu+gjPrMYsROpSYDe1LPK2LLUQl4TNLUU47qzBPF5j2KZBsC1TLpUBSKCWtvifwTCKvDvk72/zfvRPP/wg/mtEQHr+nWYMPHUwbhhB3pUC4hhaDC5x8v5nwTvND3nXPkEaXvAGpHnv/vPPP9f7eAwfDxTIPx0sfab+x4+fyjmQRj+AHSmgHxg/jDuyA/hP+SmDL46N/uMAbYt86hAyFhPo00b3XQmyIzwJNqVjaD/mHS2gDdv1X03iSHlfu8luCWeCXqGlT8gMT2AzdgOkJ2ibuD3KZp9u88BCGQ9ltDHHlXCC7wDwX2GSZvxPT0/jJLalU3T8IWNAiMwTv5c3y/6j4edPn4Qupr5pCzC2tEOZ7XpwZGwZA/qD7qczRk/26Lvt0jdjjE4oY0zhT4h88P6UOYF+6C//Hznjy9iir5v9wwTj0OPNcG5taVlfSxzeiZbNIllZi2Cs675fk4Q4Qe2vZCcJDbQjMyIKJCdrcC19M96A8bZdbW2yc25Zm/Dk1dl9XhVwGlDpnI6QvovDHg+aN5njt5mXw7lXu1n76x7UOdmc5uHkMq+QLnR6eqaTzLclD2pyq75Au9t29UDPP+PWU17tKZk/85aOFWw7C85q+1BcrJCEKcknSzGYeaGrzCxdQttiIQLJ4mJBQc5Ofs1jMSDfbnIghS5HlkWTkHTXuEbdXot/zfEef2SChb1mscIvkojqbpa9h1x5iNRjlHgiX9OuUs5u6yyGG0fFjpX/her87DwL/REYzdPQ0IceobY5ZsXg3OfdIyEgD548MPxnAb/Je/KavGcZv7WNKNrE0JXc5+cVVy5okTPRw00eMk7Ad8bhCUiTTyWOm8Ho91L6pgwaeKOLZVkE7Og3lWxHpU4soxDhZpvwBrMuddDpxcW54LONQQZjHNe0xfj2MqwS/B5hN0kjnSaKlhDcx8jf3Nzk1c5D5bOzPD/f/7nOGO3TI5wl/8WLl2XUNzHmDl/aRw52dYSzv4QT9OlrzDLC4zLSvwd0cZ+5sxXdBAkAABAASURBVM08gh4dAPQKPeXENxnb08y784wtOoMWGYHtGm/yqUsZ/KhLSBrAjzTtsVaghefFRfSSec4YKxf1xuuwh9L70pr4Iy3QIwt8dhkneKJr1mNE0LwyWqlHrkS+lX+WEuj3LnjCC75r1m6RpiL9sXkIVMZwzW57J9uZZ5uEY+xphTW8zWnOeIed2ns7oYxja4tanPMS2CkTl1PfyofMPytXPmCmzLmktr07ukpmEs/3H66B9odzfGZ40MCGWCZw5vOYwJn4tuUsZNsp7fg/jY8k605eDw6ZicdBQmRbttWqfnJCJ66Ea2jWOFDAQh40DG8WbmhCkgqJyPkASSYT+jXvCln0GBNC0j38Uly07MAHv9SrOx+Rb42R4Jvo1Okhdhz8NJAYtNOTU2HMwGmM5gyhgV+Yl0HJAs+T/kPtHCYv+IF136f/2RB+E/CgTTB50/YuDy3kIReGHVltyzbZBXuvywwm/DDOo27ed8fowZv8bQzyNk6EOG3QT/iCJc4ZlpOWEOa2RRmwM17oMqFN+/2go8kX3uCY/2kcqeToEHnWGGnQU3cgLOMMVIDO+/4QAsrRw5oxJX4fx319fSu+VUz+EsNNG5vNqZbEW1vk8AAncdbncd5ncV6bxMlDNngB4sdQrr+VTlFk7L/B7+Uz57fRPXpZM09s13zbxEnb6E7p/1q8bJdzZg62rJ/ZPnxb+rKJ3PTLdnS3ywPLfYFxhtZ+5Ed7mf7F7zTzmgcnwk3ahR/l1OOhRSFsy6IlZS3tIue25kjGKWHEDgm8QaJRfu6SGV6SZe+hxytZySfdixa+oGfdUkBbwHaIeulhl3nujBn9XCIT69peUu56j73L2EuhrzqWUzad9hL9KHVnG8goLkvOP9XVI0sia/B8P6kG2pNyf2b+pQYy22P3D3lrFsqalZvpnuV9XKIsBas5yGK3La6e+oTgKCo3i0XKYsR4YEj4xixH0oQ4UHGFje3iaw8HgQPASN/mWPTmluOymxjru3KkOOUeQxBScSFrBBXp1pYYrqXapWzwudft3V2O3G7qXSBHkezaCDlmpA0MWkufkI3jV47Qx3HrP4g4R5kcrX///Q8i/p8B/CZvjnLhxXEp+P7776s9yr///jvxrth23qteFThypr8LBi7y9ijcdvWXOP2gTxyhkkbP8P+nf/pH8d90wpc2OT7GWaAf9ABf6NEBY0VIGkwaeHLE+zHHsT///Is48qUtaDmS5VgcoEPqIQu6PZYXWtsZqwHlgvYYyTrc9qCzXXn0G/lITP7IfwzGlnavszNH3vvsfKmHLjk+pv/ogpCxAOgIECcfkD4GZceYZcd5xP/8pz/rL//wF9EGY8orDuYUccoBdTnCRjfIOuWkX+gIEKd8t9vWvIcGMFb0hzGE5/Gc+S5zhu9vUJ+x+XzF+/frOK6eh4c8sMbRLXHW8J580RdjyfiiK9pULSh9MU5honnZlrO+7ZasrNnQzzG0LdqfsC0pyFzNLSVutXw2yYFU/UMPd3f3esiDQ8/6VihsCz5LWwSIDyzJX7RkHVDvp59+znz8KP6EK+ltHlJpi4eAtixF20pe98yfL42anq8/SgPtj2L0zOe3Gsii4GtmWUnHZZnLmem5sz5X9ThukTgi6fu0W5PtAsWHfJMasJ3F0rS0IAsni6XeP+FIMOzg9Ox0z2PQ2q40/HbZsWBEWIS3N7cixGBx1EcZNJLFRZyHDKV+W1oc90ZtWZL02KXEGFAfA3Uw8Pv3fRg38mjLdv3ECiOL4cbJYXwJMbbghx++/085bngAeP7jP/5j/R6bNAYYp/dD3r/TNu1+n4cEnE2LDpFzGm0MK/okn77b1ogrO9tt3q1eBZ9rN4Oe4flP//RPmu3BH0eL48bAwZv+wws+5NuPukXf6AjDjgyfPn3UL79gKD/UwwR10Bl9AIyxcuFY0TnyQoORJQT2I3/aDflvbjs0gZ0wpbYFD/quXMgOf+QHyAjIq/G+vq4vbNE36uEo0QX9P9YF+iefkDLC/wzg8Y//OBz393kQw3EDdANfygkZW3SDrJ/yTpz5nW7VvEVH6IU+buPI6AN9RP/E6c903MgOT/r0Q+bMmzdvaz5Az9/0JqQddt+MLa+OWMqcZD3koQad8f4dGeC9Y+1HENvFR7mQJRYiJoFPyeUEm5odeTWuUZS0hfwTdmikuPZ81O18DlgOT+UU4UGs8/rp3sM2czfMLNkuXvS3taXiLeuhJb5kjQPehZfj/uXXjPfn4rMtx91TPzK2JTah6vZFi/5rr7+v1trfV3f/V/TWWXSS9Xj1fdRuchaHPEpZtGt24YRK1pIFY7PguhII0p4n5LlY9mzUUwejvx4MwSzJIsZy9KRhkACaNXk9YIUTUnfytJ22gtCWk666Sezvqpb2qGtbGBTkJIS+Rwb4wVdWXcSr3ZQRt12OoaVDtmUPkC5eySduNxGSd4yZh2OZmOWU/W0sMSybAoYVUA/6iCAu2wQxaGsBeYE98qswnV+jA/JJwwdIrjpr+qlck/eksy3iUz8z/rXuyYcHQN9hVfUI4Tlhu9qDHzwIj+tCbz/KbY84NGDw78UjDUCeYKQpA9BRQAiIH4O8mk/JtH0YV+WiDKDfKTMh6RTLdoH017BHme2aA79XnsqSoGsZ05Pa6W6y021tkZ21ta+rXOgGJFo3ch2DzJDLVW/Unf1fsg4ZX7DJLtp2yHvpKhG1zFdC6BkHnDThbM8pL1S9UGZQbXiwPkkHueEz4OJph4b1Jy7LbqJcJp2C8OmxB4XMSchHGeXw7jW2yNFDa1OxD7kTty07CHlrCRNPNJx61SNO3wHtUgyfXhSUDoQ1kRT1vp8LJiM6qJD4M/5YDbQ/lt0zt681kEk9Ji+znsKsNwJgWxwxWc4qy13OYDgMu8UYDSfDwrFDI2VB7bK73WbxPb5IYiFhNEBIUgZdD+3g1Q9CjDzSycryU2h7+O0KPTk27QDKguTB07ZsJxqqVIZHEnIbxsSmTF+0STmAFtkAcfJs7/mRUslBzB75NiE5gPhApVI2Q3vkD8My4pR9DZsyVZvQAkfH9sjX0YWMyIrBi/Ep3cw0eWvGCXJ4bOIo+OIWIfV4jwgNcduQlU5IVyIfaxw7IA9adsyE5Nk+OL/Bf6k0cwCQB7S/4EG9WX+mCW3LdumWNJi00P8t0OcJaKhDXbBvtvgSJw+kEZKVbz+2SV0KkHmC9DGo/zWOy4n/bnnm4ZqxSJB2mYeLWlsqTh6QhizH/Vj3+ifvGGt4KdcmznmTcW2Z2/bQIXFgOxTKmPZgnd2uVYKM8EN3hOu+HfKpRP0lDwEcoRO3B6+IKKJg5Lek92VU3H9ZzE6+yE/bcdjruosMu7Td1eJ4NyecgDVqRK5e4Et025wkIINNXRU9MZtPyC07UHRFaRQ36ZFnAkryQZiHMjnTnu3rzPzQOKV/t/dTd3yM8lO38nfPnzk8wDxfYyDAmPlDOWsWIv9j0HZ/9HR2eip+UzyPRnlvzRHfsZEfNSXbMe5ZtK1l3fR6j8WxHEd3HGfCV3W5aO0RVlY+suZiALLQI1cWXMRKPPkO6kZoWXZT8yJ7LHCM08QaJrlH3UTWGC2OCNfwhIdtgrSzlnwcWyIbmLJyhMh7XY4pyaMM8Jtu+kLeBGnooSVO/qC9rmNl0hOUT0BPvY8fP+aY+1PRcgTIF4no+zRStutd/V//+lf9/PM4rib86aef6jsAjAfHsxy1c2SNHhgf2kSOCfpJPuO2RifHbaAQ6kHz4cOH+gnV+fl5vSLgiP8vf/nHHPH/RRzP0hbH8fCAH/0hhJ9t4RBsl36hAcplW/SJdug37XBcC0ijB0Ly6Rt9/OWXXzTLKaMt5Kct+BIql+3ibbnmHW1AxzHwDOkb9WkH3RMnD9kJr69v6vsQ5P9ruM5x/O+WX1/tx3DwoY2Jq6vrGkPkQj/oAflpl/7R59lf4vQVuTla54gd8Ptv+oP8E/CHB7R3d7fVBt8H2cThn5ycahPYreb5r79+rPkD/WnW9A9/+lPG9/t6VcQa32wW2c649T14GAC16MSFvgGy168/4ogf8loKfTzcP4hfbrzNsT1z5M3rN+Ib7Mhzd3cj/n8E6lEfXugBOdNo2lsLPbZHyihaygIeSJS75YHAtmzXGM+HBcKe+bymbiSX5kvB0Amvsuj5ekINoOInZP/M+lEDTjTI03P8Wi2Cnpx5s7j4reVw3GsW/0a8K8R5846NxYYBwVhgiKDvMAoD2zHcLViKLz9vutm/W767u6v3scpluxZgPkkFWaMRAj4DpMlIUYJ85s6CZTUn7axIO7WDykr7yAF6OegQcScfGcGaXQG8MZqAOPnIBW5v7+q9+i1fjrvB+F5VepSNd+6z7Cblx/kYc0A+gA4QB8dx0l+DutCgV2RCNuUiBLQ1jPWnOPmrvNf7VGCMTk5P978N/r5+7jbo7w+yU5f24H88ZmEvt0ZQY0W7tI8RRh6MO+PNu1rexQPivCvnZ0e0A/3ki+5hhm4JKZ/IaJJVoB3kubr6nL58LmfHAxFtApwRjuvz508p+xxnehXg+MBNzaHJ9zgs5pkM5NEGfZ1ATvQA/6v9l7eQm3xoKLuL4yPv3wKy/y7N/nsZlN1lrkNHe4Qzj/Ga+kFftI889HmCNPWQiwcxHpjR++Xli+o7ZYPmJo76Ng9v9+WYoacdHBhOEbS2lFq2cbCfP19lznyuP/3LGn7/7p3ev3svxvLk5KTWrJ01ljWDbKBnLaHPL0AejhLs1pKJPu52W/EA8PrVq5qPr16+jOPe1Nx6yHv1bco7zrVLWblqmXsL8qW9HlR7Ca1ckWPMmZ76EsmBVM4YF03CoomjDpWOr1EuWWN+6/l6Mg38xzT8ZGL8fTC2LfME+0V3nRQLV3Uky2IHWUu1qFloNjTaPx1nuVCYBZRYfYaBim/IyKM+xgmjUgtzVRaig+OQ+AD1leU2wJQIo6Q76Kr/OIMv0sBrTdsseNtCtqW1Cm3qKG30g5zQ73a7StuDnjrUJx/0GBXlIt9+5NHTzqy/zSkEtKRByOuGhnzKAXHKyQfEyZtl5FHRtuwvITn67/XlnfuHbYzyVnbT2dl53p2eCPmW5USbzWlwogXjJ2tcQ7e0xc6dkDYBMtje11+kxNkNMTY4GmgH70VLjlGRkTzGjwcw0rarDDr4kUdcuUjTDvyIOwZVWjMOa/qzC7bBQ8ZgFxkctMCIoXH1ol2WprOzU/HggENpre1pMgEyyybPGe7iEHa7hziQ++IdEcOua+07rXlYOwa0yLfbz4WesQWkAfFU/pv3v1ruUc0eEWjBlH+Nw9uVo9tFVrCtCjjRJfoGxIH9yKOI8kFWxI0unDHYBEv018S1xonSlm01t6KhP7OvlC1LK0dqM0eiH/7kaFTaot+2LCK0miTaBjpc1D+gxmAW9YxZV1gGznxsWjbB0tQK1hI709oSzuGZDqR11dXrUz16WTMeqjKphVnVvT18AAAQAElEQVSTq3C0mTlU/UuYNdoDTgd44Dg7PxvzJCcMC22kbqp6XC1bk7Un/vyt8tLm03y0p2H7zHVqwIcVk5wkbMsONJDcurN+tGZxrDF6GGJCCjAOGANC0l+CVbgHBhuEEYtsm6f9XYzrqBea3LX2E4ZEMz74RRZk2kMJJasu6BPpqYR8vRZzMpNnWzZQyb6Ng8Vo4XQK/3/2/uzXtiVL78O+EXPO1e5+n/a2mcmqympYZFmkSNGwQMOQbYCuKpE2rD/A8IsfBEP6C+rdcFeiWGR1RJEiCRVFCoQlvhgGBbmVQYOgDVAssir7zHvvaXa3+rVm498Xc6199r2Zt8gy88oS88yzvh39iBEjYowREXPtfXbbfNJwXs8HjfhkWtBxnkHWno5phZPYk74PJ1z/AKcfwvmmYTjusog3NJxvPCyL6Msj+tBtXMd8rrkByN+4RX4l7zn9pyyn0yONRuP8v4X5FmSIMy+KUm3bZWeAaCAROd0yroMc7JgtB6cP8CnI+T4tGa5fYgBtECeTiYqiwNE2bBx2+VTndq5zQIOx9Vgi3F/LRmNLvU0+6W+3m9zO43D8APfXsq4Gg4oxeBxjTnwjxjS8x2Qy5oZnquPjo4zpdJLLhsMhGxePtYX2Fuzoc0Ofa7AhvoVfO0PPV6eO8bf0dUCX13SrDiEZ2j+OP8Q++1PBofxTmZ9NuNsHeW7jZITnNnK/NXPpX3/yXFg2ESGP6yDz6XSar66d9qbF7WvWck07O32nJdPTnl6tLWvbNE3Pc1Oja960Wdbr9SrLSTwjXn1MkKU3RBEprxe/QqJIwT8B2PHPHjkREinx9ONBrsiPpFzsEE5yPKcp65B7h9w75J3LKbAzJsjJXt8R1qEu9TrifWFAKyQ+4qG3PM6OOsro21k2XqNjxmT5OV0USZH2DWkrtTkR/Q4y57z98cOXQPrhk3xL8fMk4BXNglZEUkqFIix+G5e+hdPWJRvnLe+u1vfXx0uMY6NUJIWVBAftMKWUG3Y08ruv1sorjteUuygiFBF9HTSXanLdnLH/4WKfFhL89Eh59+38XIXmRSIPQCK3Nw0rd4R57+CtzUbcV4m+bu2vl+/kPwt5NyOczbheXGnL1Z15zHQ/8yMilOjDiKBTKaft1IyH+RR9qqwoipx2fkTI9Q95Dh/iIZ08DoRSY6TNm69DzbtDl9mg+z2nfw3IV9YOnfZ7T/dhIz2fzxl/kx2uDVmEjXOdHeln5eH3qte8y/Z71RtCy+rQz+FXmNynx2Haq/y6Y8nV9UKua74OjsJ1zPOhD9N+CI/DcLsDj37t4jH4nbnfoT+Ex+V3pC7zrzu5zHHz5fF63kzr0Idpm675rHFw5iciHNyvESciIsvG8vI8RPR1tH88/h8E9/eD8g95Lv8sXLYnex84zzKznJa8T7fMzIfH5LF5nAdYBr4i9xpZ8VrGbTy+iJ5n0/GYPXfXV9fydwFms3le27O7Oekb3mc7/ybnJXT1nGvxZ0+f6ezsXINqmHXAtE2rwdlnhwu3XjepSFlWKQoF60hyvx3ydCxkehHoHIrokiIludA8LpfL/ApkDd81tsOnaY9dPDShRcvGss5r1XKjoZx/AGpATd3nuZyeId8CHDcUhqOBTk6P8wZvPB5pwA1NsX9Hn+v7tqVrsT5t0Eeq6zr09vlCJMDMfyF03xJFAhG+NmIdE/fHy5/1r4ikCK9plJDMjpOby21QjKC8wwnv2NXvdj7hbFG6FoeaXO0eEaEIaEC04STW2BCggYk8X2uZVkqR63f0cVDknMGPiJD/iVAiFvx0/ICcF0opKYJCoZ7Q7zo2B53jRpd5Q0nzKcP/V7UNifk2Du/tc7yuc13I3NPsMr0uGwfHIxgPee0DfiMi1xeP67TIxogI9WPs+XOZeCIi82u+D4gISt58XNc0Djjw782Sjbvz7YiPeXd4gI294VOU6TbI3HUdml5PveNUVWcDbTkYpmljbWzYjDntfLeNiHz680ne8HhMz/xsMcBbNjuu6zaOm68D+jrbvGly+Yb3xRve834Wbmf+zPdnx+LxGEdHx/nUecQ7UqcN13Xa7dzedN3PAU6btk+b+TaGdeF6hnl0yAq5nwvLx3kuM5yO6OfK8QOYfqIBfvCnL+/LWDl57fQp5b4i3rSNiLzmzGdeg8yZNxHeIHlsD8fp8fpEKR7X9/jchmTuw3HDZcbhxO352qKnlovbbJkD56VUZJm6j8l4IvfrcXvefOrOr5+QGeoL3wJpj5D/yU8X/kkVj9TRTgwJfQjoFdiEyF9A23Hb4puiHWvGfR828m5RpCRTsewPiAhoOJ+SToyvVYde+UtmQW8U5zaUyIdnp6uqzDc1w3xVzmujIkEjcnnHOEB0bRNd16Wue+u09QU+6Quk/Zb0ZyTQtR1G5JCJeqAwLXkN7+CEgg6qQTbiDhNK7/qunVA8hyiEjBYFi4i90oinU53fN9a5vCgK6IzAgDoFebrfabu9eCJC4pOBJeyg2cJLS+gGLkrUiUiKDHL4iIfqVOk+BRdFhIqUMChlRsXVbK/kA0XEff2IkMcUEcijlQ3ZFgflMBsdeGjbpt8IYAQzT8KE0LHLbTxd9+FYIuKevvMNt3No0DyXu73bOnS5840Ij6Dvw/UNlxsRkcdz4Dki8ngOadcxzQMOtE3jgEMfnpvBYMD1c5XhdER8Sg4en2m6jds77tBp13fovpwf0fMS4dBz5fANXPcHwfQ+jfZePu7fY3C520aEg4yIyHP3cOwNG7IM5qyT/7VqWk53Bo6yzUa9y2vQfJu+w4iQx3OgFRHINWX6ER5LoYjPwvnGPl9uEzKNAyIijyUi8ry5j/uxKKkoLPthbmMZmhfz5Lh4HLq+4fgBlklEoFfDjMM82iEbVVXl/rzuyxwvVBRJgU5ERO6vQDcTadPu0Lccsq75ePHJD1UVwbiUSAb5fKhwOEUXKbF2SvnVR5lPvBgSyiOCdn1d87pDp0JSxasY90kUHiLz5HZlkajfqWPePH8tG38WInlSkYK6ynHIEgbpPUKkxdP3+2YMrRxv29bOm1pUefv5QiSQvhCqb4m+kYBXMrqEPSOPtcxad9zZVq6Ga8Ya4xYRGvLuaDKe8h5yilIOZO1wPRRBJsEPAhNw7BA6q81G0fQgIxuNyXQMnQkGZpAVzsbJ5TYW7j8i5H+m1KL07qNFgR26T+fLdQL6bkB3If7lvKC4Q0k5eRNLNiQ4o/HY70mP5BNGxvEJ70uPMx8RkR2xTyX55IlDdtzwNd8BLjvAeY6bd7phHCkjwv07p4f7jwhFRM448B/Rp53pPMNxw21sRA9wOiIyDddzn95MmD+Hlsshz2GWJXIzLcddx7xuOfFEJPmU+vBEZ3mcnp7q7OxM/ob4+fl5/nU/y8w8HGg4dP/mx7QPJzlf2x7kYZ4cj4gsW9P2Fe8ZtN2H05+F+zE9O6iH2GLcfUo8jMlpj8N5rudxmxe394nU9A335fENeQduuoc/l+v3u25vmMfFcqEV17j36c98u9z0Pd6IXvYRAblQxOchfabss+mg/ZuPeXfK/Vi2B/Tp9n7T6PEaHr/LzJPh+pa3yxz3XPlUfnxykufScrYcHFouhuPTySTrsNv4BL5jc2O6EaFAXxiEFMpPh365rzfI2f2PYBNCudvaTphekZJGyP2Id/P+X/lKNgMR1NtvkIjSFqr79Zlwwu7KsDw8BiMVveyoib9uMjpoWONNIyIUYYiQWpQ1OPcGO9GwKWtJG13uBwMh5XoKvX2+YAmkL5j+jzT5ljsm1vB+RUsRkdGy0BtO2TaWNo4OIzDCY3856Dg7vtFonOt2KIeVpWV3HhEmIj8dNAwrWUdZg2FoDhuAYYXDPMqwkfHu2r/L7W8pNyhdbgepA522be8dfwtfLfQgT/+uQQ+Um+eIIK+HZEPRKSJUsOufcBVoY+5fofG7Ur8/NJy2YYuI/N7X70j9jtfvB/2u0GnD8QOc9jtUw+8UbUwjQj7V2FFU+TRT5r4jen4iQimljIg3eRF9XPvHdUzHpyXTMhwvikKGyy0fz4sNtvu3A7LjsfP0e17HXe56Juv5c12X28APh4Ns1J89ey6/P/U7Y/++t+MO/WdRHT579izPtfkxPdNtkbX5cJ5pr3gva3lYXpab4bj5iAhZvqb74Ycf3v+pVdN23gF+V+25Mb/uw+P5LMz/YRyHMXsszrNM3N50TPswnqdPn7D5OMkyv5vN5PnznBnm2Wnz+hDOM1zH8nK/5ivizTxF9PGI7w8tk4g3+ebNcP5DmOYhbZlavl5Hhvu0HDy+Q77zLBPnW4/c1jRc37xaJs732rNjttyfPn2a/9va/vsPT/Lv21tGTx4/keU1xLn6Ot1zZdqmZZoRkWWWCKVAwfig5+bTcB3xRASlvZ65b5+g+/kouLKe6PzUm78TnPhIptViA/C+KlJAn7ZuH9DG8ecrcOK2BR6D11eRkqgi12ixCwd08OK8SBJVFIRub/ux9uuY7ZpNuL+UuGPz3uT2EaGg34ikkleExds/eaov8klfJPG3tGt/VeyNGDrUARycds1p2460xeFKgWOq2KUPOSUPiRfqMOI1yrjjXXeLYoknAgUBRGUF6/CwHYrZ4mxb6jud0DYbjSHvooY4kUCZGvqqgfu2E6aJFELhk1w/FQUhKJwORYQkAL+5vhuQjAhFYExIt/RJschRgfO2AxxyazDa4xAfYsBsKCIibxBqxmTYGLV7ns234bTh+AFOu/4hHUH/jNvtDZc5dL1D6LjrO3TeAU4733DcbQ2XOy8huwJZGOJx/gGuZzjttobbOHTewRHQTDaOR0dTedPi06pl4LwDsqyQi/sxDbc3bdNyug9b7HDLPFvKyvGHddzWdAzTf4gRc+95GI9Hcuh+3ceOd7E71tOO0IbY9JqmzidP5xnOd12vOYfmx+3H3Kj0dPs1eujPzgAm+ZhXo+fXcnBbr588HtaM1+oh37R7tHlsrtOyplrWxOejo+4bmL7h+j0tnxxbeOnu15rLLSuvQSMi+vHWOxxQD8vBMI2IQBesBynT8bza6boPt7c8/UdPPH7L3hgOhlnOltGY07bLivybB03uo2HNm7bl26CHHWNkCcuPpeV4H3ZZSs4/wPy77wN/ooZP2WPP7RCnzZp1+Zb33J47mFaicYEjdd0OR5wYk2VguK3TiXYeT1WV2J1KJTpMNZrDA22IyGm0DTIdcm/y+3Tzn+1IHkPmWgo+VA537HgZ3ZHePl+UBCzmL4r2W7pIIDh1E3ToGnrQsfjb3mjsauI2Mh1hm8tSClmxDKEJNQ7dypqVnbh4UoSscOLp0PY3aDMdKzBFmU714GRqo1FjMBy6jttFhFJRyO/ABtS1AXKb4sE7sa5nXH4CniLCURSZz4P++8ygRh87/DSvNg6mbZi+04d8G7hsCHH2jrvc9QynHZpXy8DGs8YAmn/DeTaqPi35S3FOu9z1DnGnH8L5huu4tpMcWAAAEABJREFUrU9YhuOWjWXvPs2TeTGfEXEYzn0YgTlj/ObD/Dl0e/fl0BUP43SZ+zSfBzjteof6rmMc8pzv9EN+DjyZL/No3lzHbTwe0zRsvGvmumWz53JmKq+vhmtOlzWsJeebb/MZEaydRjb8DXX6PCkiaNfiAOscmk5D25o5aKjn9ubB/Ji3IU5kyEbRzn2cnfyIk+EYh4ajHw2Ij7jaHxOONdxvWsTTcMtT1y160dJXk1Hv+6kZx6HMYUPdh/A4Gup63EZN3HnGId98uj/fPnkjZX6d10DbbVzP9Z0HO/KYLHeHTtd5vA0y6HKZ21tX3c5wW+PQviiSkpG8bizDzlqEjFtkvM2oGW/DWFo2Kod2dMAHR+gPa8t9Z5BucZLuq4GXjjaJuSnLKuu563hevY69Dg70UiRPGf0e+C6VnXZKeW4T4WBQMR8jTaeTPE/m241a1o66RinEYTszAJ03NsZ9kMu4+Ok6DwDZt+dtfbFP+mLJ/2hTj95ps7h7OdQYFb+ztLGwMbBuBgveJxKfvH2dvau3qpsdxqtGUd4YC1Ow8jq0woVsEJwKfnAyyOlOpmv6Gby/3HK6aqDXooSdGrXspDtg5TSdqio1wIiOJmMUuIedQonzDmst1G12OjMLcugRwbjbB/0GdVqMkI2H+7MD2PhKDfh/IjJPpukrRl8r+grdcPwhfP1oHPIc9ztD92Oj5OtXX7s69PWjry8POPzvTIe0y+/uZvm/H/SfvrzH/i9Z3d3e6fYGELqsgf8hjse/vuO/bOXf3x4ORhhSJGXbFElhKFSkQgWnKSPIazGkxkE2fShFWDK6nxMb1QM8P9kQsyYciici8jfE5/Bonvx7wXaIvnY9vH6wTAzLb8o7Tvdlmt4QbDabfLrb8p69n4NNfj3hsh3rgC5UFOa9kGUaEfDo3MjjbHEOzq/YxDk0bfPm+dtxQu/p7uBxC90NDmhHu06+WfE79kePLnVxcalL4/JSjy4f6TKjz3PauLi44BXBKY5iTOchz+3d3V3+k685JD4Dh/jnhjPP3638Z0XvmGvP+dyhwdX9fD7P898yP3bYluMFvE0n0zx+jzGlAhlE5iOlRH6R0xHO89yz+ln3LbKxPIyIZA2QdfYgnzWy99W/58By2jEHlpu4czMpO8It+ugrc2PDdbP1pWX+EaJcp0ffLwztP/Sfe+uTLEWqo8m0O/TltRtKOOVSifGIJ+R/yvNdoeNeR964lJyqzZPBcJmDAbdCEx2fHGXn7boRoX684gl1pM0FAfSTipQIQ04bUuaKgFpZVlLddUHjt58vSALpC6L7liwSqEHLcibIymZF9slwi1Jb4SNCgRJ4idecYPy3hf3lng0Ob4ehbciLEFdYJUoSWZmk4F+SBLoeQY5Ai4Ey7fW6N9j9F4YW2u42Ek5bGJEcBlxFlxWwZNc+4sptghMwxlzzWcnLij73vMmKibPvbLwM9NR92kh4Vx9QtwHaYpjM/3K10Gq91HK50Hwxw9BvNGRzcIHB9jvAwztSv4N9/vwdOc/wO1+/NzQOcTupBB82in6/++LFCzm8ubnBYNto394bfBvuOwy+HfvN9a2ur25472qHMJN/z3Y+W+gWo36Lw76izHRcZ7lY5iFOJ0fy79w+9n/ZeHIGzyO1DYNlgvpxIm/knpJPLhWGskKGpRCNGk5QHVXFPGj/RIRs6GtOSZbNATuc4AEua5FpRCjioRObacs6mbCh8kbGsjIsF8vKcX9ZzG1Na7VaZTlvmYMtV6YOnWdkR4FjKXDaFU7Zc+54RFJk9H1LoZINm+cqpYL1ZgfRshmoMy8baPRY47hX5G3y+Hy69sbiGe/0nyC7J7z7ffrkmZ4+fZbl6XjOc5o6j3kH7A2SHYn7tIP1huwPhivm97VevXqt18Btb1gTNze3ur6+Af3vU9/ezpjDVpbVBU778aMnmh4dKbGmCjZfHm9irIlNqsMCGUX088a0MD7lx/PY4CxbdMwZOd3WqoG/eGY5e/15nVoHVut+PnL9kFo2zluc9cJ/chas12vkuoW3hj5aRRIIRRAa4mFB8RHJDHL6D5ne1Hlzt1yu1LDpNO9DNp4D5jeCFv4Q+oTtfG/yjhh3iePu4AWO5DGPeKXiVzqnpyc6Oj6SN9jO7+ijtd5Dw8vacetAhXwsoyIlJcroJvOU66MIHfJp1ebseS55++OLkADL5Ysg+5bmQQKdWhRTVoEM50ew6FOhxOIvUARfV5VlYgdfq262YKems9u3yrgFQEkE0AuMQMhGpUU/WpyKuJiqygFKN1JVDaiWMAo77XiHJ3o17eGoorxQUYSCvLZtUfgG1Ar4KFH4VBY5DsfU6OAvMnR4QgpDPCi2lbSDTovh8CCzIsNyn9eoy9dt1OWTFZu6Dh+iJa9tO0GOWgH9BODQdDI6eC4YF44Sp1ICy8yhndBgMMjOxuleniXpivqWxzCHFbIpy4r8UhXxqhpoiJEbDsecOMbIZUTZgH5K+kYGMg+cqujfvNkw1jhmh07XXLFucap2YlscpXkv4WvAe06jog8pcGzbDLdxHY/bNGx0D6hx6o7X0HRZCZ9D6Pj/co6Ah5YZRD5MiMJ88VPA9EzXbepMg/lms2d+7MiNGpp1LqvVh65Tszac9ty3zH/LWuru5d+xnjrGLZ6HoZ1WDT2Pwfnut0dHe3h0O/iKKGgJ3/x0vZYfnYJUodiXiXFIwScppQLZV/KcHFBWAxk5PaBswLw9QFmVlBuUsW5LMKDNoBpmOm5bJMqR5QBZVtVAib7dV1GU9Bx53Obf8+pxGQ2btBY4zMjjVaY5ZL0MoGUaDevd8rAsWpxVAzrxoBx24nbKNXJvcZBNu0P2O2TUiI5VFAl6pQYeQ1HIl3KsduTfKLAVqCK8hiJCEoAw5OX5T5Eos2xDNZuIFc5/s9lCm0rUDYC4SbNoaEB1Feh0VRU9Kfjp85JK8pzv/mgmUb/bI8gsykoRhRrWnteZVbmFeAdgVrAqqtMuCPcQYUbKxwQK336+IAmkL4juW7JIAEfWCc20GrUYNikUaE6BwhrhEMUa8v6vGhToAwZ177hbNMWKhFaQ3yk/tO2EekOwwWkbbespLFVxrTscTTTAwEQq7o1zRFBW8m5xqBHOuypDZKHcTXbsdhqmXeB4zA+kUVaMetcqFaECQ+P65oOhKCTeeYlkxyuwJp8YGoxUUFKmQoyZ8i6DWtBIShiCFgdtZ2Jn9wbbfEq08THMS9O08N6AOjs9G0C39y2AT3aG44ZPbIbzfEoc4MQdjpHDhOvQA0aj3kEP947a+T59HB9zyjg6RjZTDTDKEeneoJuPtu2QU5fzDrw5b4vT9v8o5tPOarVhfqSyHGjIHPhLS9VgwNCDU+ma8W1zuRQSMF23P2C3a1TjICwbhwPa+uZjyDwWyLPBkWy3NbKos0xcf+f0ZieHDRuKet/eNN6ghu8GtKDRbldDYwf6zcSWU7/bNcjbY7I9DsbvsKFPpksR5jlJCmh0wKsjFBHIRaQ7QvLpv//77o1q6O326Q19bJDVFn7d1w5ee/T1OnQi4UiHzM+Y+brHeMJrG5DzHI415ubhDUZv0rxL9280eE4PGENvkOdizPVvP7ddJ7Gk5cdja+ClRvaWoWWzI97AdwP/LXBYk3Ybz8UYnryOCnS2Zr03OE47MdNt8WCRErpSMf5GK27MGpwkSkB6h55tkVOjlEKD/B2AgUbcQFVVmfPkGzDqB96w4CYsJSkFPxQ9z+4EJORuXfAYavj32lvjuLNzJdN8tDB84C2lgCfzVaiD/o7XcNbhkkPCIG+ECon+Wm4NWuyNb81aC4d+yqpSpIQt6FTXXT/XeV206D3rwPWQKUOX4NMI9Tzr7fOFS8CS/sI7+VHvIKwdCKHFEXSAKIa+1IQr6mOup07AmHhC0ToUotm/k45wzR4pChXJp4WEEehQpgZjvMtxGxMbrZOT43wl6OvVgg1B377TEGNxdn7Ke6wpBnEoK+8G4+L/8s/v6cySddA9uY2Ng3lpMRYthsB5hssPSGS43yIlOYzome2NmakB2rqPLafSh9jsr1x9Munha8U1Tm6dnZ3zfPXoNi3yGI1G8vtJX6H7mvjZs2f3v4bz6NEj+X3vkydP5PKnT59Q9pg85/d48uRxzjuEfhfrK/iLi3Odn58hsyM2NUPGgaHi9cQG2eRr/vlMM96j3tz42vWKq/kb+X/Pcl6PWX4d0DHO0XhIn5d69PgSWiMJI7xhnDtOwS63eIrC9Hfydent7Q1X/q8f0JzxrnephDx9rXn56IL3xecyXWEd17x6WG+4FsXI1hjgzXalOa8hrq+veB1wnfk8vCa4vb3l9cEttN+gL7sjr0d+x089173hetkbpyKV8B0YaQyzQilKZFKoZFNnFDitiJAUMp+G4K3GiXmsa66HV6slc+j53DCfm7xR2CDPFVf5i+U8y8vpGjmnFKzHEXNwjuzezJnn6fGTR3r85JJ8wscPcclcPsp4TP4T5vvhnPfroS/3PJ+fn2cnb7a3vEKY8e57xpzO5ne8NrnRze11lpXzbpmTa8/1zRV5N3kcqUg6OzvlXf2FfJ3sq2XPp/n35mfHrZYdZU4TXy6XtJ3luX39+hXyvtGSV0cN4x0MKp3nNXeex+10WZXIOMn8WZambRtgvROPZWS5VzjSIc5+wMauYLMT4Tb9XFBNHUrcsOFoCaVQ7MtNz30bjo84JJycHnEtPs1ri2rYkl1ee56/HZutw8akZuOyZePl0HQ77IEePqj4wyTxjin9/lwK3n5+uBJIP1xyb6l9VgKsYj7O7dRh4FscUURgDAtNeZ9sp23nfXDcLTvjhuu1FgNtRVZIEaGUksq9wlp/anb9O05RHcpapIJT4wQHdAKOMQpj6Je5nWkMcdzn5yc6OTnCiA3lfcRBSX26aCHYit29eNxXkRTWQPjtAEWkKaMeg3BEEQl+ChVFjwjaU+76nUMMeofzqjFmNpg9ttmYb3Bods4bDLr5cGg4z1hh5A0bEcvr4LjtnP1u97OO2/lPea/qfIdPnj7OBt+G2w7g6d64O3xih4DBd9nl5QVO4xSZHWnEu76iCJxWDY9rDNkiO8a7mZ1f72Tv7m6yg5zZ8O+xwii3nFbGtLcjseMYYRwtA495lx13o5Q6ZJWykbTzv8VhXF31ht1pY4XTQ4w6OproEY778lFv4MWJbLVe4EiW8LfLJzh/H2KO83m9p3F3d4vDOACntHfKt4QHp30InWfc7N8J+/sAm/UWHguJU3DDac5hSp7bMq+lg+OWWJCgKFyWZH5b1qrnb5XnbYnsVvC6Ro6b7LjXzPOKjYc3Q3bea+a/wdkn5O11b2dm2XmuPgU2QY8z7LjtxA3He3gunzLXT589wcn3eZkO8/uEzZo3UedszLxBFidL85jlxJx6Du+Yzxsc9R2yc/p2n/ZmyPLxRqkokuy4vck75T2wdalDJ2r0LztudNDx3T69QAa3rGsZ+04AABAASURBVI0rNlR5bqC5Wi6Y95or8ir/l57nbCZG3BQMqgF5dtwFckR/1LERb9RCv0OHxBORsvwHOOwhjnvIzVCB7FOy7I1+Ply/4WRMU4X6fNex/lgHGzYOQh+9ETw9PWbNc5MxHgg15wCwZb5WYE18xxqrQZN57h23063avCnQm8ddv0kJ9kmFUr4F1NvnC5RA+gJpvyX9UAJYOBu/waDCgBeyUiW0xmGRkhLq1uHUD7BOpHCuZEXOwEHImmmlBrnuPu36hvNajKJPui316VY+YVuxzU5EZHo1dVprGjy4XoODyY6G03EHzUQ9ulcP9h4Q7zB+PURLjAw8tHs4R9QJI0mRAhTZ6HjcHmeE9g/0TIG2buf+Wsbeo5HTho1Ni1NoGYfTHZsax22I7BAPcNpw2mPImwFOpLvdGuOzUd0Q3mPD9d8GGWzhoFakVqlopcBQ8ZpivZlrs1vSZgvv0nQ61PSox3gy0Ghc3mMyHbARGvAqgoHl9huc6hpAn82XaXddjfNa4cRWhJyoC+noeJJvP05Op/v2hUa8xhiNK/oM+DIv0NqBep15aZFDXW8wrjjG7MQXEg59ejTGCE91enYM3SN4ncDzpzGZOD3Om7vp1PEJcacBNz3jyYg1mTDWNbxvM7Ls9/J2vOaUf5Cv4x1lnpPG64j1EqyNgJ+Ot5udauRbMw7A+IVszOs9qKOMljoNr1u2eYw18j+gIX7AIa9uNtQ7wG12skw8zzvktAUOG9q28JD7oO+m3co3FJvtknCpgE/LejwZIq8R8hppwjxPSPcgTdzfC6kGifUhnua+r812rZb5KApuv5DDxhsRHDciyFfgR9OpvCkf45wt+xGhT8wJPfd6b5GX13p+N0682+sBnew/ofwvpAACkfZxQQEH6vZEFREPQBm0XNawoa+5/q/ha8cp2nlSuAL61Sk/BJ4/1zHMV6C3CUCWei1rwuOuGXvNmGnAxq6DTucKUibjH6Zs4oylw0a00VoaLnmLL0ICLIcvguxbmm8kYBEHSz0wyqW8yy7YMUckBUgogBE06FA2QyhmKFQkfobVAQOXFbwPxc65Iy3QdZ0MLKCIqMPJNeyusyISQoaiTq0dI3VFfy30a8o6SmT6lNWcjGuctsNML0kRAZSf+7pBN+Q47Xo94AtaFEn8oJkiQiklFftrVscjKKRe36aTKR3iXR5Loz6EHuk2j6WB9wYDUoMGA7LjVLDFCW7usWPTccCG050d9xbjusVx73YrHNH6+9BgzDvtZOdqOF7j3NebBXSXajscdxU4w/E9Jhj3Mc57gsOeEJ8eYeAJbdyFg7CDcb87HG7b7Ri/pVRrCw92GusNjpuT99HRmNuPKVevx5pOR9lpj3EUY67bizKQQc04GWPmf8O4t0iNPByS+VvjuH2C9SnetI5PptA6geYRTvwIfqc6OprilABOxPH+nf40l/uGp8+b4rAmmkzGzFNCRtss2x3yrHld0+GUWubA8Hry2uhRwyNjYz0d5ku208EGCIfsdh0Ou6N9R1qs16DsIZznspZ67ssO+PvAeHdsVr4v/0GeyzOQ+W4vrx3tWjZOpt1l+ls2TssMz0/A6xhZT6dj5DRBTuM8DxPSntOjY9LM7ZgT6WBQ5Hk0rRq6OzYw5qdlbJHE3DTQ3ajm5I1QNOJkfHx0BL3pPey8B2zYU5Go0uY2dZZrK+uiWOtihntI1hL/CH5E8BMQpSCA1Ga5W3+Unwjyc4WcVEd5y62Jb+RqnHfD5sp5ruK2LfpOFXrsMi8uNzr4SNiclJJMsqNSP+8N67FWh92Q6IuPezf06YcWcjP8OkL+dNnb1A9RAumHSOstqR8gAdY4H8mKUBYlV2MVDhmxs8StFFuc5WazxWDuZIUST6JybmTVop4VxumiSJlOh4IJdChgiwOuMSa7bLi2WRFd3mFY+vImG5UN/bgvw/26L6ODfmMjgnLTNfTdEzHyXd6wmWiJkyNRFBHiIz9ue4DTES5LkhU/hSJHk5LTEa5yj4iAzhscCsgmX7mN2zl/x4lhvV7LvzY04x2lwyXvEp234bRjOG5seY+5w/FsCDc47zXvhVdcQfua1vD75QOcdpmx3l/lznmvvcH5C9nboT165Heqj+Vrdl/D+nrd1+G+in327GnO99WjDXPul7aWW0oFcz1kLAnDvuO99pKr7BnzXMtXnicnp1znP+FK/DF4RPwx71Ev5StRG9HlcpXbmKZlXLB2LIt1/lW/jba8e/QpzteuZ2dnOO5T3olfZFrm75J3//6dacffoO/L6ceP38Q9xsQcXV9fZxlvkGnDuvI4IkJFUeRNp29O3KdD10/MsfLT8bNjrMG8FXuknBZPROR4SoWKVBK3A+twBk3+/9rXzO2KK+YfBJcZq9WaK/jNAzhtrMjrsc6yWct/O6Cv73zq7GVpPfOYLP8zZHZxcZFl7tCwHCyXp7x28esX/8raaDTq+UR/7AgZDvNaOWAut9yArLLM1ozBejXidH3p32FH/qZl+Jp9ijMvGP+ScSzgZ2t6nIbtwBvrMfpsPevCKw+gcx1rsDVc5joHkNfBQQY/vD5IyvKNCDldM3/uw+ONsA4W8g2e/wex+XyBjFZZ9g167/opJeaGOoQRMGGCIKKPuw5dqctp5z0EFfuPq7QRLUOp27JcO92X/Ffx80eoj/QjNNb/Pw81lAqUoyyUUA7xWGl2GGAr2A7nZOXo1SEUlFtxUeEcdzrrjNAFlNrpnkyHw2+yEdnhsEyzbX3y6bICdzjeBgOxpZ8dfdR7RY2AgkE/ru92kFXujD46TkkdBqMjM4M8feaBk5xLFfoypx1pQEaX22J2ctw13zSOCEW8waEkInI0IpBRj4jImxE7Exv25d5h+z9u2Nr4AYcHWJ42oLXHCpzvtoaNq3H/X2tibHs6GwywncJKywUnbhyXeEa8t7aBP+c9qXF6ciKfpk5OjnV2dsr78fMcjjHWCSeW+4LmQZY2lF0XGP46O+/VasNcdSrLilPuFGd7tscpdM6gfayKsoY5s5Mxak5OppFSiYwjO+xtnstaRVHpZP/N+Ckn6+PjY07dJxmnvI89MeD5xCB+enpKfz1yHvmn5Hs85t8bGssny48102D8PY/iiQjmJOV5c13xdF0HT4YIyVAoopDHHZFEiszICNIplxUK/tFUDWOzM/R4tp5HNrB2LB73Z7FlzN+PbZaH63reM/Zz/oZOP7ce15Y+GtZ/NRhkufm3Ck7ZQFkWjp8QPz0909nZBTjv56Ma9Bvf9ZZ5bJg/KeGAPeAd9NyP6Vq3rEdD3kGfINczNgbGKTL3vPib7ikl1sE2r7Xa8vWGGV1t0ZUWgVhLevinZWrZvoHroFHIkzL/ZG3RDJ76+qYvZNtyMq4Zp3lyecGmr+Tmy+WWtzc2a9a4y1v6F09RFIwr0ZoEjTy3ESHnF0Xqy1jjuUJIFCn4R0x+uojcCs5abl+aCJhwwVt8IRJIXwjVt0T3EiiF/2Mdy+jsRFuMsngiQlZ+K06Lkh0UJSIUEdToUMiWUFlpXG5n5PYRwfXqMF/F+VQ4wBAJ5W+47m4wCEJn/KtZZVa4EBolGyyypUgacoqwobIxKVBY82Albnhv10EHRmnTwUeuzo/ujUN2LCRhhBL0g1AotN/Xbbku9MneRtLw75kucIR2tjZu7iciqN4j1D8OE/kRkcsiQiGBIK09iKeQx1Sy+bEhcph5gCdGSX14po7HVGCssqNQiewLJRmlylSpLAZymKJkDjj9NYbU1h1Gus1wvGtC6kLYV9XbFidRY3h3nFRq4BDHgUHfPMB6vdMG2EnP5j7V1IhqoNFwoqPpidz3juvL7QZa1Gvos2sTG6+O968NzqFD9nALj1U1UlkOZD67NmSog1fiLXC6I20eO/g0LV+N7pgHz2fNTUzNlbfhdVGzPmrWh9HglBvWXR9vVDCXPl16szLgWrdl0N4oGZ6/FbcWxpqNyYrTsW8rHHc/bd2oazqJcURXKJB5Ag6ddr5lmfk135nnRL0ClHl8KSrCHkWUKkh/P5z/Bol6QT8plciYtsxt2kMq1MsqybJiqOiAevnCp+sFdSw/w3UZci5v2FDUzIvb1LtWy+VaSzZd202T18B6tdUm/zreDrkVOp5O0UfPValg/XVdR58t/TU9WvQ4JKErYURSXptRKIjHPqRGbmc9MUzHeRGhoF6ibZEKFUWPoC8Gmfto204RIX5gcjr5FF8zoFQkeBvKNsK3JW4LezogIimlpIggr2NdbzNq1lCSNB4O5V+386sWt6ciudTlZ7eHRL/yw3sgqYXvtmtTW5Wlq7jgRxFf6JjTF0r9R514LaEWSCGAsmKwolnmkdGhbC2O3Aa0bVtFxF6JkrziXeaIlc3lvfNrlKhnA3t8fITznuAUBoK67NgbjHOHwkZEpiUeFAmD1IguFCjpaDTR6cmZxuOJSk54LrcBbjDmLW3NYyf4YXVEColPByOtgcabN0UoUiFR7rR3+NlpcxVow75yyJWgDfyKU7LpdzCQFOoNBbEInKoUETkvRVIuU8jP4WdEKCLoqi8vUh+6PiW6f2AkSIRCUFeKArGkjMBIO50w9gmnkAidZ4MtnN7BqTB8dS1NoOX8UOodN85pt60xajvtOP318W0+PW24ojXWGHdjRbhcrDW7W2QDX6QSWU91cnLONfkE+on5aGm70w4nbiex3Ttyx81TgQOqioGKNFDAa2cegZTkuPm0Y2lwmE4H+Q1raZt52+FgDtjSxwG7z8Sd3lF3q6Io4O84r6fhcMBaMX9r2Wkb/V/pWpJegGW+xne++3O/lpX5Nh/GZ+NO61NOOynu56RQih7Oe4OSOgcUxH8AaJfrEz6kYTnlPmmVeaNvll+eS8tL9C31suwosyxrHPZu2zBnNfNcI6smxz2XxpoN2nq5YewreZ5r5m5QDtClU00nU9k5RoQarxUcn9e85eN6DboueIlIymvcaziIw7fzRNzl4slLjx98SPWfiFAEQN/CcBxIONF9xYiQn7brZLjPVBTwNWTdDXOY+3Y92lBNEaFDXouAtr5FAA0bPOePxyNNpxP5OxF5fDo8fV+HlAQffDpFi9ybLkFMb58vSgLpiyL8lu73ScB60ql7k29FqXGW/lWSBqMrFr+CKQlrQGTlc54VyE7VJxyfmiI6dtFjHXNle3Q81WgyVKJNg/WpUbiasOtamb5R7w1Ji/FIOIHxeKqz83OU8UhDrvZCSW77EHay4oGsIllJzQ80GQVkKBH5hSTyydji1FacTOaLpWazBe/9Fhg4G3qMHNdyNYYsb0SoH/SXIoglRZCKpJQKFcChy4SToivhpQB1qRcRkkIMDcALtsF8ul4HDx5fg/HNG5gsA8RNofMNohLtI3o6h3hE5P7dd4GhKzitl1xDp6JQhOt2GPwOGbU43Bo0GPUax7vZv19dE65JO1wx7kWWgd/H29gnNgrTyXF+/3zKhmk0HMN/UJ/2OIJ8omN7Yn/UAAAQAElEQVSTs2KzUzNXHWO3E4pUKEVS8M9jtkxSwJMS/LRqqLtD7h1rKrE5cFvTMNbQegP6YTPh9XNArsPp+ZAecrLyu11f7/rLVOLxBmzBjYnH4Xf/Du/uZryrv2N+Z4xziWNbq2HtFsisQF4dvHfw0/GjIx7wb54T6y7CvHs0RpLl7TKPy+Mz6FZu12UaTP0/K/Qmaw+Wg+ywct+sB5oqou+ngL9EPJdBPK8XNj0N8OZpy4ZnY8eMnLxJ8Xvg5WLFJmWlOWva6cOfzPV3AZbMF2RwatP8/YRebtPM+woa1oV7MBcbTug1a/PAj0OlpB4FQVKQjigUkaQISYYkxx01xJMHJnk8iTZGuI1o52IzRhgRclnJNXlVDeQ5LtmoOy8iFBF6+LQI0JuNGhvieEk7rwWftk+wNW4vuc2nkbvjB2aJGbcIkG5XtLM7vX2+IAn0M/0HIP626j+/BFLX4WO7QMhWNUWEIvVQSFaOBqNXY4BrQmwNxCkIWrhCR5wcf5q9UjV2SOpU5L9+NJCvr0obTKq2WD7T7NFBv3c2btNgoHr6SRXKO+bU7W+4p4ShkNC2Tqhbj454RusCOAlF5KjIzmhFBmjhMQP6DWPo0WRj3ram07dzfk15Df8eSy6jXzHWMGx0oqfZySHtKO+gT0CCvI4AtF0nSIvhIolQRIgfGRRT1okqlFGfn6T46fgeVOrLXaL8RAQkQvzgEwrPU7g+dahsg98yBy1H3YYx1Gy4ttsNznedT6z95qtRX6fLYcN4xVMwPwNeZ4y54bDxK6uBBO0aA7ljQ2M4ntsixxa4bUs/DjPoWzw2poWdUCryGM1La2FQZt5Mp0eTNxg1a2vHybDOfe3yhqNPu7ymTo8CHm2gzaONvNOCSYae+3H37qcl0tKf0cuEsVIpz0nOb/I1bUs9l1MEGQYbAHok1D9OW77A80EmQe6L6Jv5ItM0fhByJVcGudwZRDpCAghTwCcilHBwEX2fFN/347h5zfJBRlveka/Z0HjTst6stcOht8yj61jWrlcj05ax2nEO2PhOp0d5I225dczdxu/qabdhU+UNrbFjnt3Oc+m2NN/zAE/mK5LCyHwmCX2ICMnQ/smyYHQeHHGXBfVTgQ5Tz3PgbI/V81dVlRy6tfNSKpRY104bnh+HBzjtNWQ4noqEsx8wtiEYyWuvrxsED5FFTdd23UgUFqng+uQ59hY/bAmkHzbBt/TeSKArstfx3ZFY5l1RFCzmCuXpxW5FqzEKRoPCY+tQ5oBAUkTKoVe+65GQldRxGwA7Cv9qyo6r8RoD3+LFXFeJdiindccOcosxqqHdySfVDkP9xrA2nABa2tIppaEUocIghfrJ5TX82U5ISSkKKRJF0GJoNFdLaCceHhvOaTgcaYSDsgMYc7KfTnqjFrTbYfDWXCsbfh9u/g70Wjpp2k4N/TlufulMkFcr0Q9lLge5vCMzQsF4U1Go4HRQsiFxWNixYXQiUR6G6wIhFeTUdpZBjYNpoNs69w0o9/v6Zu+gGxx0S56C9nu7dGi/3W20AQ30En1Vg5KxDzmFTXR8PNWJ/+DNeAxvKfezc13owpJcvyiCUBkDjOyA9h2j9a835W/Dr31bsWRjsJZfgZiHalBpNBpoNB6qqjwftIDmDodjhxARikiKB0jpQdpxI5cXSsnwF9+kHQ6+ZRFGBNeqo3wjc3x8wjhOdXp6ptOM0/v00dEx9Ybys+F6db1da7vbssZ2quGpaWtZNpZXhww7a4KBtFvGaQdhMAJyOnWWr8uBiP8zwStV/0ocQ1AQZ5es3EYsDtOgD1ZOnxeSwKFeDpkzz0FuRxtWtVy/QWd2eRw1dJVl7eviyXSMTJhXZOKTaMGtjFigDfp1QM36rVnnTV6nUqeU4fIdznvNady3MI431G1oi2joNzOniKTYQ7QV9LsMsYaQEXQbZOt5IiVF8Ik80hq+O4Zuhz0a+Yp7Ks+v8w9o6LOjkiGeTOdBGnKKpB5BuIf8EKczGREkAD9lyA9ETcrMlKRPwNvPFyMBpuiLIfxfDdX/evcSbWAaoowITLSUIpQwmiLs9nBcgXJHqFMPEWbkvL3Cqn/QDRS4VYNDOSjjDoVtcMB2MB1URHvTEu0jCoX7VNAOWPFRXitwbRoYkwZDYwd+OFmEJPNK0H+6oHWCTqGElQxomj5k8PmUkR5w/TudHuvk9Ezn5xc6O7+8D4+OTlWUFTy3WmXHzTtX+uzayPQgnOm05g107g+azpeQTQcUjCwkQqkgSD1Iu75oY56C+uHxBuXiCSMUAVKIiDopg4BkKMg3FM7vSyNI8HFKxPty8yA1OLcdjtIbEMNzMmDT4lcXZ7yCOMvfKD7P4z+5v2IU18pbbXFwft3hNgk+zavDVJjfyOXL5ZKr96WWqyXX0bxTJlzhxLuu5V35SEfHRzo7O9V4MlaChtfBmlNiw4REJMWnUCgepkW5QnHIc5q4266Zm5rdWCD78Wisk5MznTGfZ2fn6sG8nl3kcV1cXOqUMjswqGnJdfKS62M7bjuWiJAMIdPOqzJLkhSffVGf2/8k9wd/qKt7EOFzn3YLpx0yo6bk6L7bfQ65yM2ygxPWGXzQJiKU9vMeQYZcKrXMrcfg30LY4bwjQkdHlvcZMjhj7Oe6uGTsJ6eaTKfQKPP7cH+JrbUTzuswQS0pkKMMZNyy1ne8P/c1epbzrkUfOvozBF/xKUAA/sl3BCDCnID7PiTivI4fLbD+b1mTVGUzNWDzOGXzeMxBoWRDtmPtbTJcTwpFhA6PaRziEc43zFejGhuxg67Rsr4klxmM7z7utPy4NfugSG2XArt0X+DCt/jhSSD98Ei9pfRZCaBbBRhyeCilQNYR/VoPkiEb3YKTYoFTKzglRthBoZdZ+akj4HjXodQ9xGNFs4GxwbZCZRycd9u6hgJaJXS98y5LX81CG2as5Ie2fu+8wzjZmex8ved30Vzx2WIUqchK7xCCEvQKThhpD2GMGgzVIX8yOdIZxtz/Jebz5+/q+bN39Qw8ffpcFzjx4WDMe1nJ38j1iaOuPZ5QkSpFlIwPw4Vx4zAhclW4H/IdD/pSl3J+Iq9IpQznd7RpcDZ1RpMNoet2iMH8ZXEoFEH7KGSZJ8b2aZTkF4roZZRSUlUNVMCD8xL5yW0IA17c32a9k99N+wTlPI//8eOnjPs577L9O9KP9eTJUwz9hezcEjTXOEZfwRo1G5dMm3yXMcUY2Do76ru7uxz6V9Pm8znvy/0+ecHY2kzrnM3BkydPcKwnKlk/NXO/4F205zPEOD6FxIJ6iNinHQLGEwrZqSzmS5mGxzuZHuV5O2dOL9iIneOwHV6cP9Kjy8d6/OipLi8e4dROpSh47z3XYr7QDiMv1qy/I1CwplMUEvS9ZsXjsT5EBL0DiuAreuTEZ39QBh1l6P6x3IyWDZ9Y3xHUAxGE1HK/nwXZioh7SCEB17NjW/FO2psQO++I0OnpWZ5T/072E+b0KXj06LEsE68Tz+sWvfF6E2vE+lagc0WqVGQZeH0L2TRaLNdsyjba4QT5MKcCHZtBQvSpNRiL9dT8aP9EhCIOYD6FvrDIza/nf8uG0PwiAjZ3Y+blSF4ng0FFvzv6XCmvEdad5R+R5NDk3Y/huPPpBZ5ame6aDeFhA9lvDIJq9K0eJPjkvPyj6yJFgLY1k5S9/XwREngr3B+iVH/pl34p/b2/9/dKMPo7f+fvHFdFOu/q+pJ1PKabsCJYudY4SCtBjVdBR6VgzRsSDkwocSfnB0a9I7+PFyq5Ti1xxiXG2orGjjYrV4O3izgoYgiyoKchJQVlEQV2LajfstNvc7lpBGUV9IaDSmVRKKWACz4dJsAQaXhwtMbS+Ip7jQPabGpoNdChbiRog9Z996Aq/XTqcKBdF8SVUeOwfTqpOX3sOHVsCR3PeTjfxuWEdiQ7rm4P+TV5hvMOqDFCxiG9279TdHpL2y3p3Wfabekvl+XyRhsMruE8yy1hbDscX40B3UF/C431ZsdNwZa6NWNuVTO4mvIDuOzIcvA4OyUJWYvQaRtz832gs4GW6Tm0DJ3v+CHPfJjnwxgcur15ceg+TdNwmdsauT28bhnfJqPmhFVrzTzlMkLTrZGvabmt+9py4+I2azZudlirNeOER5czzDyuNs9rP3/OQyzIoMvz6TF6jhsWaU2h++jp1ziMRjlOg537uUejLfLvy1ri9T12zv8Mtod2eXzUdUie6+Yy0pkW7Zze7ctq5t75lpX5hEXWaeS+ljjn1f7aeuv2tHG4YT24ndt4PA1japhrj8/t2xY5GM6jbEtbb0Q3tHPffVvqUF6DXV7jD3luWUet1mz8VqstDnWrLTQa5qVFT/p1oyx3j2ODrfBmqEaGduYsLgmdtO56s9LC0AENC7FjMiJCBbpsRIQ6VNl1XK4Hj/MjghzXoRKxcm9fUiqEsOCjZZ4b5nKnmg1iBv04NL2G/h12bSc2aUVVFkNIntL+9OL9p8d/9+/+3aHtIqTffn6IEsDK/BCp/YiT+tN/+k+n+Xw+WL18eTzabB4VZXpeN/V7Kboji8ZKOOdktPC14mqFwqIMKIEXP+sePQk5dNpqFFaeSDkvFYUGg6GGvLsaAJfvOC1Dn3ZSWZWqqoEioIEy7VAyK34N/ayg0HJYYwAaDE5LRxGFKhR1Mp3kb6hPuHr1+zHxWBmNDloJHjoabzFOi8VKN7d37N7hH6NUY5w6DM4GQzSbLXV7M9f11a2urm4Ib3Rzc6f8a1GU2wl32QkEhqCV2/jXbFaUbXE2OwPju8F59KfZrTY4lC2OZIvj8Wndxrb/tu4G47fNMtzRZovxMzbUdZ01NOy0Nm4H3MdyueWUbGyywVxiuOfztQyX7TCeqRww+gLau1x3sdxoNveY55yWNhjdRoiQOQnqcZLCyW9xEEuM8O3tQje3c82R0YzTq+O3dwvdIRfTMS+bTcOYarn+3L8yBu05PCyIm8cW+USUbN48j/RBPKLKfZm/OfVN9+r6ru+Ltm5nB+Hxmu4Snt3fnNNdz8tKjq/XtdbIaYM8XHeN3N12iaxWBrJb0mbG+rybLXTLWO7ulpn/W6eNu7lubmZ6zfze3M6Q4wZepYJ1JNZTjQxX0J0vV8hrncvXzOGatbOmjyUOc4ncV8TNg+drTb8uM1bUXdHeZcYql+2gs9WSDeMBK9qvXBe5L8nfMC73kccPfcfzWMn36Ra3gp5Yl5Lcn8d2y1g8LsvGMljA2wq6LGkpFcwxdVmTN3czXbOOXd9jvrq+JX2LHO40Z27Xq502mWdC+N3A15bQWMFLHi98bqDVKnCEHa8WNrntnHWypqxmDXUt3aYkBXyin6azYC5W8LXjJqNtqSDhiLsMp62XZOWP4x3tGnTe9becwlvSCZqJ8RTYkIigrdRCq6WMHhX7/iICGzPI8I1JKgpFxD1t2w7TNEy/xsYY+Xs2dZ2KIpWDajAto3hcSM8uLs8u1y/XR7aL8NYTX9Rv5QAAEABJREFUytTe/vgXlUD6FyXwtv0bCfyHv/ybF//pX/trX/3Lv/Krf+J/97/63/wb3/nWt39udnvzXlO3x4mT7GIx16tXr+T/OegOY7BBGTua3ytVSihKEj/4JNlxRyTSieuvqc4uLnCwJ7zbnKgo7TSE0WyzEoaCej28M2+aRjWKZSWrUWTxJGgVqciGw/kdlqKEzjHv8M7PzngvNlFZFrTbYojW2mFsG5y8oF3jreZchd7htK8x2nMMSi7DaUeUtGmzcbUhusNZzcEdRv8GI39LfJWNE6PlyrsDXBLgdJt8db7C0SyB69h4H7Cy0SPfaRuxDcZwg2F1/gpjtqLcbX1d7Tr3oJ5prfaO2mFOw8MaA7vBgfWgf+J2aFuMalMHI62QZwFvrZb0fXeL42Ic89lK2cGS5/r1TjylEk61aUKmawd9y8blBtzixG/t+AjddrnYMNZdrrfBcbp/0+lBPsZ/i1PvukJFGqgogEMQqVIv404rxrTAWc8yP+ZplfPuaTL2TUbNGBrtvLkCHt8SeS1xzHbqjq9weHYa5n2DXNbI1vneRMzZIMxw1Hc4tx6L3pEzplvy8tiYV9fb4BylQoL3phHX7a0yP/BhJ+kxerwr+lgxzvUhzPFauW9k0tdFFsxJrudyg/pvyignb8VcrpDFCp57etu9fAldH2Q5EOYNI2suVCLHIstkyTzOcJozxrBgrCtomed61+HYkoLxeENasylcsqm6o57Xsh34NY7b8+xfD1uwSVt6LVqWmZd9//uxZx6Qzw7HjK+U57FT2uvLRndsfu5mczbCS/iqKYc/9G7BBv/m5kavX19RtqCMBdd1Cv7BIJ9Oh6cj3/GIyPktHdV73Xc8Ilycyw51900UEfcouNYfDocaDkcaDAZK2Va08HqwJazh9Yp3+hv42ZK/U4NdMDrbCRZv2zTTu9ndux9/9L2f+r//5//XP/FXfv1Xfu7X/td//sv/83/r3zp/e/LO0/BD+ZF+KFTeEskSmM1eP51dz//4Rx9//N//xje+/j/9+JOP/7Xbm9t362Z3FCnpbj7Tx598opc471sc4JYdsYQ5wXmWnFjYsioVSUVRKKVCEUlB6PgU5/qY95qn56fyt1v97eKIN4ra4oTFY8U0rLC73Q5HsUXJakok0yk5UXpXvuEKDiVTWSTZcV/w3nQ6wXHD546y1XKB4d/gxBpFBEraaIaBsdGy414cHLeSilSygZDWGKulHQMG0cbfuMVx3WLs7WRrHEiHARVoOVk6vcbY9W1WnEJWWmEE1xjbLcZrlR2N8zY65NkQrmnjshV9ua3h+Jr6LjMfK2gsMc5LHKbDFYZ5Td4GB7HBQdqRZRDfbTFOGOymQZ5twbv40G7bwc82O6sZzns+W2sB5jjN1dJO0YazVErDXN/OyQ76Bqd9czXTzfVMt8TvcPoznKxlscLZZB7WjTIP9L0Fjhtb5COcX1EMVJUjlaAohkpsDkLImGlc4bSWeVzwM9/kzYTTa/J72jvmrdYOh9Nw+vUG6SBry8g82lEtF2ut9jLZIhPLbI1c1zggy3aBQ5rNlrLD8vzd2cEwj3c47VnGgvVgrLLD7NqEY0jIIrFWpB0y3W5abTxWHLHls7H8wYFXz9GadB47PBzqup7rrCwvw3WgsbWsCN3GvC+Rg+v12Mp8O+72B7jfHXOb150KZIkcG+X1ZBnc4ZDnrFfTMv3Gx23mQMhbrNMdMjQfc2ThOb2+utO15xZZzHH4/rvjS9Zs7hv55TFx4jaPG/Rhs3fa9muKQkVizUSJrKQN9W69seU0f8dGfsuaj0jkb3R7e6uXL1/pxYuXyHku67KdbUTQtsvISs0P67tBlFuFDp1tmYOadbDNoctsDxqYaNsut40IRYSbZAT92gYNh2ONRmPZgSfyvHHxBn6Lrdpu1trYcW/XbM52mXbT1Mx54z5DbZfq7XY6u719/+XLF3/0u9/+7n/ve9/97r++XSx+tt3qmf6z/yzlzt7++BeWwFtB/j4iZMGH39H8X3hf/du/+ZuPf/u3futd8MHf+Mt/+Ut/41d+5Ut/5d/7977827/2a1/+7V//9R/7T3/rt37iydNHPyt1/+qorP7oaDD46mg0ejwajwbD0bAYDiuNueIej8caDCqlIrIC1RzdNjjK9XrNe9S11ijzdldrg9PdWFmAlXZDneVyqSVX7MYaBXIb528p27oddWt22k3TyEraYITatkXBGnbJduA7HGxNeodSb/bKt9MGhTS9lrZFSplPO/EJvI5R4hE47MA7/FWNAbBj2GBQbfBswGzkZxhBG8JbjNobgzTHuSy1tJPdGzgbu5lP72wE7oDjc04YczYDczsMDOkMQ3lHWQ8cBPVn5M9znSXX10vd5ToOF8R7zDglGuZpgdM25ji42WyDAVxnzHG+M5zw3d1ad3erDKedv8SZLRY7Tjlb3VHn+nqe26xxQMsl+dBym1uced9mg5Fd6ubGWBD2uL7uQ9dzfdc13Mccp/l9wAnMcfAzwpn5A67j9Jw8j2NGuWV7480QG4I7AxnMqety1/PYcx0cwg0O4cYO1zJBdnd2uMh0gQw9B8Ycud/l/7hlwZhXWa6mcUc95xu3OJVb6OQQGrfgznk5nNNmpSVyW7J5WOJMFx4fPJmfHmvWwBo5HuaAfpD7DNzBfx4HY5k5zhidznHy7kg7PsvhCjpGT8/jNv2F1wxtZ/dYyTRukZM3UnesS9ft+drojvwrXue4bLan+yY0nyt4XWYarms6t3m+3fdKi/3YTPduL4M7+pjl+Iz18AZ3+7wZczA3mIclrxHWWV9r1ehqizO1GaqqSv4i45ATb8VmvmIzXxKW3shHwkFSv97iH1vZ5/p2rGDjjc0hr1HLLq1F37Fb2bY8jB/ylB/bHlqhyzmp6AMrN3lBukgFm4zERid6JPqHT9uinV/RwUdEp6oqNRwONM4Ywv+44iBwdDSdPB/bBg4G/62Q/rVhNfoj7/0Pf/FLf+vX/oP3/tZf+qvP/8Zv/MY7xt/5G3/jHeNv/dW/+vyv/9pff/r3/uP/+Ozv/x/+/gR+C719PlcC6XNL3hbob/7Nv5mePHkyWoxGZ21VvYMj/UrTdT+euu6rdcRPpqL4yV3T/FR03c80df1z0+nkX0nq/sRoOPip6Wj83vF0cnJ6ehITHOCQKyj/utD5+ZlY1Rqw0Dv2x97JLnHIcwzoAoPq3buV2rvxNc58Y6eMQ15QfsPV2S07cf8FqzmOzO3scNd2vOBQd4fjb3CuLH6UWTjoRmtOA5vthp37FmzEzjiHW/IW3ATMZ3faES+wCEeTqfxrQCdHxzqaTmUnPmLTMagGSih014V2nA7XOO4FTuWWk+VtdhRz9fE5Duwuw4ZrjrGyk1jgvP3uc0b6Zu8Ibu7uZOcwY3wzxu+y2XyuW5zJHc7j1oaP0PEeC+o/xJx0j9uDM2HjMMeILxdbDP0GI2ys1TvqPry9XekWY3yTHe4SXpekV7nOHMM8w9G7/NqOG2e94fS4XNUYbRw67a6vFvs2S05gc11xyr7eO+ubG5cZS2guobnaY607NgOz73MWlJN3B892EjdZnnPo93DeHU7sFudwxWmvP/Et5LTzZ/C7wGHOkOst8vJ17hWvM169vuGq9QY6M/iYyTK/s/PA0fXzscTpzqEzA3PipOHBde6gc5vleUeZQR3P2QGU3zlOnVmmudECh21eZqyJuzyew7gI2STNnEd4Z4fNeO4MZHnDeG+Ysxsc6q1B/i1jvSW8c0gdh7k+bU3ngDljd9xlt7nekrEudcMcXDN319d3eX7etF/muXr58ibn921XcnvXyf3Di9v2czrL9Zzv9TNnLSy52ZkjQ/N4Zzkggztwa3l4s3RzS/+AK/VrcEPeLbD8b6g3Q3dX0NixUW47e8pQURSyjh0fH2d984bZdmOK7RjhyO28a0631uGmrRVYbjvNoiSCA7XTdr5D8fS632YHTjKHznM8AldKxGl3T/S+vMPxY89U8Gov4awTdc2bNxC4evS+BjuwzXWwdZqMhvA8zjiZTouL09Px+cnJ5WQ8/MpoMPgjSfHfLsv0x4rB4CcU9VeacvulQuWHRVl+uK3rL3Vgs22/1FXde5tderQZbI5+93d/tzRfb/GDJZB+cPbbXEvgH/2jf1T8H/+T/+Tx3/3bf/snf+s3fvVf/41f/Yt/5jf/4l/4M7/xq3/pz/yV3/z1/9F/8Fu/9fP/4V/9q7/w137zL//ir/+lv/SL/+D/9ff/5IuPP3m2Wi79Tjux2GPI6froaKKzUzvBiUbjoYYs9KoqOBXXONS1lv49XZy3HbUd8Yr0YjHnahbgxBy/vr7Si08+1tWrV7q5vsYZ3WnJdfaKE7iRf3WINvNcf8G14YorzDWn6Q0n+ZUWy7kWlPlPV86pd0jP2Ai8evlCn3z8PU4i16rZSY/h8eTk6N5p23kfTY80nU5l41KUlWpOCjZAV9c3+TrP13qvudq7en0t4+VL+H3xSq9evsZ5XPFu33id637yyQt9/PEn4IVevnidy9zm9aurXP/FJ6/g56Ve5rbXhK/Ay9z25cuX1H8NzdcY4CvCK9LGa8I9Xr+m/it98uIT2nyiT3g98Wk4n74zrVe0ewPT9/XkK+T8ivG8YAxOf/LJS70kbp5ewefrq6s3fTNW53kMV9lZXsObcUUd82T+DdN4CU8ve1qmdwB9mfbLHL6izqu+jtOvXvN6BTq5H0LSmb8cUkYd8/nq1TWyv9U117m+1r3BWdhx+D3pK+q+pvwlMv3E8v/oE31sfPySdWVZvNJrj4t3qq7f45o80yS8InyA18zzK4M2pvmSNfQCGVlW5qWX1Su9hLceL/fxQ/hqL/fXem26yK2XH/1A1/Fr1rn7eQ1Pr+D/JfPVw21pxzw7//vxCvlf7XGtQ/tDvSv6u2bdOt/8mr++7AqeXoOr3Mblr80L9d3mKs/56zyOV/B0zUba6/+K8lfm5SHML3Wc71djL5CD+3qB7D2Ga/R5wUa1YYNdFEXWK9/GHR2xaT471eXlJbjQ2dmZfENnp7xgc2v9rbmNsxPlYKyIyLC9siN2aESETDci7p2yeCLe1CephHOO6PN8Qt9ySOCAoh1X/C28hZJSJBUpZTpNs+MwwMaBzYL/ENDJyVSnp0c6xV4cY+cmkxE3dgPs3oBbxsGwa5vz69evP/y9f/JP/tW/87f+5s//5V//9V/8zb/4q7/4a3/hz//Cr/zyL//CX/zlX/75//0v//mf/5V//9//+V/9lb/wP/jrf/u3f+4//y/+T+/+R7/xH0309vlcCaTPLXlboO9973vlzdXVk5cvXvzUt7/1rf/u17/2tV/42u/+3s+DX/jaP/29X/j67/3eL37z69/4N3/3937vz/7O7/zOn/vmN77xJ1+/fPF0tVxMUkhlkVC6AQ5wwsI+0XQ61ginbeDUcdw75b+QhdNe4az9/miNI7ZDzo7YJ+E9rqvrVUcAABAASURBVK8wGDii169eCp4046RqRV65LVjgxHvHjINGwZ2/5mp6w6ndtBc46/liphkna5+wcxra2XFD95OPP8Jx36jebeBxAL/H3AxMMu+9454St+Mey7zXdcMJbS4brk94D2dDbUf3GkP+GiP8EgfhPButVxix1zZihDZen2C87LgdvsBxvaLuofzl3sC57GG+29ngufwVTtX138DGFvlA/9UeL16+1Mc4bOOzTtvpFy9e4BxfYIRfYqjtCF7luMvczyv6cF8ewwsckvNfMM7ML31cMZ7XHit4Cf89r9e6woj7y4dX2chfZQdgGbxkXKabaUAvh5neS/h4KfdjmI7DQ7nT96Dfvs/XMq1X0HxF365vvKL8ipP29f0pb6Yb4q8OPMLzS+p/spf/RzjuT9hAfQI/puN6r6n7Gjp9eAX/1xlXn3JgN9nZvibvFfVfwscn0PzEMoWW5WX+zVMPxsd8mOd7sI4df4Wcr+DrCrm9JjzA6StkaDjPfbwwfWTm+Ct4NBw3HH9txwk9h4bbXkH3CjqvyH+1b3NF3g2nYqfN94s9zQMd5xvu17hmA+E2pul813P8+uZaV5R54+F6r+jjJX28tEwYyyvzY+S8V/KadH9ub3oL9LTletsOdsiN3GQyxkZMdHp6cNyX8g2db+dqTucL6zA6W/N6TfsnIrLjjugdtLMjQglHa7oRoYdPROT6h7yIyHX5yWu0Lr9S61+77dTUraS+fpESe4U2O22cMc5cOOih7LBPOZQYx2w6puNRth/DQZmGXAnw+u307ubqvZcvPvrj3/rWN/7st7/5zf/Jt775rT/3zW9+43/8ja99/c99DXz961/7s9/4xjf+zW998xt/5nvf+e4fe/ni9fsvbl68ddz6/IfZ+PzCH/WSk5OTKMpyOKiqoypVJ9PR5PSdp88vfvzLXzn/mZ/8yfOf/LEfP/3wnXePP3z33clXPvyweufp0+KExTusKkXXgg606pomv59i5eP0gndClabsTE+4FjtHSa2cJ8dHoh/Z2Rd4/eFgoBPKz05PdM4O/PGjSz19+kRPHvuPX1zq0eWFLi/O5S+V3eOCPPIfOQTOP2PHfnpyghOeaoJhGKNY6FNWvOGgJH+iR48u9OzZE+id6Zhd86AsKO/YZUdGgh+22/mUXWNAtlzFt7zvSqnIG5PJZIpTP9bJyalOT890fn4OrUvCS+if0O80l/mPeTx6/ESPjSdP5bj/kMXl5aP816j8F6kOuGS8l48e6RHo8x7J7S8uLuX8N7jMbZ1+At1nz5/pvXff1Xvvvav3P3hXH3wIvkSc8L0P39F7H7yjd99/nsP3yfvgS+/J4TvvPdPT54/16MmFLp+c5/D5u0/1Pm1d9vjpI10+PtfFo7McOn5O/OzyNKf7dhfEAfK8oK7ruP7Fo75dHzpunO1pncn1Drh4fAaN8wzTfPrOY5mP5+891TvvMzb4f+f953r+zlM537w5fPLssU5OTzQYDjVgc1gRVoOBHDrv6PhET58x7vc/0Hvvf6j3P+jxHuF7H3ygp8/f0eWjx/9MXFDnwvN18Qi5G5eM41KPHhsXWW7mu8d5TvdjO6NeD6cfPe7rWtYXj051dnGs0/MjnZwBwrPLE2heyOPqx/pM77z3DnjOuJ/pnXfBe89JOwTI5J19+vl7pDOeU/d5pmHZn124nxN5Lt99/x296/rQeXqYd+bM9S7h7fGTSx3gvPPLM3g80dk5yHScPtc5enaOzuU1ylq9BF6zBzwm/RidffLkCfr7VE+fPYXuY9qdazKdKBVJGAnUq1WDnbB+2THv2ED7dNt1DToonORAl5fn4EIVt3hb3jPPceS+revUqaxKjdBth+Lp2jbTazk1t01HvFXNZttx4YyLVGJrKhVRgKSUkkpQFIUi+k3AjpP9kkPBkpuBBZuMokg6PTnKOD4aazQsRZaoDVpoKAODp47r/I6rfZdP4Ov89Gzw/MnT4+fPnp6/8+zp42dPnz5++uTJY+Tz+OL8/PHR0eSCzcvJeDSaVlXFDXtT6O3zuRJIn1vytkBHy2XwPns4SGlaFsXReDQ6efr40emH779/9uNf+crJH/rSh8cswqP3nj0bfen996unjx+no8lYAxxf8PIocN5sUVnEveNO0akqEwu+0iQ77iMdHPMxDt+Ou0iBIkWuc3JsJTnJdS4vL/QU5WelZ6d9YaedcfYp531px8Y12yMMCgpB2zOdnBzrGFpTDMUYJaqqQgwMA1BqMh1hDM707Mkj6JzigCeqqoQC4rgLeAGwhGmw8tcoP0AhW8aXUkHdocbjiabTo+ykT+6d94XOz87JO9aUd+WHP4X66BHOEQdr5+34JekLHME5fB9wAf+XGLzLvfO+pNwOO4O405euA3IebZ33GPk8wzm9kx33O3r//Xdw0O/Kjvl9nLYd+cFpv4cDPMB5vfNjo/DkQo9suJ9e6tk7T/TBh+/pHZzmk2eXskE/x4BfZEd8jvE9zXDaZZfkX2L8M4g7P2Pf5mHbnP/oDGd2Dhz2eEjjsXl4/oT+n2VHZUdjnh0+x+EYPe/P9JR6x6cnsqOuBkNVg4FKoxoQH+U5ePIUx//++3ofR/1eduAf6D3ShuV2uZ+LC2R/Qdzph7i4fKyLC9aJ5c48eJ6MS9bmJZuVLIP9+B8hx4fpiyyPfoyOZxkhZ4/Xcjk9P9HJ2THOGxCeX5zh9C/1lA3Js3eeMv7ne7zTh3snbmed5fDec1kWTh+cuvMdNw33d8Em6+z8VJarZei6rvOUTeujx5e6ZAwXl2d5/h/huA2P4QKHeW5nTVs7f/N2ju6dsUE9IzxH1873MrlELj0u9Qg5Go9x3I+fPNYT1ueTp0/16PEjue2945afTh32orXDZXPccKpu0TPZcaODo9EA/TzTJf1VbLhrrqwXvP7yn8JtaVdgc4besHFo6NBN/y0IbwT6sFXD6dlo2XCrCxVFqaqs0PMCp5uyzUlBmB13wmx18rV5dtzLZX71VhZJZ6fHOO4ph4pJtlEFxsF2zc67wJsUIfYhrTpuElp4dHoCX2cnx9WTR5dHHEBOH11ipS54zs8usX8X2KaLyXhyOqwGx/A0KVMajtMEanr7fI4E3grncwRzyMZxB7vXokpRjQeD8uT4OD3GUL3zDGOKIXyKUrIQdWEnNR6rECsXRbLSefH6lJ1Y3Fa2waCSUeK8q6rQFOd9fHKEIhzj/MYKmgqlC2ZlUFWacrU+xdkap5y+z89OlXF+hgE9z0p8iSI/wrA8gqfHGA+UQ08wGI8xvI9wfM53nQvanNDXlI1FRd+CR2EUjEFV5r4mlI3HA1UYgQItLEECaKI8johQMJaIUEpJRVGoLEuxQ96DtvA9wGEMB8M8JuSls7Mz+RR+gYF7iEv4NS4uLim/1MX5BeO60CN4f4xzd5nbHXDxoP05dU+5rTiDtuEy17eBfMqp+/m7z/UOxv094/139d4BnMTffRfj/06P58+fc9vwTE+5zXiMQb1Ejpfw9QgZuuy9997TO9R9isE9lB/4cXjo2/0f0g6dNh3DtA7o05e63Pfjep/F5b5/9/lu3oS8pw9wtsaHH35A/H02Je/L8S996UN96UtfIv4hMjxnfQ2Yk0pFKpVSoYI5GrDuvLF6zFo1vQ84ZRvv23m/+77eef5udirm4/ziAjqXzMU54Rucsb4P47pgvsyj4XFdIqsLxnPBWuzr9O0u9vPlvIe4uDhjns+zDNz+IUzTfNrJPbOOIfv32Vx8wPj7cX6Qx/rBh+8jhw+yHFx2gOt6znq8q3eZ/+fvPMvj88buCRvUp8z1s+dPmdfnsjyeMrfu9+zsTF5TBzhtnHBj5TzHXc+8OTw7O81r2/mH8Z3hzE9NB7jdyempTk5PMl1vGi6QkWlN0WvPS4R1KdTrUcn8VehSSdq6lVRWBXo0ZAM8hcZx3oC7XYtj9CuwFa/WGk7qnufRaJTn22mflv1lVYdO12wGjJaNgXjcX4HudqSdX+PYyVbOZ81ERHbe/qKrv0TnOhV2wn8n//h4ykZwkvkajipuEEtV2DR1tdpuJ1piMho13Bp0bD5cNMXWXXjjgyyOOKSMceaDslSRUiQpom1StG3q2pozRXRrvX1+Pwkgs9+v+G1Z27YsYUWJFRyWRXk0Gsfp0ZEuUMgLKy5KfULaJ+0hDqtIwTWzFOr6f10jO73EabtkBQ9wiiV1qjJpMhnpmEVs5z2ZjFUWyQtZFYozGJQaQW+E0R1WlUYs9Cl1DNc9QvGP3Ja+M40cn+qEdI9jaB/pmHrTyST3NYbGcFipqgr6CvqSiiKgPZDpTicjjanj8gIeE6uj61o1KF+DoRBPRKhISUWRlAjLskTZq8+g5JRXodBD+p1gdI4ypvA4nU5RenAI93kT8+g8cMwm5YST+9HRcW7vNkeM64App/vJZJrLxmyWJrR1Hbc79nwwNycYzrPzMxnnhOcY1IuLM07I53uHdJbLbHxPMSZu5/ZH9Hl8fKRjeDiFjp3PGbROoHtM/tGeD/PgPvv0cR6f+TByGfWm4CjToxx6uY8Tx490RNplRq7PmBwe5TZ9ufs8w2Gahx6XODzjIo/BeXYgxgXO1PyUJXPBaaooCuaoh/NG45He0LvEaV5C6yLTcR/mbZLXypS1MEW2xoTwAKcB82M+H47tmDHmvOmRzMMkh3085zMmhxPPGe1zSNx5BxxBwzjmSv8Y2ZhXy9+8XXgDwGbG47xkM3rpkzF5/Zz2mz3XOWcz5zyHZ8x3Hz/T6ekZYz8Fx/I4T5nvM+susnUd9+W+M++spQlw3HB8zI1Sv86mcr0T1qZ5dL7LXS/jaMr4J2Ca5TaGjttloLtjMAFj5mI4HKAzpfKDTkXWN+uUhFr1QDdtM0acto+OxqxJ1gV9DLAJEcHt1w5shY0SyUzPOum0Ha2dds1rrQbHbjjPZe7zsD5aDgouM9pW0IkM8XSUHUCSTcWA8U/3+jvGblTkFdmesNzUcsK2s5ZtHvbChxfHC8Y2GpTc5o01Zewjxm476PwkHvpR16Wuw3nnDpu2KHYdJW8/nyOBLLfPKXubjQRQrTaxH0xt13ZN2203G63mS81v7zS/mxFfEN7p+upKa66UvBjHvF88wkCVKbhuov6KOouZ6u1GwhEaFvwQBfT7nynKfIxCnmLUT7mKOiEcYIB32638JbP8pbPZnfxFsvyltNlMy/lcK947rZaL/O3yxXwm/0pXrnN7q9ndreZ3d7ojvLm50uvXr+Qvpm3ZBVvxz7MTO8Nw26DZIIwxNkOcbaWqLDKfHuuS92h30HPod2/ZQLCRKMvy3lAkLE1E3Cu8ekUk6HD6jba8K1tt1logn1vGcQO9a3Bze6Pvx61uGd+M8fkP1szof8Y454xzTnvHnd9jrlkun+uO+m53A93r6yu9evlq/63pT/Txxy/kL0594i9OvXypF/lLRP0X0vwFIn+56ObmVnezuea8z5sxv447320+eeEag4+aAAAQAElEQVQvFr3S1XVfZ7FcabXeau0/sLGpCbfyrwi53Wy2zDQW85XmBvTmi5Xu086brykD+denVsRXmpE/y/0udHs3183NTK+vbvXSXyaj/08+eaWPPv5E3/nuR/rOdz7Wd74LCL/9nY/07e98T9/93kfQWSpYc4n5K6sBmydAGMyPT063rIeXrIOPPv4YWh/r4xcf5y9MWQb+hvQsy30GL/N7ZDkzZ3fA7W9Z9zfI+NaA3i06YNzBs/m+my00u1sgyx6z+UIzZGLcEd5RduNft2J8V9d3WaYOr2/u8rjvmIMZ9W6p4/G/enWlPAfMoefxI8LvffQJ4/34Ht/7nuMfkf5ILvvYX5Sj3sfMt+fu1esr5Hkr03T/V1d3yPU6f1P/JfTzvDIOy3+xXDOXgNDxxXJDesPaBXm+loxtnmXt3wLxiddYsj57LKm/0Gq1BCvaLTVn/c4sP9aYv8x2h9xWnJQP+tS1jbbYhgVr+QadWEDL6Zb8xHwO93bCzt4nXDv/o+Mpm5BjeRMQHAp21jFoOuysf9guh5it7Nhbe2Xy/IngWEEdl3fkO3R+g4NfrzcyfE1uvZ6w+Thi4+WNytHRRNPJSBNu5UbDSmWV5AMJ1NDznTx+26EV9q7BiQ84IFQllo5xeDwen+2IbZa/NFvznr7lUCBsInSaMqUdVmTHpqIud+Vbx+1J+Rwg1c8peZudJcAiaqPr2o6nretut9l0a5RyjpEzlijlAqcxQxk3OKeEUlRlqRHOWzxbHH2ug0GyMnQoCl5RRUoaVBWKN0QRRuxkx7LTtvM+OT5SwW7bC9yKMEfpF/R3WPim5zJvFFY4M2Ox52OB8htLhzjznrdbNhavNZ/fycpix92fOE50enaSd/I2BiNO24OqpO8E52I3v5O/6T6n7yX92NCg77n84Lj7sFAqEo6bkVGhYYz+NRcbghpjYGOysRwwLNmIIa97R+CNxd2NbLBu9s5gRn8z6iw8JvpdIu8lbZeENmqmccAil9tALrKzsUPxN6tf+Zu8OL0XGa/0Eufnb/w633DcsFH3N3xvcBw26kuc8gJHO8MBXeOoX7ABsPO4won25WsM1Aaj/BnYwGdjv5L/ItcCOj2ttUzP6Rxi/BcP0NeF5j4vp+l/jsO7xUl682DnbV7twOykvvcRThfH5PC7OPLv4sSdv0QWKRXcprCpYh6raoBxreQ8n7Ys19evX+OsX+SNTP5WN4789dVrnNqt5sjbsIyNOWtozjx4Lu6YkzvW4S3zlQFvlvUt6/6OtT1ng7LIfC+hs2TMBvNCXh6TZePNCU75Did/g+O+wXFf40Svrpj/LP+55tSZ02bG+F0nj5+5fPFwHpnLF8DycPiCOfLG5kX+dvhr9fK6kufNc30N/Vv69JzO2Rzd3s7YyN6A64xbxmKnvYTHNY7Lv2Ptjdgyz+mGud7izLZs1jbM/TrzaFmv829sMHfIfZGxkNeof6XTZYe/r7DyukW2d8jw9uZGd8hsxXr2nKQUwrRoxyZ9icO2TB16s2tnm1JShZ3wNfiIk/cIHZ3wCu0Yx33OrcGUWxJMzr79UtYz7Z+IQCH5oJP7LALy+Oks93vvHalrfTVfhulEhHwLc4w9OuYWZMphZILj9mZhBC9lUZgS/LdquIq3rbBcVsjCtqLyGsQWwoH8dyOcv0IWdto7Nipu0+LUo2s7jAfn/a5hE7KDYB0jvDnU335+sATSD85+m2sJTCeTDuXpom1Z003rdz0HJ+RFuEAZF+wuraBWQirJV8oOaaeaXbAVYIFRs9HYcELrumCXWqgsK66ZKg0HFQ681BiFzI77lNPvdCSpxpm91s3Na4zqDcZjiSOt5ZPTFiVfc+JbYTj8K1/GBoOzQRn8O5hWev/h/wxO2Ct4vLu71ma9RIdqNhUl14ZH2WEfcdKfcOK3YSiKEv1JXPEH/Yt4sFvvMFprbhNW+VdFWnbILrXS+gQwgu+h/0AEpzyIZwU2fx73Gj4zL7Tp+d5xstgql8H7EudmGdqh2Jgd4PQS5V/j7C3vA0zXcHtju91leZj2BtkuMbx3twtdvb5GbrP+BMfJ7dZOAlzvHcU1TvgaY+7fuTac79OY52m12iLrNY5nhYGdy05lhmOyIXY/TdMxhp1W8D7HudsYO1yS3sLDDp7W8L1mPjwv94C3+/gKeTL+jUHdbf4rWts8lgYb1oLttpbHc4uT8QbCfLzm5PgSJ/USJ+a4nZKd1YsXL3BWL7VhTVSsqxJjWTGXvNlRmdiIRaEWvs3jjJOlncMtDuQWZ3lzfYOsbjRnjAd+1vD1ECuczBKn4rnKjhwHdLd34DfQmbNBXNP3hvF7Tj6NOsvLYzRN8zDHKc/2fFzT3jzcMj9LHPYaubm9wyVrwLK/4aR643qElscdp/YZjtg8z5mDWf5DLXPdMfezXLbQjPK7PPdzNnRLrZnXnsctjnfJmG/leb9BBt5Iuc+6bpiDVh6HnfeKefI687zXdaum7rTbNtrA49rjBWtkZfmsmH9vUNaUub1the2AUePUnH8Yj8dkWTq/wimnIsn1rM/WAddt2PzasYqn8FxWAw1HvhWb6IjXDGe8xnn65LH83pjm2mxWjP+GcS7RW6lEH3vaBX4wFGzoEnSCjYBkvW6zbjtdsF68ZtquQzZzMGPtLWV99k3gCY775GTK4WKa/5+EMafwIVfebls3bW+XGGON/DasZc+J5VMUPpUPFJEYX6sN8vI6sF1saQdjvAuX4I6uGG1HbtsDne/09vlcCaTPLXlbkCXQtW3XdF3nRd3xtOwQazsiFqod45brnh1pO+wWl6cIycoRBesy8oKtdw1Or2bh1jjBOit/gyGANMrTglpFIU0mA5RjpOl0qOGwzHkFJ+8SzaRr2YD4V7G20Ovjjfp4g/IAlKHmhLutd1rjEDY48porK3axGg4KjYZgVHLCH+Z33+PxMG8eEvziK+C1y/Q2GOA1qFHEBpoNRr8hbEmHpApFr6qCsFBZJPgMBfkdm+SmMx+1LBuUj7CB70YbHNrWjpzQ+TXya5CbwxYjZbi90TCGQx2XG067/QbDsDUNHJtlUO/azHdTd2yUWm3ge8lJaQU2/rvWK2SRscWoHbDB8fZYLvqwNyp15nWHcd5C33mr1UYOd8i88ZxZFsTtoDPob8d7xDqPp1FDndppA3k15Oe0w4fYl9eug2wP8m1Iu34eL2Nd7x2DDf0S57BhXn2acbst8rTTWONYNzgMy7CwgY6kBApjn2YxqkZurmesqb/ebybsdDJdeMpjop5pb/eh81p4NP2WuWk8b8b9eBh3znfo+XiIRnWu26ihjtsfaDWmaTD/HWhZhC6zDCzT3D/y3SCHDUZ/zVwckPNy2U6OO3+Foz1gydgsrxXhZr3L82qZ1cyd6a5MCxm4rdM189awhszTjjo7y2KPzDfl5s06UJNv7Pb13H5LnufMstoyLzm+z3PdftwNut4wFRwu0ZcSRzpk01uVFSmpZu7Nz8Zyp+2WNZhBPzXrTmhZYj6rqsg6bKd9xo3ZJOtxkfUwpVBE0Ifoq82h22WQH6wJqd+cI+5cbtuWNwrYr8IOf1CySag0mY64jmejcDzBJo1VcciICAl0HEDMm+W4zLJExsiPIWBDWsbSmRpVS+oXaqlfM9eWb5ZjRzmuOSKUgOAEPjrk1DZUrHYVpXr7fI4E0ufkv81GAp+AGuPfYqBYXF1KiIt1y2pUYoGnolAUKAF5DXWVkspqyAIfaTAcExIvjZHKNNRmVevmesFOH9zMOUnP5NPlfHGHY1soUqPBINjVlrq8PNWHX3pPH+Zvz76nCbvsFYZqm5VYnOyDpU7HSrBTKBWVUipRlsBI1ZpzQvJ75RZnesIp/itf+VAfvP+Onjw61znpyWSoEv6tSCsM2B0nlztOQreEV1wRX3M6nXFt6f4qdvuDwRD6SYOyYsc/1rCq0DUb4x39bVSzQfDmBXUUDAmTAY9tNtY7jNDBWdigtW2XaVXQGPJKYcoVnL8klHFxrglXgWWVch3x1MjfjmWD8d4iAzvWGkPaYCiw9wox/lSpLIcYr4EiSqWoVHwKgz5NvSIRz6BOTru+AR0B2hfxJjT9wPAgSnUYUGyOQkk2vINqIMukRP5BnnjiAVKEikgq0vcjuYx8h4Z4LB/LaoezanB4QU9kZzn6FHVyciLL6fLynFuTY/na0l/6O+EqczgY5BNMh3xbjKR5Nl26gbNQgg+fwCvmsCrKnHZeCsaqRFvWFONrsL4NG6KWkH2YEu18I3PC7cyx33dmTOXTmNNjToIFaykxlgg43kM8HcLKYGW6zjDP9yTzfnZ6wljOWOuXhOeZ3oAxsLD4dPAj5TaDkSznLGN4gZQS/zyWIhUK8rwOvJaNmrXhNVfDf3ZInZR5ow3sKAjdrkQG9zTIzXwiO9O37A6wPDOQjVgHEUlQRP/MJjKDnvMSvLh/O+/sgNl0bdGtmvVbpCTLyfN0dnoq4/joWJPRBJ0fqqwGjLVURMFmt2VjueWmYIWN6G3FzbVtxZLN5ybrW4pW00mFLk/16PJMz54+0fvot7+5DnNsZjayTm/ZBIj5YDmgox08B8lC5pUYfTW8AlhrzmuRSJJ/9e7DL32gD7/8gZ49f6yT0yn6ONRwWLEGa+zVQnfccNyCK2zYa1513HDTMWcDzD4D8VQqqrFUDKAtYa6kKBVZzyr6LoX2w4dl15EOFUUhMdvMVbvrmrZW1y7lE7/ePp8jAabqc0reZuff41YV2K1UpCCM/IiYlEIZEcoh6SgKFLCSHZ1RlgOVGPSKsEglytTI13oHLLga9Ilpy7vxlpN8WYWGnIjHONXzixM9f/4U5Xmqx08eqawqrm+XWnGqsFGoMSJdl9RFkoKF71AhGybfACw4hfl3PJt2l3fL7/n3fp891uXFmU5OjuQvxZVlKaljh1xDd4OzX8vKfs314Q3v/cyfjWCBgavov6J+VZUY0UpFEbRtad7Dp/qwDIJ8Pi2MNJywaoxnjeO2AbExdR6NaF9kOY0w+tPpETydZPhdmp1RRX8m1WKRawzfDqtgp2Y4XUPXRrJBDnQDyVBEwVSUKlKllEpAOr1BQd73g/LoESoElQzZQOdYyj9Dfah9KoKaQd4B5KsTfPCDTxCNCEWEEiCmA/Q5jx1HzeuV7f7E5jHWOO+a8RsRoRGvJvxqw18YMqZsevxFyMlkIs+PacShf/pxnwkezUPmb5/nfMhlnlzWtZ08T33/O+IAGZteURQ4nSHraMqNEKDPKf2NRyNucYa534iA8g/+RIRSChVsdn1qG9FuMh5nesdsAk7ZjJycHGtM3oB5N78BZ+7bPDsu0hGOhUT8+yG1jKHBQ1lWXms7vIbTzvemy22CtqZfsqYdRoTEXPcQcYM86kUkhf9Rbl56yDkSP42gTmL9BJDQR9a9+99yM7LGca/tuJnToJ7n7uTkVKc47qPpkTxnk8mYOR2rYmNclqxb+LLO+cbgYN8h/wAAEABJREFUjmv/a14h3HHtP+Pd/IqT7RZH3DEYpkQVm9vpdKRLHPdznGx23JzA267mxm0tv8LYcOtmXQzLH9qRCikxLsKOsfvG0HZiuV6Q3+kCWv6DNM+gd8HhwfTHnOiHvNMWj/v3Rt+vF2b5+wpLOfSX+Lbe7GGTlPup1Hahtg1sUqIlslEfWhZ0Rl70gA8irFpmgReTbEq6snz75TRk8rkfS/JzC98WPNHJdJrGw3EZSt4qFiy64FF3+Mfai5SUioL1WgKHgLSNQ1VUKmgaUWiH8/H13dIOm2tPK/UOp9ayZBM0BoOBRrw7sjKfnB7r0eNzXVyg6Bg1cYa9472iT+hL3pnbyEp0jrPpwkrhGoCsGk+24n32erPUrt7m3fLjR5f5D0ycn59ifI9k49k7xwLFkna0WWNs5tC+zo57xk58wy67UaD0KJKqwYCNSKGgDzfq2lbpUIbBrQZlTncYr5YydtDyu76Ds23po/VgFdQr5PHaeNn5GI6PcORDXx9CLyJU4zwaTlANBrlHk/Nq8nvUOBlAusWJRySVZaXCxoO40/98CEX0gH3G3WF0eognIuQ5KpjXiJCfDgPaciT1ZsRwvKOxSzM6cY4A1O/TZFDuOge0yOkh6r2TNr2GuG8atjhyp90Gaoyv1JCTqx2dNzqTyTTPp/nr4CnPSZEYj8QyVZFS5r2jb9MxXc+Fy0L9v4YNwnrvaLaE7tO8mECJwx0yJ56jw2ZhhPPt10/kTkz7s6AgfyIi91/mjV/FvBsDwoE8jok3AThtx03T9RI8i6dhzVgG5sVxshQRXn7MUcsc9XC+0bBWahy29apGt2riDWvDbc1fSoUK5tCQIr/771iTPRgLzibIT5FUZBRK/HOe5WV5dPs6EaEEn6YVkeSnY4ob1uGa2yHrumXq9e8yj+/s7FSnOG/LzxiPJxp7zXOrUFVD9KuUx+C2d7OZbniv7y/q+bcYNtiPBl4L1nYvIyG/SufYiGdsyn2jdnZ2pKbZ4riXbPRnHBbWyKiWN3VeL2VVKhKjAR1rZbNdo+cL6q0U0Wh6NNIpNM7OjnXEFfloPMh9WFcL5s+2pkaeazYkKw4RS7DgdcRytebWkM0eY+/svC2zKBh2Yq6Qcyv46hBhKBWFUiror7c9LbodksqUuqJIXVRvr8kRx+/7Sb9v6Y9mYfzSL/1S+qV/+98+WW++/ezlJ6/eW84X77D6jrq2TdvtJvyt0SVX0cvVknfXGxzHDuVoqMLqzDILFmWoSEU2siWGrygSeah916oFOwzKEgeed9PsrNe8hxOLveR0XlUDDPEYxTnS9HiqydFYJ6dHWUGPj4805NSlkHYYJhskY42h8E64xtgX9HeC4/e12fEJNKYTlG8g0y1waiVw2EHEjnWBs767m2kBPxuuaGuMZYcFikhKqVDegOBIhziLqioVIR6UkHHY6SAXObQCNtwcmJ+IoG1SCS9uY54zMo1KBUYgUpIUyK3L1+rut8YoNChy25o+paaDopdVqWpQaUD7TIcTgNOpsPJ3quF5u9uwUdhiIGrSAFnUf2Dscvt2P46Wi7uWeEYeb8NYm1ynwdkZLc6bmVVEFgzOgHKPg74b+DJvWS446RyS5/wDWvKNDpkXGGXLOTszHJrjAzZMFfIvGKt4WmTTICOi9GkZCp7aLEfTEObRZTX87epd5qeljywLTn/Nni/n5XHBjx2V+xpaxvRVIe+SuXOfER5Xl/tw/YdjcLqF74iAF6A3MA8ibTjXoXioDq+CnmkaLfJs8no2j5ZLbfnBVw2vO/NM3O0iEmuqVBCKx30TKLGWStZU5hm+vWYdd57LJK8z0W9Hv23uL4sJvi2zgyzc90PU9Gs0e34a5O66vQxMp4fzWubF8zdiU2MM2ewMmLsSfXP/DU4t02Y9daylzgPSG56IMo4CIC3zBb2a/recspfLJdfmt7rjJszycF03TzjgwbDS9GjE64YjneN0T8+mOj8/kk/MYxyv2PTXvMracrO3YVNm+7XCdu3qjXzDd3yCfQHTo6E4o8h5w3GlskK3xAMv1tUNG8i7uzv4mGnGLYCdd53l4rVHPWQckRRGShIhP5B5L3vxRIQ8HxEhy79DDl5DHY8U2eUPcOB6+/y+EkC6v2/5j1xhXj9SWW/jKTbjq69fvfrZ65ubnyL/HCORVstV3KI819c3LOBbrqMWXDOvtWVRN3tH2mEkLTgv0BJjYmW2EalQhKoqVWJYoEfbpa5e3+rli2vd3ixwNolmlRSlirLSAANgJzXiqurZ8yf6iZ/4Q/rgg3f16NGFSoz4GiW0Em9RbH9Tdz6ba81O2G3e//A9ffjlD/WcK/Ipzr5By61kO04k2ANFJIxXS/2trtnVv3z5Cn7ggfKKvkf0bSdpw1MNBhoOBxodnKWVUugdNBuEtMXZb+nXJyPHa/IiQgOcwIgbhKnfjZ4c6fjEu/gjjTldWS6WwRajvFyvNOcd23yxyOGKcXlM5jPhyMzDiDZTrhePj4/ZxJxA60T+RvyQTUwUwVh2+dSQjdJmleMbG6o/KLYbbdkANDi9BmNXE9ro2QHu/EXEeps3BzmNU/RYO4wP4sxzklIwj7W2rIcdY9vSpseOdkYttzmgwTAfgEiRzUgnXB1fXFzoEpydnclj9kl3wHWq67it53nNZs0brTXyMpwvdVTpMJYtPGy0tiwYzxbsMrb0v0NeNWiI1xlVVemUK1zj5LSX7Zi581qFILS2+ZvGC+bJv2q44mrVpzWP0+u9YD0WzFUqCtnIe32FkoJ/ZqljrbQ4vQZDX6MnO8sFGZnvBRtHr98F879crrRmLZnuDvl5c2q06FREyP2UrE+HIm3a4inRs4HXKevWfI8nI3nN5HVMvnXRPFhGPd0dTVvohfAXatl8ea7zvGbeNpwgt/fYZl52eZPe06jZaGzzxn3DTZVpdoxxyMbS89d/D+FSZ2fnXIlPJQXjWucTtJ1vv8Zpjww2rDnT8DqICJVVqRHregg8L85f4rj963v+DQJv+Bv01PrRyU/DOCQ73LOLI7377mN96cvv6sd/4su6eHQqv8Za46hvbq6Vb+1ub3Vz/Rp+Fjo7nVL/qd559wmO/gSdDUXRgg6ZtMrjdl9t0HYu/+dAthW2f157EUHfBShVMi8l8+C5SShE6PB0cjwiZP3wXDjtOc1rgrltGYzlx/rtWJD6F33+ZW+f/mUf4B90fP/bf/ffHV1/5zvn/4//4v/203//7/8//zvf++ijn+Zd0TssqAmLLp+2vfhvb29YyHcYswVOYt0rNEa+3e+mqa/AiBdF4qRbZBRlEjQU4R1opw2Gd8Epdz5f4fx3amryVUgqqT/kPfQ0vwec4vjOz8/09Olj3ndf5pO36c8XMy2W88zDCue3xeA434brydMnesY78kePHmkyHXOi7cSGX4rEp1AqqhxvMKZLjOUtJ+4lBnQHjYhQiRIWGOEE/yklGRHwh3FqUTQrmVHjpLmFwMBtshFz2uURwRgqHP5Q48kYJ3uUMZ1OMTAj6JfyUze1bKTXGGvD8RrjblWPSBiEQiVOpTfKw0zLp1G/TrBh9uYgIeeWU8UOR7vDsdbA4/hnA55xZtuHwIj6Pa/5MnbIwzx5jG+wxWhvwBYbw7wxBhvXFgfusTfI1Oka2djpZDhu4ACc/xA78gy3KTF8YzYpHqN/7WaEIxriDDx+z0GNbLZs1Gzotxj9vl3LtCOxEPIKIfrsuH0qrNlcHPju22yQ9w7e3/DtfiucxQkbqwM8T+bD/UZEHueGTdAa2NHUjMVjtewj+nXh9YA3lMEygQfPMMlOYsmAVpZNzRhqbpzMu7Fh47dh/jc4QGPL+HYGDr6mHzv7JjsPZjkbeOhCk5ES6T9eqxXrxA7PMnsIj8FlRUp95f1P8+uxGzX9WFY7z3dGL6Pdfm62e1lvSec46Z5Xr4VdHltE5DVvuVl+hufR81cUKddx2zXj9AbX8R19eX30/dfIp5HlF6zpoihU7jf57suvyXxo8PvvHTKMKOhvoDxWNvfDUaWj4zGvxE715OmlnvOe+uR4olR0atqt/Ctjq9VibzNmrIE1tmGoR4/P9Pydx7Q712BYygy02DGF6H9Ae78lDNpvsXnYHDZYazaLlp957JHE8JnzLo/T7Tv0wbScL2g53XlhuIccdkr7cTok2x9qOniL308C6fcr/FEsW49Gk9Vq9eS73/vOH/vWt771b7x8+eJnFvPFI0WM8ikXwzXzH6Jg1+pwyZX5hrwdit9gwA8LtmPRsiZVoLBlVaisShZpgoxAb+i221rr/KtKO5xew4IX65w6dtzlCKd9pKOj43zi8ino7PxEFxdnXIOdotuNZrNbFOlWbCxQqjXtG/oI2ak94p32k8ePqX+hEe/RGiyndSUl+MBp23EH8U6hFYZzNp+j0EvobCU0rcBgRATRHuLpIGBjbSNjA0wWBqHBaa9ptwFbDHydlTelJDuhISf1MaefCdf1B0NmQ+MyiGdDZcO1xnBvs7FuaC/GgRwiKaUCGZYYqCpvAoY4Mbc/wEY5FUkIDlq1apx3zTw49FXg748txsvYEB5AGmeXT9uE272BXmOoDvB8b5CZy3YYcvPfy6TO8vAaaO5P0nV/0s71dnK9hzCNA0yrKAp5bB7nkJOix5edDvmWv+tsMPzmxe1My/mpKJBTj2DhdayQDuNrZ+R6rr9hnfZ8e6w7xrxDZk2G+zg+OeImo19vR0dHrKOJ3H+BfD2eDe9DTcs8tKyniMhznJjrll1hy4bF+e3BuXpWWDPmj4D12YGWq/tWNXVrnI9pbTe7vJnY5vmvdXDaLqtx3o3rIs/aOkabGrQQ7DxGQDcyDx6D5TZm42MZGk4bLivYFEXEvZzMVw1N92NsmWvD8R8Elx2wYQ6yLPfz2iGPhNxLNrxVNWQOx9yejAlHrN0B/BXy0zAO094yVsNrp4EH5xvmx6F5s9xL9FDelOLgl5y65zhNv1fe7lrGUWb6nqtpfq0ywGaMZTtxeXmqx4/Pc7qAL2GPaja0B+e9Wi+Zg53s7M+xK8+50Xv06BwdK9X3t5MiaTSewv8QVS20Y7Pl99oeu/mMCMrK+zXAlDC/jWr0pvYcIRMxP5CBFrMFDy15/fhaijrGUOQvuyaEF1L+tJ0Z1r9Ezw9/KOmHT/K/2RTL4bA6Go+nVVWelEV1djw9mlxeXlTPnj5Nz5491aPLS52dnXKdeaQTrqBPfUohPMIxTTAYQxyVHXUqQl6wGRFiYaqsSlWDgVJRKFKSDUnierHrQlbGly9e63vf+yTj1etrLfJJfM2V1lqJtWznd8K764vLc334pff1E1/9MX3w4ft69OQSBRvIV34dSm7FWa9W0FxmWIlSUeFURHor/5nHb37z2/ro4090dX2bjWaKAp6MRF+FCngsMRopFaRDaBlK2apD+RwvikBpq2zYbSB9OrRjnnKdPZlY2SvaKCuxFT2D0+wGbDGQNcbKhr7rcjrO83oAABAASURBVDVFJCL0Q9p56HefVtAnoyKjxhjsMOQ2fB5jg4M2P0WR4KPCUI4wVNM8N8fMyf/vmGY6E24K3mAix6fMc49xTvuENxiUKrlNiQgVKfVyYR1Ug4GqwQDeBhhEY5h5nGBkexpTNmY9nB5zNR0RGMgdm6CN1jja3V5WnYUiIY3ogbzs0LbZAWzv67PpZD43arn69VrsZTBl88d69Vo9OeJ96DTz4fIBfHoMHQbWjmHJulnjlLb7fm1o3TXTItGzEfTtkCZqcdLZiVKJD3MlnvgU7uurz+8cdlTJcJ6UUoEBH2jEe2HUD9lOdTQ91lH+2+Wn8DtBrgNFJHX06b5DSSkKuW1H5y1rpNk7Rq8368CKK2K/Ptni+HYZO3juN7iJuSqKArpVnp8x+judTpHVMa8NTnR6dqozcHp6kjc0U9bUlPn3OhizNsajceZ3NBzmOS6ty/DgObP8DmhYp0wrfCa5P/cLu/DRZoinKBJjCQXxtOdrCF2vFYfYo9xHQR8bNvw3N3f6LrbCsK3wjZmd+pZ5s34Oqkp+lfSUW7ovfekD/diPfTnjMc55xMk8sBM7NmJrTuA+fBje3Fm/sl622IrFWi9fXsl/lc5/pW7JzVwowaO51P4hnuexT3pcfYyfFFFZYvARocCGRejB08nJiMhzWtd1sKaT1KQB8QcV30Y/IwGE9JmcH/FksdtV0/F4OBmOBzji4uLyMr37/J344P339MH77+udd57p6ZMneswVtJ24cXF+LjtwK4qV/3BKSfcLlQXK4qxQpgHvrZJ3/jYYvLOsqoGUEqfddXbY3/zGd/SNr39LH6GUfvd8xxX2bDZTi8McT8Y6wvg+enyhr/7Uj+tf+eM/p5/+ma/q/Q/ey8Y4mE3X26CQvsq/ur7SDVf6NsQl/TS8p1qgfN/93sf6x7/zT2Tn7fdVPvGYj7Ks5M1EAW9GCZ8lzhvWWRWdOpxBBx82DC4f4JQ83snB2J2d6YT3pMfHxxjDAfU7HMpWS04KiwUnep/q5wteC6xwLtt80gtU18a3SIWSB0DahtnGw8ZZbGpaDHWN095wyl1zMveuf5V/NWarllNlQs5DHJDlf3p6zI3EGTcNxjnh58OvHy4uvr/eGeM4O8Nwn57oBEd3gswNG/CHcJ77HONwK+a2xHkXyGvIHI9wAiPyDZePSU8x+j4dud3JyYnOslM40ykyM1yGoLXmdL/gZGU4vuNU1+IQhGwiJSVkVYAOuexw3L2TWsuvOg5tfE0+Yr2c0cfZOWNks+f/nOP84lxnjOvoeIpzHGsCj+PJSK5/wy3S7d2d7lhvC+bMfdd1nefxzTyVct8hHGgn1U3LPHbUCQn+DohIkkLxIPxsvE8nRRQqWXsjHOFkcrR3nGfI51znZxc6P7/Q8dGJhoORPHaLomNdBDyYF6PrOplXy8p8Ww6z+Yyx3GnO2usd+Jp1t4HfRhGhokis01JeO56fI24ZPA/n6PMlG/THjx/Jv4r56PEl18gXOjs/1Qnr4oQ15jV+xG3YlLVv5zpiw1ExhoaNw3q11gr5rdgEGV63sEd/Bf2hY+iXeMxzP6+SnX5Bfkrpvt6Bp1F+XTJivqYaIAPf1L16faOvfe1b+r2vfRMH7r85/yp/V8XzZjmYljcYz58/00/+5E/oZ3/2Z/RH/sjP6N33nrMhGqtIkh33nNtD/z8Lr1+91u3NbdbXmjk1v/PZQt/59vf0beM739N8vlTBxiGlIstPzL/reT5YiqwBMhiXFAp0UhFEgUQ0VOzHF9Hnefy5BUQa5MbcRd3Uxa7uQNVX0tvnB0mA6ftB2f9cef9SVkrVEcurHBZlOUhFGqA0yUp6eXEhK/LFxSWG5ExnewW2EmfjjfGzAfDpqyhSXqh2cN3e0WHaFFkpy2ykqnKAEg9UVgOlVKjhHd4cp3Z3i7HBWd/e3unm+g5jvMIgtSrLih30UTYyg0GlR48u9f777+rps8cY/iOhT2oanGG7046rqg0nWxv1mis1KdF+iJ4FTmGru9t53knfsmtfYWSk0ADDMwSj4ViMWQM2FQl+O5TqAPFEBPyme5Q498FgIBsZG7App0nHSxyY8hNZobNiwhfKyXhqHC5b+n15RFLsYV4ltxF1uh5Np5prOp8GtjhvO6qtx8cJynQjIhsFy6WfgyqPYYqj/EGYkD/hvf+U8NOY5pP2GGdW4YirqkQOA+apAmWGx1vlsgqZ4sSKQpYTLORxioe1w0m7yrBsjCGnJ8OyHePELSuj73+a59b5BfRszC0nj7fGoDlteB6YxNyP0x57Xddy3XyiRL6ubycsKlbMwZBNxJjxuC+v45OTYx3lk+NU3lQM2PB4PBGc9KFleqZruA+GwydA/4kIRSQFkMLdyE9EKKKH5PnLJhletX/6tChzJsvKAfActzkMaPbyHSD3oUY48nGW1TinS3QgpUJ+Ivq+IuiLsXqjZ94tC4cHeByO9/m7vPYOaY8vIpRY5wVyL8uSftz3QJ6rw7yNcJwHPMw3byN0ZoCuuK35z5spzwMbzRq4/4YTt1EjX6/fHZst3xiZpy0n5B3reMfmzOUtG1FYymtrgF4Z5k08EaEWwa3XW93dzeWT9jU2YrHY4HAb1gE61RUaVL28PK/HzLXt1js48Pc4dJyyYavYYCY7VkmWgftdsyHecZJXl1QWXvNjaNb6+JNX+uTFK716da3Vaousiqxr5ikimDcpIuRNd5FclihPOS8i5AeW9/002Kgmx72WI/py1ymKFFU5SIOyKqqK+8HqreO2XD4P6fMKflTzJ0XtNTRIEUMW44CnmOYvh11wTf5I+XTNCcknJhvBYwzh9GiC4xqh7FVWOAioX5MdC7s3SpZnROSFX5aVqmqY4XhEwYJucdJrdrVz3l0vcK4z3bAD9u9INjiuqhpoyu5+iKEtcSiXnKDeffc5mwlOIycT6Haq7bj9jhfDscvGoIZup1ChqhxInFI2m12m/5qr+Bk76g1GQJE0xDgZvYGaaIAxSqmQHyuZ4XhEKKV0jwKDN8DAuJ2dg+F44Z0EPUeERNiyi7eBsMFq9s7ICh3hJRgKwohCATr4bNnCdx0s86PJbRvZ4NnQbbLz3nJ6YqMCLfGUOKnBoILvHsPRQD5J/iBM2GRNOI1OcN59+Zj58xw6HDOPQ+axAGVGVTl8k/aYy7KUQ8PyiLARg+E9L1XlOe5h+Qxx3JbLATb6ltWUOTUcd55pWT69rOr8PrjlSGMc5sCh6xiuZwe/tTNAFg0bRRt32FAJ30PWi/s0/SNOlMfchjh0eghP5s28RgRrpbmH+zBMJyIIekSep6SIPk1B/iTSQZmUcto/mDrWv74fFJr2odxja5lvt0+pkGVrvoY4xRHO23C6RG8Sa4/m+RMRORRi92allwUbV5ygZdMiN4eGyw7YUW4433xEhEy3ZE4Ny8Oh+3Tc4UMc8kbWGXgcoMsF6z0islOqeZ1Tey5AvXfeDt2nN52G5+tNeouT3KjXjVoRsZdBxXoewJvHySClTH/NbdPsbqGrq1tsxFyr5U7bTcvmVrStNBxaf0fQqLipONIjblmePX2i58+fkp6SHz1NyLJc1HBo8Cm+JgxsRVEMNRzYcTf5mvwFr/DclzcMifkxCvQ+AgKSIoVSkXqkQok5MsTjORYT5Lmo2bhY5o5b7hTff5BfGg6qNKgGZVVVBT964vc13kYeSiA9TPw3Ov5DYr6T/XUqWFhF09TFdr2OFdeWvlLy9fPtzTVXSjc41lt2vXeacbXoq+w518C+Ftuxg27qWh3OBhqZq4gQm4BswFobKCUVRQEcJvUOZ6DReKgBxpRFqzXOqX+39EpWnNvbBcq9kxWtKBKn6q0226UitTo9m+onfvIr+sN/5Kf04Zff40Q10R38fPLiZX6P/Y1vfkv/5T/ur8avrm5Uw9uEd9HjiU9dE7k/OBT6pZ7n3kg02fDU2UFuGZcNzQEb3oN6vA63OA2f3BeLJdfia3kzYOPVYjgN09liLF1vi1Ez/GU+563Z6Rsrh4y5L2vgsdOWU/Zm4/5rxus8jBObGBtFGwE7LNNxOt8ysFlZ8k7zbnarGVeAd8zNPzdoc7fHgqvVflxbebzb/dgdHuDNg/uvMXYtc9obqJCfBvmavwMONNbrtVbwZ/r+QuHd3a3ymuJ1huMzeDZ9z4HRIj9/w32DbFa84lhx/er3tltkb9oYOZ2dnuvR5SM94fWNr3fPzs6Y/6O8jiwbX5366vuGG5yr65t8nXo3m/NqZiX/UY81Mt8wfzscjMdwQMuYDI/F41zDw3Jp/plf+t/Sxjx4bh1uuAFZM74N7+W3xI0d89Fw2vQp0osrEE/CyEcEDsaS8jprWXOtXM9t/D7a8rE8btC1169fcTv0Agd1nefU8tvtNszLVlvmZQMvG/r032Fv0DtvEItUaMraPj05ZaN9gYxOcVjH8qbFG25vkAr0LyLou8vOsEXWO9boBnru4/B6Z7lc5Dnrx7ahT4O+c72VXN/jb9AV07D8PLKWtHWgQa4NaySHrAtvqlIqZKdvfnwtf8pBwJspb6SKPV/WxbCdSAWb7koDNscu9wl/NJ5oNJ6y2ZxKKpDLSh999Eq/+0+5Nv/OC83u1tquOX23Se53xzzsdmvGWXPlf8677q/oZ37mp/RjX/lD0B1pMd/o9mahF59c8/rsY/3e735Lv/OPv8Yp+0ZVNdR45L4mXNVP5E3mUX5FcKRqMGAeAx4E7VaWQc0cHOB0h8HqEEpL2LAWauTSAOe5oWVGXpCGmE4Xi8WXvvF7X//Z73zy7T/6v/yf/S+++kv/zr9z8du//dsD/20N13+LXgKpD97+PEig5a4oJbSlbYuubordZh3+7zNtaGcY2jveA+YQpzDnXaAd9gEr3mntMCYNi7fDEGAVMtmIyAu84x1z2zie2JUWIKnkpMgGU4NhpSGnxMFwQF6pNSfhT9jp2nn7CyIzrsa2ODF0ILdrOF1vtyv575ufnE7y72z+zB/+qj748F3ed0/k93svXr5kx/xS3/rWd/Q7/+Sf6tu8p7rmerzGgIy50h5xDelTdlVWmWZEyI/7sEIZVkIbSGOHYTMcN2y0thhw4+C4VziYNUZ+hwwa+jENG1Ontw+c9g6DtuVqbo3jyKDNhridRI2hM3Y47r5Ng6FuceYt72Jb1bTN7aG3AzUGYUd/5s1zkOfqM3NzmCOHM8oOcNr1H2KJsd5gmLfMpWnW0DYcd952P+YaPpqmwWh1+6m2I9C9AXOZUdN+Cy3D/Jn+ob8Zztqwo1qwYdhhZDFingZ5DeW2yGXNK41Vlu0a57HldLXDqFY6Oz3Lzsm/9tc7gROMa29Ua3iz456z8byjHztvw457ziZrzRg3jMWoGUuLs/bcH+B0wxzW8L8xDzhmz63X5pZ2lv3D8s1mjSPrscV519z8NMxN1+FE8EQpiXUWwnejD+Kx3IwWmdWMa8O6X7H5W3DzNNMtG5rr6yvZed83g0fEAAAQAElEQVTgxC2zFRuf7V6WOWQMW3jLvHgMjDmxjies7dOTE52zkTnFgR9xs3GMw7HjHnFSLvYOsmOwRkM782u+14xzyRpYIDc78BV67Q2Fy9znDj3YwIPrOW35uH1rnWecDCzflDSZH8ZGWINDOiGIIRt0O0HPmXmaoI92zi4z/wERhyV8VlXJCXjQg3bD/DprIjtvRanZbIXjfo3D/bY++t4rzWcb7batgmvzjo1uwzzsmI+2rXVxcaavfOXL+qmf/Kq+8uUvs4aGWizWusVxv3xxwzvtj/X1r31b//SffF1Xr3Dc5Uij3N9YYzYMxoRNkWG7AZvq+NciR8ugYb7zWJGn5dGypnIdwoa8A1pkZezTIXXcjafjzXr14dXV9R9e3M5/Dnl/tW7Ky9lsNvzpn/5p6pjSW1gCqJKDtzhIIBuBug4UOxVlGVYknwt88tmirHVdq94vwBxHKazwOwyu63ghtm2jtmtwMmBft2Nhp6LITrnLV8GtnIeN4eRdZIPmtBezscEg3fGu+5oT8qtXV+z6N9TB4ReJ+gl24Spa4uJKeMCV+aX8rffz8zN2wqVWnM7slOxQZ7w7N505oU8BXSflG4DWTqbNPI0wZjYmviJ0/x4HneTPgS/n9WNGBsjB9VwBWclx87yGb4cNBj9bZwbIcBmrqIOKY8RNT2TCxj6/L2uzcreqMXI19OsctjIto8UItdA1el56+bYYAdP0uDp1yL2lTQOdns860/r94zb8OzYKPWrl+aSd+3lDv9vz2zGWNsP9WgYRwXDD0ZzvNgcc6jg0DvkOnTZyQ344zyCa6bXIpGV8Bz4cPyDRp419iWH3HER4XYQSjqHg6lYKeBGP+Yoskx1Ox7BMDnQcUim3i0iKjFDksE9LIUTL+Pux18zNjk2T5zrrDHTv9SDrRJ3769AD8UTQ3jQg0rIGPJ5DfesVRvre6ff87Zi/HTctINOuGUtDa68aqcZBbH3ypq+GeNs2lLfM2y6HlkdVVfKazjIqy7zOHXeZZW7AWh7TIbQsdvRn9HxtM82atfAG9IFed3Bz34512TiPRRjIjSDzYXrOt5y8ATAcd7756PVukHmLiHtePIc9/wP5W/++laMYmp0cen7Lcki8ZMPT4nxXurmZEa5hKaA3wNFOGf8I51xSz/LvODWPcd7nevr0qXxDE/BqG7GYL9kALLhJXODE59Cay++0Q0kpFbK9SKyrjII84PF7HB5rBDVzeaECO5dyPCnC/XrpdPDeqrFsDxs87KllbLkWKZnPio365dX19Zd/9+tf+6P/7//PP/yj3/z2N95/9e1Xpx//nz8u9fa5l0C6j72N3Eug2+0iIkVR8IOPl12dDdUuG6MWBe0NRUO6VoNSe1fbYED8rs2L2cbJYZPrdlkhU7DgU5H7aTHIjtCRijKx2D89FTaKS05F2Xlf33KCtiKttdmfTBv66tSK9Y5yVjo7P9EF771PeOc+5rRRYLhDPc0dp6MZ16NW0AYDY3uTUiFZpzqpoK6NhJ22823QWpyFeBIdmMeHIFsP0467/r2xYxPjfjpou67RMt6eLlwTbynEfqPMfbrBKTfw1iCvGnl6/A6d7mFHua9L+75ujQH3HLisRcYt9AzXa9W3c/kb1Mzj9+XnPOo7BK7j/l2vRQ7mu4cNq8GKgH+XHdCXd/DQ5X6df8jz+B1/mHdIf39el8fgNpZrhO5l7bkwIpIiQqko1M9ZkhQ6PCmFDFjM/Igyx92Xx2Q4/hDmp2MzJZ6OeTOI8gl53fpbz2U5UMG6iaA/6rR5znrZdkxmR6PuPqQCC60jD2kpIsCbvI56LU6915eeRt2gXzjgjrKOdkgC/tssD8c5QsIL/DA+0+yo5zDCeQn67iPkx3IqkI/heETIca9zpzvT30P7x/KwbIw6r8F+0+B17bTzD2jpOxSZt0NeX6eF5y7DZN1XIC/353qm5dBp53v+CvQvIqgeuV1EyO1K38YNKhyaUSrCdbocplSo8k1ZFNy+NFott9nxLhYrbi02OPOdzE/LGCMsGyE7acwG/fT0RBcXFzrjNmLICT6gIeo0dafNZseNx5pT+1Jbbvjcj+f8Hsg0pSTX74T0oU+giFAwLy5LRVJRFH1euBRQ2WPukJvtp9DhQxGlYn0F4y0pO2dz897N7fVPXt9cf3W93D7Tcnt8dXlVuN5b9BJgBvrI259vJBApdSlFl2TxcCxlsbEmlSKAMgrHxcLF2aBtKlKhlBI5wZrsZCPQ3S9qskU+TuBNfigC0KagbTUYyA7XimTj0it0AekOJdxyhfUd/YN/8A/0D//hP9Q//sf/pa6urtRBLyJMHIXrTwZu++477+hP/ak/pT/5J/8E77N+XI8eP+YqfqgCZTLzCYNQ+jSCEo9w8oKEDYrRsCHwONy/aZkfX+n5Os+Kfnl5md+nnqH05tc0G5ytmXAb0/Ife3FejfFjB82Jpb6Xh0Vip/v/Ze/PgmU7rjNNcLnvvSPOPA93xgUuQKZYma0SSRAESIpSZXaaZVs/tvSeL62n0kOatbVZ94PwlEqrzDJlWVq1tcmsRIokSEpQSqqUVKpUUSQlUsQMcARJzPN0p3NijtiD1/d7RJx7AYEDSIC4ADwQ/3HfPi7/3ddavt3PPZhgIMYccQraWNQcjwsVYak3X47RK5yoytYYlAYnoboB58J0cBQJx6Qpv6L8hM2J3mTUr+R3zpszzwQ5Ux2jnp4dqUa60tROwKAYaY405zJzEdQzZ0aa90rz5mgvgz+N0TkXxzOZTAwjg6EcRWhjND0+nRlN5odG6B9ZiWvuBa2LOfQsmRUKxmbMTEIF897xtrXA0fdyvJ/Vneg696E6/t3a3LZWq828j200HNuQY/QJHKityB+cTPuwyH8Fl8450xg0Ju897U/HZXzEoTaFI65oxtocxnCCU6jMOW/r3KXv7ektbdc2iC8vryLXiq0Q6s5zRb/4trZi6xvrthb/udQK63mB05/CfOYZURM5a0S6m45N62txsc2dPONjw7m6uso4V3gGK8umf62xurpia7SrUOtwaXnR9K8CNuhne3srvjXKCW1ubkZnpCsDrVWNXXPDMStvof3I04T5mq8Rhnz0dc7FuOpoDpxz5uHH+CiNwJxzMU3pzimeRS5VXv3ojr9ivat9rYGGDYjWyipj0r8Aif98dGeHa43NOC6NXXPV7fZxlAPmqGTDN9UT51zckNEpnNVA3IkzH9O9z6IsWTYNVc6zVvTc4Qrvsccet4e++U372te/bo8++pgdcnJX4yhb7YVYTzLrtEPynTl9xv7ZP/un9sFf+aC9n+PzbfR7kSNxnCh9ZdbCTrSwTbIDec5cOtkkQ/8ac+hHluXmnGONk8aybZhp44O6kU6E54YNGhoQ+24jwzpreG9vz06dPm3H94/Z9uaW6WqjyHJHX0W7aC208mKplbWWsjxf8LkvlpeXp5OkJhNgPpHwKgZYsME7x7pjMSrAsgeMDWuTheeMVGDmHdWUh0FWNPPenJOBMpbqFJQw59wRAjlSmmm6fpqRa5667DgxxK2IPM9NSiioTskb7EsvvWjf//737ZFHH7Gnn37aOtzT0hwNONOn4thShkAOWcbrl37pl0y47roz0VhkOGuH0Ihjsb8ii321F9rmnMNo1BGBMcV8ZJiHctAoDkZ1FSO6ZhsbGxifFZMyq4zG5JyLMhsftSEDXcNNjTGrcBoqEzAeQsNmR2llWUaDpftpPQs1ZYVpPGAgQGMYBo3TRVnpgmezBlnVlsat8U9wXBWO35g9M2c2BwZlHneOeTIX/1OaM28GnNIZg3OOZ2fu6Fn5LqaZOXPOmT4NYynhXBuPKxjHTVbN5qdh7ConLl4Lpc/x+nkSOJi4bbdb0QEuLy9FzqODxBmsrq7FNy5xKGehTYM2QOKtipxXcKR24AlZpvI45PdgGpo50yfAlzZAExyb2tC4JnCpUOnOedOd5sbGJvO/jhyr8VkGXunLy8s48SUgZ7sSw6WlRWsvtKwocvOsO7PAf5h1dElxR5rWd1G04vhUXlhcXIjP8bf92VQuAjnqV+VRRk5dDmAOOWs5ST0vcV+scU0Yj+6o5UjFkyBuplyoBJKEKUfOTblQqngXnJumzedIec45c24GxqC2YrusBbWtPjUfSpceSxbJJrnWuXOXjIsLi1FXaja8ujvX+lFdPaue+lH/SIdONtawCQjw5pw3pTvnCJ3pjVt9ODMjiTTPJqBnzz//rD3yyA/tm9/6pj373HNsXAa0ESzPCwr6GK/ou8Apnzh5wt7/vvdhK/6Jnb3uOnR8xQrmzDE2n3nq5PG5oGyeZea8NzOsILR54t5nZnpmdgNcTmcZyYnz0+ZwzjFmH22G1os2WtO/7Lhp4mWh3bbMZ67Isgy06Gsh925Bcb/gs6X+krP0OWJAs3D0kCJXGNACZC1OE1ikcVGyGImSFuLiVxoPs6835xww4E0L2me5sQ6ncSnCLN97lWFJqz0UMpgz73wsOy2vOMgzoxTKW+KoO/byyy/Z5cuXrcdddY2D8j6npnbAmTmXWcZzwXGmjGGO8ukX0La2Nm1peZE2qoi5zM45yzJvOX1kKKRHKIVTeNNHhkTlc5x4q9WyqLzEp2Uy6memes5p3E5VzLkroSfOEOFKxqeh/zqiwenFwjYt2+BYquhsao73VDaQ7cw5wdOHA37Wn/oUPPnezBzthytgU1DL+ROqXclv8eP46cw5b+Iti3NTzOIZoTfnXHR2zjnTGDU2m300DvEhwxwNNfIqS2XUj/KEhrE5N+3HTOGrYXwk0xw8mnPTMmpLz4JzDpmEjDnKp5ssnHgbA1e0WjHNOce4m7j5kbOYsMGb8yg5JLPanM9bM+NZoWStObFg+bHEXBx3/SrOnJmJEx9DCsUy3mf0XbxKHq2NVtGyiFbBOsktLzI4zEHGOPx0jOZoi5YQLNCxwJM55ygjaG6EK3Gtzyly2i0sx/nMn3PWoviY3hO3o0yedeyci20aH41VIBrln8edc0o6gnMuyiqu1Iag9jN0Q3XE63zeA/LLmVbVBBPRWJZ70zG+yk15rWP/GXWvQOPKGGdGnkcWRk47akuw2Ufx2A7Oej4fDWtqmh0IggXypFu6+263C9przFxjPgtWcd3Q7/d4yz7gVO6i6V9ZVJSvNPe00xBqw+uctxabdtmH/WP7tre3a6tryxZCRRtjwtIcbWaZgxdvmfc8O4S2GBc34gjaTB/JjWTUCzMdb+DGYh1xoPJFUTBHRZzHosgJhcKUpzI+82bmjI+zJmQB8JiF0nxv0IsZ5KUvDIgpgvSdM8A7kzXOBT1rITYh8BAflcQ6igE/yA2A5RlzZyuYJPL0deYcYMGbY71TSKWJkckDPxUPvO0YaFCqiuNNOZ2AchUs8rW1FdNfAltfX7F2K0cpGt5A62ioOxx/Xbhw2S5dPLRuZ2C85KFQKEHWQhEU5tbG0OvNZJXjxnXaWuatTcoucSjMfwAAEABJREFUkeZGSIZG/SGieTKEmWgSL8I55RINARkA8klRVU4502zSyVdcbUgRMzYFBQqaY2BlaFSeIgpMz967aZ/Om3MO2Aze1AYpJiieZaS5aTkkMX08z9OTisJaOLNW0bIMh2zUsjnFxJ1zyG2G2Gaz53nonDMz2vbztnmcfTVG8TOHOJPjbmjIU75Fn3IaCjXGOSRDlmUWm561pQfnnBlftTuHcySYmXNXQrVtr/lMy08TFW9wfA0GeS6bwgbHq7w5pqXN1J5z7qpf2qtNTkF1FKq89xnrpR2h8RRFYRqPxuIZq8qpvMZufJxzyOxj2555NGdGkl39makR6ZoMgCYpn6IEPMdJuhJKDiNNofDquNGO8ZmWD4w/zBeTUkmWbFfLqWdB5eZFp/FAWy6CqvGrdOeckchaCdZQwTmezeCtjjqnudfpUM381yic1oPGLp1qs6F6LW8Za4DqJhkkl0KGR/tGWpiCzZPSA21KBpWPCPxEhnmawsCYG+Zc5RXWOGlnjbXamS2vLNjm5iqnIYtcT3jLMmfOmw3HQ7t8cGCvnL9g+ueh3T62QuvEmWXop2RfWl6I9dWGsLa6iN1ZscWFwsxYK1XJ+CesmQrZJZgzrQkzF58Dcmpcjuer02K6cyS5WD7LMnOOZzOKB+o2QO2RYG76nzNC08c75zLnGl9ntbNtJSXMGWBq59EUioG8Yttq0ilW43RNscKMhWbm9J/35pw3M8f3apjhe22qVNMFKeVHH1nwjZUoesPxVOC+p56FjnamCmAcsZbWOeyY7uTG45EtLS3YmdMnuKO+Pv7JwnM3Xm9nzpwy/dlKGdVnnn7O7rv3Qfv2tx+2p558zob9iWWubZlvgcJy5My8I+5sm7fu97//JtPfLN6N/0tQb70ufXUOrQsmkzEKxK5dQ2YQNcd+klWK5mlHvy0/ifeeIxsPR9znjq3kfjqWw5AEDEqgrsGSg5Is85bLKGjjsLxiayurGIFFaxUty8nLvLcMJS54e2pzT7tAOaFN2OaNrd3KKZubR36zxhR4NUz7AUJr3nYVZj6j3QXbWNuwzY0t05/G1J1rUbRoPzfnMtrw5pxnfLSkuhituRFVKGjOovhmlAvMV42hquK9qI6gpxgy7hHzNDHnnC1yhKvjT90Jqu/19Q3Ts46yFxYWLGOzQkFraHj6R1EaSQ/oA44sQj/olK9kEJxz5r1kdtYwF3rTG4/HpnvUwaDPaUvPFA6HAxtzFDxdS8FiPThVvz7LjART34LmRmHFSUQJKjhQvCZesxYFyby7u2txPNwXr3IUr2PeFpsTyVPB+XA4jJxInujEuOqYcKQ+QQ7d8Y5Yt2Og9VTqN77Jr3EuDWvEmEdj9A7nzXSY9y7C+NToRoVzEOQMS04OVF/tvB7Uh46/dQze6/Ws2+1xHCxeBnAzgCvNU2kV42uYc6YAOqZci4s5Imfem8pUjK+KcjDv9K9+pbPztAnyjdATjXOifMamvx0gXdS86+h3a2srrgFtlMXn1byJO8k8oV5NXw28C/U8jHLO5hGZMubQZxkc+SPZVVYI2BD9z0IuXnrFBqMufS7Z6dP79r73n7VzN52x09cdBycixOWjjz7Ksfm37P4HHrAXX3yJNVzGdS4expMh67pnZTXE5uR29uwJe//7b8DmnMPWbFB2AL+HnPRN397rprIGfW9Ymw0yC2qHaYyySm7pvsZuUK61L5lVR2UUH2s9D4as5X6cL/GiuZ+WgQPvnBccP7i4zOqMllQ7Yc6An0dSOGWgztkCB61NVibLO6aybPia8YOvOf3ACMkQmT5KEIhrEc9hvEmr8LSlqeGmiJLMYhsWPyovwzHG6I1Z1Iq3cF7b2xu2v7djx4/v2bFje/HvJq+trVnGW6X+8tkTTzxtzz7zgp1/+ZLpt0qbhkYDU0q/Mlaex6LwKPaqnTp1wvZ2t9mRL5mnyGiM4Wc3XmKMagyWZBA0JilQQDk9Y6KJ+AtKExlnOW/kG49GKPQkOrgrihsYSzDnHDD6cCYlbrUKE3IcmffO9NFPT7nMe8sxTsoritwKyiie4/RVN0NfvXe05WnLmTM+DCwA40nl2u12vFNdYYOwvLQc3xi9z6iTmXPe3AzGR/UEonFmFZf8gtLM1IOLeTUGtcbBTcM6jlXzomfvvRVFEZ23+ox3sItLtsDdpeTJyVMZoz2Jqn5MH8bsnDPnnPEDmCl0Tn0G+g2mj8oLkkv9qd8Sgz9ms6T1IUM3Zq2UOBDlq47683DlnKPJKZQe20GIhkXYNA3jECqrGJ/aVX05Vs3RKnfn2ngsc2e9yD1ym42U5oMmTYZ1rLkH6ld1pyjJoz0cm8pMoecpZ9P2WfvIwFcimTv6qViwZiab5JhD9YRpHxVyCzV9lXFTFdcjsogL3ROPWJuCZCzhqmGsGrvRm3POxI8RV9ocxse5KffT8kpAAxC0EWgjhrO45JlD5Y3pKoo8rj9xpo3Oku72WZM5a5jWop5ILsmrDbCcdcN4wxHm3NAYFZxz5pwjxpd+JSuxozQ9NzjPshyh8z1O4Ca2tNy2re110/+ac//YdnS42zsbbMK2OC2o7KWXX7Gnn37GnnjiKbt46cD0C6M0TZtmFRurCW1NyoFlebCdnXU7dlw2Z8dWaLfEsevvRZTYiQY7IdGmMoS4XoOEEyQyUL5z6B1rMZiLZcThtD8X51pzqg2Q5i3OF7alZpNFJjVsBudozjuHD+eNm40Pj5Y+Mwb8LEzBjAEWFfvZirUWAro1S3XGAjJ+SlfjYgysRL7kk+rMlG+ESpvDnOObAWdmzmRYPc4o505MDots2mpYr7U19IoqGGYjIsu8tdqFLSy2cBBtjMOSybDqjyFkPmOXPLbDwy674SFvGyN2rhMbjyqrZ7+BXbOrp6HYxvLKoq2tr5p+4Sejb+Otp0H5HaNxXqUCPxrT2xARc0c/zBqMV0VbE5RLkKIJJcZRRiwwWOdiDcbCCHhWdUF5qn8Fym8oB/QGhhyq6r2zfwyLaXLe4svDh0NWwXtvOYaxKHD2OEm9FRatgrTClKd+TWNT49PRmD7OuZivMoJzMIC80/Jmzjk2CNP5mqdlWRbrOOeOQudcLKc2fOZjPINXj1zOeXPA7Kq22Ug5nq/Od46Uq6A84yNO5whsnqYIcR4a3lw1F0LkH2MXkJ9qNq8/f1aaoOcpGh5D5L7GANfR0bJeaFNcqX4Bl3LUU2RxXN67WE8OWW+hFfe66r/G8V8B84myTPtRHwKtIts0TfFpO0wLMuhZmJajA77OnHOz0MdwWndahqaoN4039FXPNlXiQb9Ed7VMDWuWBiInzrkYah6duzInV9pWm8CM8Xqbjj0nnpk+Kidu5pinOediGXEW1x9rMWdNqh+VVT3JJJ2Z8lYzhxqz8ZG+CRbH7Jw31VEoqK64rTRP8Kxn51yUzaMrdUwvzXEHTZfWanlsRMGmfBE7sWALCy3QJm3B9NGJUYdTiYODTvyLeROu5ILWpM/MnCFXbXqDb5rSFhZz2mjZ0iL6xOFjhVN3HJe3Wxmb1cx8lpk+gbVpyORpwzlnjsTAvDSA6FVf5ThzbgpjATTMT83aFT9ahzX2JWgdBqoBvhQLnlnxTdP4uvZui6z0vcKAvxJNMTGA4gYWS2DRBOfwLCQ6xw99FbKqyMSIKAGQNn0OKEBgB1tPwWKsqmm8RvmEJjQs4GAust6YFHr6JyxHlqGQmxtrtru7BbbjW7J+8STHIWSZj2+S8119u71o3uXRSU9GJUfsfXv+uRc5Mn/annvuedP/8UvHh2PeyirkKNDu+L8gXV8x3ZvHN/n9Xdva2rBV3q4cA5jKMWYHr3/+Y7RvtF9ZyVFoxdG5oPgkvvVNTMYSnuAhQIL0bBrqIaCcgTY13oYNQmDcMjhFkVmbt5GFxTZGBSy0bQG0Z4ZmQSEblQXSFimzxHWBsMjbn7C0tIhRWWIMq2xiVmhjEWOSw3vNqUCJTBPTeAN987UrH2fOTeG9N8E5F2XXvKiODOzUCZS018Qy7XbL5m9R6l9yyUhnGK/AmOb1rjiziro1aGh72rtz3tSf4Ny0z4p1If6mfYrL6VurZCl5i9bbiMKSzVHF/NXRUNdxbEpTPUFHtdN89XklX2UqHPM0rEwOwJyZ5F9eXoxjWoDTNnxrjEW70IyxGRxy/D6O61J1mriZ1FgaxlSDCtSMraF8wwCZaYgOcBH0xA8eydcDuPp7lKc60/USKCw0GHuBx1hD4RwxgR96Ng3Cpp+r6zU48UAbguJHwEGo3NVoZml2VVtKk/PQnGid61lQe5q3drsdOdNaWOSKRGtAJxSCcy7qTMkbqU6iKuYsxD4auJphJp/a1JzEflgD1REqUzwwBgsu8ieZa+pVzL+gehNOGPTW22aTusFG/DincHucyK2uLKFXufn4UpCZ5nmR+V1aXuK+u23eZ9bQ7nhS2YULl3j7ftaeePIpwmfs4sVL1uv3mPcRZWo2Bx69aqFfS7aNfdBJn079dne34/XVcDDgTR9wbSL5fNSnzJzjyoF1oDEyu2bGgrNg+kARY2qsmtnBmjBQlkRlm/KduRgPqhOCw3aICO8cDVvlY2b6ccRAIuSIimmkqKrAagnmLTjPCmL5mLGoHLDpkjQ9X4XA+tSCjQqGok1Q3jFvqDLAwkjOTg6QvIBSa8E2xAcoTK97iCL02TVndvL0cdNd9rkbz9r+/g7KWJj3CEAHOkZe5jh2eWnFVpZWbbG9bEXWtroOdnD50H7wgx/agw8+ZN/99nfticefjAqpXbZ+wzTwdru2umxbmxvxuPy6M6ftn7z/fXYdd+Y725tm5Hc6B7y196zEAHnG6iFAcRmjEvnltOeYMDaNtcawBGSjgfhVHIVjeMFqjH7NLrrC6TSEOZsHGRNtHNbX19iYrOGAGcvqEm8KS7a8smgrxFeFtaX4G65r68u2hoFaXSMEG2xstrivlxHZ4a5+bW0VQ5PztjDmTaJvuu8cY9wkRxToqh8yMBkOV1BcWfM5mzBmjuIY//TOrUbmosijsd7YWEfWdVvTn81cWYkbh5yx1BifIffM3W6HegNkGOHwJiYDW2GQ1bbBofpjM2g+y8w5x3zVlB3bEMPX7w9s0B/GuOSeyGkj/3g0tBHXGGM2XpPJlXbV9qvAPJQzTFhfOkofcY2hI8jhvA3qy4lrzPof4mzFf/u8xaZtM45rZXXFljDwmqODw8umddDrd200GjCWMfJWpvUzBQudvaz2s1ojDMd0emPOjEL8UETgkaJaGgGHEY7i8/TAGpnGmyZYg05MEWI6DcXv1fWMTpxz5pw3dwRSaVsbT8SiQaOtgMyNaQ4EzdPVaOhP7aotapuZi+XFn95MB9y9jkcTNoIV6bVp/laY942NDTjbmnLG8yIOXA7dcEDDYZ+11zX9vsiIeMU8avNg84+bciI5xszviLmZMG+CntWffodEmwatXZV2Dr2HF6VpXiVXt9tl7YxMji8B67kAABAASURBVPo0V18f+KX32Y3nztrG5nrcwFYce2s+JJc2GctcHy1xfbSwuGxtNvvBMjb2L9pD3/y23X33vXbf/Q/YkzjwS5cu0+7EAmPxdL7AhnUTXTt95qT903/6S9x532hnrzvFJqDgrvtS/GW3w06H9aG3fg9H3rS+AsQ2yEzAyJkYfjIMc27KsWyJxiwetF4y7y1HLzKu/nymeaVzqs1sCNOqP6dhvHmbHwwXyLT0mTHgZ2EKjhhoGydDxirR+mMtBhY00IJE6bXgVNQ5Z845ooJZII/C05B4I+DYaoy4HFhDvKGNmlDKODXAYys5eqw5osrYLUsh1zdWbGNjlWPtNu3TL8qkhe6cx0m1rMgF5bGLrg0D02D4R3aRnfRLL75sL7983qSIcgoyCupH/VKdzUFuS7zFbmys4cC3bBWj3Sr0xlrZBIMiJ1CxoVD5OBYYCMis5yg/skt+jUlpAdksflz8CQsxRGpoCiYFjOXYGKj/HIfX4m2h1S4wAvkMGXKBdk44RVFkjNWDzBQvWoQt8qi3EN/EF+NbRVHkZs7gsDxymurPOWfOOdMnMAalKRQUF5+C4koTGjYXSqtx2nr2GBUZ7YLj41arhWwFmIbKUxk5xBIjLc5qHLnam6I25dM1IaxgjMJsPUzzG2v0LMBhM+M4EAaYM0RXfa2bivWjfqaoojOZl1eoOgprTjYaxiDUjKFiHiPYRKpuoJ88h0PG0uZNu4Vx1jzkcK3xNGy0JmxgZFg1JrWhdgP1ggYCmXLYikvGwJzaHLN8iR6hAag8oXPOHJPv8QjeZ3YFU2OvPFUXzKZlnfPmIpyZCTb7KO7MuSnMnE0/Ch1PINbzJBNXyqys5CbRnHPm/bxvx/yEI9TMYeQM7rTONX7nXJz3hYUF3kS17hZYk4VlWWYMifmoLDok9Ef8qY0QSWDSzY7aVv/SB+XP21b7FfM7T1MZF+tYXB8lR9p6AdApl+Zl2n5F/7kto8erK8u2zKZrkROBHOenbp15ZEO+vGV5scB40W82T03jkDVYtze089iKF186z933eRyxNp5D9Kc0lg/cZFbkWuuFqf09Nsja8MtWZNgoyTDWhpLxVvDUsIanc2d8HDD6dBHGR2MSpuuyRgYwW6tKF0yCx0bEWTBqC847753jh2850/sF7aXvlAE/DdLPOQNlVbsYD/xkMWlhNU1j8Z+AEAYtMnPmnDcX4SiIATCAgvAw+06fqYLyGiYuxDa02OdKqGMvw2AaO4WM+6SinVm7XVh7IUf5HOUrqzDCUmzsJz1k5n0eUfOmXcYj7NpKjsAGvLnpeLzb6XLn3Tft0rVBqHG2DQapZjcuw1u0Mu6v2lEpWxjtgGQN+TLu6iciKiS7AnpEceKIxcMUDUZlCosfZ875GAsq6cwc0KADY5sixDSfOfOZt8x7896Zo5oXSM+UniufdF6fAnLp7YFTD1OZbFYm5+pAziZjE2DO6KYxcSponoyPVwVCyas0jUmhnlVOmKc52nCOH7PyBPHrnKNfb865iCzLLKdPYd6+2lQ7atfiJ8AAYN00GDRB/AtVVSNnbYF051xsO8vUvuBMn8APpWX05ZzSAlzX0dhpfhosa2AhBNqnaPwqTikLpIsvo1qQFHAv2ao4txVtVJQP9OuAt4y+PYjdwHXDQp2ijn3G9mI7DW0Hm5YzPuEon1jMC8gjkMk3CkB5B7x5lwFCn1km4GCyjHhEbhkyUCm245ybyZbF0Dlvzjm78rk6bub4Tz8F53jy3jLvzYOM9n3mLYY8+9dA6c65o36dc1pMjG063sgFnGpcqlsURXTg2vzomdIWQmM1uiJ9rghVx/go35BNdaegTTimA7vyUd+kzLhTOedclN341OhtyaZrPBqbTmLUvuZT5bLMMS5vmm/UaLous4zHzIy3anOZOV+YywpsiOMYvGZz27D+GtqqbDQuOaEaWQ+bMaD9Eddtk3EdHXdGvYw5cs5bq8jZGCyyYWmZ7IanM61BySF5hBr7pDTJ5cyZ996cIwaMj9Jr1qC4mUL91MhVW0X6UR5cGxw56qiFzHnnvX5mBN4lvw0xV339VfEUhYEizzgq98Gk0qy6BmhxSUEFvXmSREkzx3/Tn85YZlbkOY53wRYWWOxLS7w1L/GGKyyz+JcssOsdcQw3QlnU5iK75o2tNdvcWrWVlQUUMJhzGNgAcObOzFi6lvk8Hofrt0KfeeZ53qpfwVmXGJK2yaAUKFiLN1kZFeTluLMb76+eeuoZ01t4fAPvyZkPra4ntFrTpqNubgvs1jc3N2x/b9fWOXqWsurte8AxboXhcM6hwC3GNB2X/mxi0UKRMWTqD61CZmf8sPiJhgj2MPr6OudmWQ2GoeKEoLSSt9SSt7uS40L1IadUcyereFmOMTQjG3NUO71K6Fq/17Uex4RdrhXm/3c2PQ85qp6w+1fdgOMx9U3Y4OAEcay2S8ahUIZGcUFGRPIvc8e/trZmq6urM6ww1naUWXXGtD9HidxKa3hjCKFhuJqvQNjQdRONvtrVGlHfgjZXY95OSmTQs88y1sIi871iGxubYN3W19c5il+z1ZVV1styzF/S+uFqZImjTsk4xwryrpC3xFHtAnOneS+YC2GRNF0frHO8v8mVwnY8Ft+k/dU4JvU/4ihdR7s6rhXXNYZXY2GazHtvWeYILY7f4ifEsWlGVUZlFRf0LAQM7pzbCUf2GrPCqzHmuuVVmOmB9EHl4iaTzU1dNazRKSqeS9pTPb11jqmjeAxncfVV4wDEe2D+nXPookM85oWvsZnWfKiPaRusL8mCDk5Yf6or7jT/G5ubtgm0HsR3u9WGBxwf5Qfc7Qoj+FO9So76qn6nfRufYIH1pxOQGm4b1iOJ8OqxDa047zp6X+ANXljSXM6gkx3NgdZKX9dorPt+vx/XVZu5lnzb29s40yV0P+eY2TNX3jLsQ+ZbPLdsMqo5fevYc8++bI89+pRduHgIn2beF/S/aO2FpYiWjs4bbweXuhyfv2xPPPGMPfvsi3Zw0DP938KGA3iCoxI9DYwnZ12s8oa/u7tr+t/Iau1K3obxiYtSfBBnCkxcKHTOwZ8HzrIso/+2tTjpyVmvenY2/aiNWIdH55w5D5xzTKIzxwSWlR+MRo7s9J0x4GdhCmYMVHkdWEiso+m3QTmlgFqYWqA1zyEabSpoKbGunPMmhStaranRXV5BQddsBWewglNY0/3o8lpch4PZ/9NYb/Crayu2G38ZbcvW1pdQvMZCM0FRca68MWXOW4ZSFllh589fsu999wf2yCOPxf9NpwzYEgov5W+3F0z3lIuLC+a9s85h1x575HF75AeP2rNPP2cXXjmP4+vYCEdXoYgNSkZH9JfZ0tKiyWmfOnXKtre2rM0YxqMR5XtWYticOWtjNBYXlyi7ZPpzjQv0J6WV45MCauwOOgLaKlvJQG0aD+acMw8CnNUYMhkCtS/I6eq5xDCWOMUJTnJC3yPuf7Vx6HF/3Dk8sMMD4TJGhvu1Sxft0sWLpF22Ps58RHltqIz26YauG9NzBP1pztS2DLyc7jQOvxas1SosGmzuL2WwNzc3bAOnJ07Eo8oPBn2uIgYRuneeIGdFuw3GDKNiztMl42bNmMYoJ1GTV7NO5n2PMIATuFSaOJNT2KBP/Wna7e0dkzHexGGo71XuT5UvKC5HvMYaknPfwMFvsJbWWFf6pcJl5k6/iNTGGGo+Vrn62NzasJ2dbdvb37Vjx/dtf/Z/gVpeXrQauQeDnul/j9nHMYzgTmOU3J5xFJzAZJk3j5F2TKhOaJQXWIvTZ+MT4jiVp7SM8iSYeNWa1DgVCiPGfTXmd8gDvelxlxxD4mPKTSYVbdRW4axrIEc+4c1wDOLfYtffYx+ObDjTH7U1Qn71V7IpqljTAceBgIbomhQLnG4wNbTZmNoa0ob0T/326XdEv6rXZn1vMB+7OztHfInzBTbgzjx9Drm/7pnumPs40tGs35o5ns671rmZ987oOL5N1sijthvWAomW8Rar9jSPa8yh5leQE1/VfIIFnHmGg9OYOpycHR52mKueBQaxzAZub2/Pjh87xppdiWs3zzNTee9y+i4syxZsOKzsxRcu2mOPPmPf/tYP7OWXLjLvzoqizYvECk5/FayhyyuxzsWLHXvqiefsBw8/bk889oxdOH9gnYO+9TsD6/cGNmT911znaZo31tfs5MlTdvzECezWHpvBRWxVw7xp7soYl6ziRDw4502ceO/pv6DPBezHAvakZdIDpRsf1RFQSXPOAW/mTB8dS/g6zE5BlZIQGYChGKYfMwbyKnMsKC0Yh76wGAMLv7FaxoS3AaWZeXPOU0NwhII3R5oUaQ7vM/MsRE+69zTJypQiC8ZbSqvIWfxta3PnWLRyy7w351TOrOIofIwx0z/dKKuActQmIyYDNJlMj7HVvvEJtOup56nv6ZOkaXneSmSg9L/nUx1hzBtMKYOjgSC2p46MvhxAxjG00ZaMeYWyqh1ERyYZJsERF5QzAw4zYJyCQtp0JEuWTPIAtSf5aFZRco02BEfoolFS3ekGqTYZuxqjJ44aDK9Qwb2M8wTnJzQY6KC+aF99OTdty9n0Mw9VZg51rnjN2AXFrx57wVxkGE0zZ85NoTLqt4ryNHEtqG9BeZSirFcVQjO1J0z7ahhbQ50aVJw21KZ+xUPmvel0plW0rM1GqSgKDHHLilbLcuI5JzdKK1qtmNYiFJQuGdWHc44+ZRi9KU15QpEXlsug+8xyxlMUeWxbeeK0xnlP5W+ifBqbOK3gWGNq4LWBd8XnsNnHORdj8/RpyGiDwCy/Tt1pGQrEmmaxhfjDjj5Ui3HnnDkneEJhvj7mbUvmaTy2KzlnayE+05CjJef000w/BePTzMoRvfJFLNUTn+LdZ5k5N+1ThTKelacy2ozN21CbzlFOhY7AM+0hEry6uBZy5iFnPtQOxUmX7A19GHPmmScfQ+UZ9iBEHWpYKxVrBUcY56o2Z8ZceltoFayXwjLvzTmlUgs7McFOlBPVM6srhw4FG3P83eM+u8JmZWwavM8tIzSjHnJ6lxm9Uz7YBHsyHlU2AgqFIRumkjv2miN7rYkgbr2zjOusViu3hcUWY7Tp2uYEykJt0GWZNz7Igk0gl/j0Gxib1pg4nKYY9b0552z+n3QjiEDmyprALVlw+njfuHmdFE4Z8NMg/ZwzkOW1cyyUYKzSYK5pgtUohxSgZhGbOf7zIDMLHvANxmea7n3GghQ8LSjNzDmbflj8WsCBRU4ty4vM2u0Cw5pHQ+6zzFzs1sc+xzjZCUo1KRuUsbG5LDUyUdDUV2NGOj+d49mbzzJzyGDmrELeIc57pDdanP8E4zxGyeNYaANxVMwyDEyBLD72TV/ch9coo/dmnjRDowIwjIvF0OIn0MAUTTRKynPOYh3Vy6jrVB6l5UsdZ8458n2Ec870URv1zKEqbFBcQXlmLo6vwnnKiSpf5b33ljFWQXGaYSzCAAAQAElEQVTnpm3Zaz4qK8yT1a7a0LPqySEKOc5STQQEDYxLeQrVr8orLqNCtsWQMoZsznlz/Ke49xkyeWhgQUwLWiAMGLEmgnminqdORtmCPtVvURQWkRem5zlem5YxXidOJaiZKfA8Z5mnXmYZ85ipjM0kchblKQoZ7Qwea9ZVjUzMJnJINo1trPVRVuQ3phODhvVOtukTiAjOOfPe2/yjtCuYDZmyyle6wjmcczHqnDNHGxq/2pojZvLDORf7ULpzlJ3BfsxHfTWsl3kR59w8akbcuemzytns45yL/RBQZBrPvDeVVFviRJAc4lN1g/QFqIzkd47YDM4RtzkHRHj2WTadU+ZW8ylq1GaFDgbWRM4mOcvo01EevWrQtylq5qG20OC4WTOBsamIyhaZ7ESG7M7UnlCh4xN0eoKdQEWoSx5H4NJxOW+6MvWfIY/k1rPm12G7nHkL+ES6Zl0Y11iBk4nGxtx3j3HcemlgyKZ+Aj9CYP1asLzw2K3cvAusl4r82hi9ZXEtEsO+NY3SVR6oHOModR2GkOKYCuaco40pnPFBbWhMDZijP6V5ks3y+DP9uMKAvxJNsTkD3rMCzbFERY835zLLMoxq1mJR5RZQjIYFbyx+s8ycYxF70oMz/aLYhDvNEcdpupvVUe/Fi6/YpUuvWEH1Y8e27OSpPbBv2zubtry6yu512Rz1h8PSDg8HlO3ac8+/bD/84RP2Q468H33sCTvg2CzPW7TRRmna1uJ4r73Q5vhpyZa4G13kKE33VwWdFK0Wb/GLKHjBbrqyl16+aN/7/qP2fdp7/Mnn7PmXLtjlTs8GGOxgzhY4Yl/niHhre4Mj1m07feZElG91bcmcq63D3XKv1+EIsLIsc9ZW+6BVFDZHu1WYfrt1STKBdpFb7r3l0di0bYm72dXVNe5bN6zN/Zo2QSOOKgc6MuX4c8QbwnA44WhugjIXtrK8bqsr67a+ujHDpm2sbca0BeoXWctyOMuzwtpFO6JVtJBnigWO85c53l+DGx0v69h5dXnFNjhu3gQ6Zs4zj6Ea0eeAcIwRqs2Z0b+LYYFjXeT4UlB77dYC7bcto19sbZzr0UAyj22kO0GOYmvecBa4G13j2HqbO+ZjHG+ePH7cdMS5t7drq6vL1GdtYZRLri3GrBNdDQiK1zLs0VoiCGGgnIy3YBgzY1WaC+ZZohnGX065wGFrLE1d2Xg0tDFXDmpLbQ64mx2Ckk1gzly0kW2OFrxpXEuLy6Ywzwtb4Hh4SWsJ/nLyC8pncCwj3meexuOKNVXbGGdRsqFsWPOL8Ly3y7E8Y93mbn1jY81WuQ9dhYM51tdWbU1QGldE83RdFyl9BV70Ox/tdguHl5tCPSt9nfbW1ldZO8Ka6XmdY9s1sEr6Cu0tLDE38eSqsKJdWFtrkOcW8cXFBYv9UFb/dGqdUP0vr6zQT9uGXM288sorduECenHpkh1wNdPtdDgq7lmNo1leXqbvNca0akuMtd1uW6vFOgNFq2VFizhpbdZKG95acFYULROfeVGYUChknlzGDLrGGpxb0O+x6NdpeFbcrGLdVba4mNvmxqod28NW6K8mEu5ubdj21joyrBjGwkborn5D/MLFA3v2uRftkUcfs29+89vcVT8Zr7mcefRm3bR2c59Zi7ltI9MCaOU5QgTWe2MZeZIz8zk8jLnnft50Hfe9h39oTz39rF281LFDbEUPPfXoy/r6im1urtrW9prt7W/a8RPbdkx/rY3ndtuZ97UVeTD9sq02H4FdgTcj3VnmPWFmzmX0behPbQE76nkWMue1tM011MdzZ8Cob9XY0ufVDPhXP6aniqPyJrScGcvGnBmLyrG4s6wwD8y8NTjugNMWzFiIwDscd4Pqcbw0YbcqwzngfqjTOcQRX8AYXLBWYdwNbdiJE7t27PiubWyu47hXuHtaNucLG+K8Op2hXb7c457qvD32+NP22GNPooxP4dB7luWFFa2WtdrtGBYYiAUMiQztwsKytTEaOYpZAMU9hnqCPK+cv4zTftweefRpe/LpF+2lVy7aQadPfxP5H5ORW8OYSZ4d7txPnT6OjHsYu0XG35icdr/ftZo38cw7xtGaAXmQqQXa9LnQauG8W6awledWZJllPrMCoyWDt4ITFSRbhYMbMV7dOcphj4kLI04IPEZkeXl16ryX121tZcPWVglx4qukL7QWrcgL2s5NzrtF3xE5cs2wADexT5z1GhuGVcKV5WWM2Zqtc2e8tLhocnYlznPE3b/Chrd+Z2Zz5Mi/iDGWU1vAabeLtrVoP3NZNDgVbzly3HLauocdI3vDuCTLKk5hk/nd3cWwcc+8j1PTHaqcgKeDpq7iZmGCkx1F5z2KzzXzFSeFtRSaYA1vVA1yhaaxEEjEcTvqO2+WZd7yIrM8B8Qb2hzT3oSN4xhM2x2awoq3nczn1tIYjtCyNuNa1C8sae3khbUJF3HcLW2O4LWgrM+K6KzjPOGwtab0hlcy1oDjXqD+7s4ud+u7GHXN1Sr3qEvM3xRHThxnvrK6Yvof3yzH+HKMr6wux/KLONhWu7CcMRWtwvS8vLw0dfg4/dWIlfi8urbC+lyxFTa+y7S1EOu2LG/lprqt6LRbMb6w2Db1uUb9dTl7wnmfC8yv+JHTvoTTvnyZO97Dw6P77BrutVZWWbvLrJ9F1k2rRbuFUFhRFMhb0E/LWuhlBGuvID+Hz7zIyRcKy9AJx7wZG68Gpx1w2A6Y4rNfSDWc9+JCYZs4yF029seP7dg+4Y5+iZUNzDJ8OFbomI1Yl3v6i5cO7YUXX7LHn3jSvvPd79kzOFvdTXvzOPlVdHHBcu+tleXWRqYW8hasa2NtaU1lCJRnBWupMK3h559/0R5//CmT837m2Rfs0mUcd7dvPTZ/LnNwvmzr68vM84rt7m3YPi8i+/tbtrW1aq2WN89Gn2Faxoak4dQgsPF0jNezaD1yOJ8hfWYsZytZ6wqdy8wjh8o4M+hpTKFnxeO7A0flwX7Oz7utun+3DejnHg/K51lBLsucd1p+5moWuRyNFprCJgRzLDZz3uo6sAArjOOYeGOehem9Z/GZBeo1rEzvnOV5Rp43xyJuMMCNdtxqB4EddYz2sBEcbwerONZu2BhkviA3s0rGOxh1vZk5C8Qb2q5puyavwoDGOGlKJ1nm3YyyZhlvyg7DG2LoabOuHW9ldfwnIqrf0CBNUmf6E8ljvEbpGmTNeLMzPjJwIxxdTVqIJZCFdLq1hjYkpxyv3mDUrnNTeSWPZJxwHDvB8Jd6qzRnDp58NBq5KfQ+Jy2nLYdswVRPKiwE8/To8Wl+GuIwGiCJG8kwg56Dc9YQqflRI1eNvHUM4WAWl7xkx3JNUHlBI3dmDrlnmOYZ3DWA+k2gjpvJMJUlWMZzFtPJRkaVa1gPNeOobMJb2/yYsK7ro3ZqBljF+auZY6EhTwiEbwwVHU/nPtjrh2bTMZMPFxQ3ugc888A3jrsRFw1lZ0DcKEtgvoR5PmIzPq39xuK8sjGoGKfG0wSDDziirUA9Pdf80JqomPsIGtaz0qMcwY5kiWmSkTrK0/Mcep6PT2mKK/xZoLp0Ecftow56c86BzDyOTjDn4/ijrAxa41O8QZDX5VPjOMKUA/XRwEhEzAtTHYaDspqwRqZo0DfMjhVFbu12i01WzubXI4+4qbEzJVyXFvtlfiLv+sU8bFDgzdUh6xQaAzCB4RF66RqgsjXYi4D8iGT6KC/H22Z5wXAzc1lmPmuZigw5FZtiwnzXFpvgLVi/sOZwzkUrs7zwJvoCNq1m89gwDqPxLPPmPBxAQDNDIAzOmUVIf5yRFCEdbTTv1G0aYiEEjuObTEbT0udqBvzVDyk+ZaDx3jnnvYEmmKtQ2LmSyAhXrOjGHMvLGesLxas5OixjSPGpUlKGNWjOOctQioLdbobzjguZmjX5LE3qs8RROnSYNmob8bYu1Cij84WZyyjDQjfgvBmh2lW/NXLJCNZUlmPUs9KVH8sZ5X1Gbx7jQz/Bm3O5VWwMBhzrjjhu07jkSCuUrQkNsjeqSjnKq6Z31uINw2feJvGXwzTOirE2Vqn/I4T4POJNbzgcWYURbxBE8kiuCQZmTH8j8tUnwzdDPsf4JFMMPY4b+WgSI1XHPmp40PMRarPqKI0+maCaxuaoZs8VaSWVKjkK8fOP0NAOmJWf1g/wNEOY9lPRhviZ0I5+qa/E6NWqQ34wJ4YYRxbDEJxpzDV9V/Q34a1oAmdjNjtjQsVLNi9qTxAPr4XSfxbEcUq2HwON5fVRY5QbQ+wYxrYYdwXP1SwMgWFqvIS1xskyoSvmqDaNYczcaozz8dXUEw8K1V7J29UkoorlyxkPyqvgaho2djRn8D3tu7aYp2dBZWk75vGsOXlVPmk/9TPt1CCOjXWo9RhYk+ac2UzXtH4l65i5HGvTGeWukBO5qBvlUAgZMR7Dq/J4rusQea2RPUIy4uBKNjtaGxP9SwX0xdFtURQ4bIDOFThwj/6RbIE+dN0xgWetjwlyDHVSo2d4ZUmaR9e994jvIjwNCs45UygYK7XRRDOPlJqWo06O086wU4644Nm4VMitE7E+x+QDrhPGrOGaMVTIXSKzo60cm5axsc8ynLenReCd4oCQFGuwK9N6ddQv8S15EYE8uCGhAXxpMZCGGeJB6yc4jiSKollaWFBxe3d8fv5R+J+/iXdfCzWK1TQcZIUmq+rKSbm6HHsf9nrW51h1wD2iMGbx1iw1LTrK2QgD3etTpj+wAc5LCrDMEds6d6r6N5jLyys4wQXzvGWG4DgareKfvOx0unbx4mV7+aVX7OUXz9v58xc5nh6aM2953rIWx5YexQqkNMG0sKMCVCizIEWuUPwKuWuULVDGKOtRQu8z06ZhkePMnH5r6ujPFep/73f+lQt2iX4PDjocDfaRZYRRrc1hxAqOUJeWVmx1dcM2N7ZsdWXNCuRQXyp/mXtAhR0do3FkJwXX27aMm6BjvAPuxrpw0YO7Dtwddrt2cNhlbH0bs0GRE2waM+20paRwDpsuOm05/z4GQ/W7vb51gMIeYa/P0Z3C3oC2BvGvQek3aCPIU7kucnW7vVivQ/y16JKmcj3KdJHtVVAac9JBXs1Nh3F0lEYdyTTkLn6CERf3AYkDhtE5VAnUTNCATZHKH3LkKp4uc/x6cHDI2A+5L+yY8mLbtKl4l/BK/33G9DNCXDMXvdcDR529V+XD3VEacfK6cCp5DjRu4rE8ZTQXmneWFnNlWFVgLoYa75C3ssuM79LlQ1Oof8Z0xBntqN3unGPGOp1D+tT80W9vFnYpe5R3VXqUIz5PeVE5Idab1/kZwi7zqf7GOOWahRiBftQMtMIZamOrPi4xfxcvXWZsB1xZdZmf4QyzMUT5kQ0Zu/P1hzySscOz1u4UA9bjwKQXly4d2CWOuQ8PutEOSM+Xl9c4ct7l2mDVCvQ+oP8160nySFfEs9q8hCyvnL9gL0t/aWeA7CBuVAAAEABJREFUrVE5Od6i1UJPAWHOJsBnmTnnZA5AMIdjzXC0eZHbFIUVhWxMm7AgX+uYuTWL9uwya1j9Xbx4CVsB6PsQHe6zxko4MmTMcPILC4u2sbnFdckO4SbXHEu04E3rRvZgNJnwUjKegXh8ntiYDb3sVkNph63ytJUhs3QKuxoYe2jGTMhlCqTvEQPM0lE8RWBgxBth05TsERu2esHVTeMmOMUhu9sBTlsLUItthJNWSL4J2vmPqdtnZzoAI4yZc950/yznvcKdZ4v7Q5cV9OKNjatpQQ8G42gE9G+vL6GEMhKH3CvpvsnMm6e8lNq56REyekx/7FKbxuQ4pBgl8lURNe02Fh1goBtz/OctRxnaOGI58RrD1MfQSBEPMLQysL3uwPq9ocnxltzbhuAso98WdRa5Q19h87HIvafkKMtm6ni4I+9iqKIj4253KLD7n/AmMAYDxt8bjGwg3mJ8iIMdgL4NSBenNYORwhJYBNIa0LhGGNMhfMb6OEIZJ/E6hdod0zYgbwgG9BGhOIZM5eNc4PwHMW1adhqn/lGa4q+G6kVQtwc0xj4yq+6QcY6RrdQmCaHFlWQODlUC0GsjNiUqL37kHDo4LUFOQAYvjkHt0fYAqC9xMkDuIRhEzpDpDYVjG8LBqyD+5kDuYcRrypEvnmM9+u4DjVmyDGLeBANeWqWxuqlB15yZ4gDjyjouWRN90IvzqzHGMdFWbOeqcDq+cfxFqKN+JTfzEWVQfIYB4x/O0wkHpAvzcgPlz9IGP1MojsdW8VasOWSIs3Vops2k5nhIH9KRw7iR63HXO4RnOGGtDyOfk/g8ID6grNBHlj5x4cr4xzbQGNB3rQ2thTkmbAK9y02/K7C2voHTW7Ysa5mZswqfVSKfnOSYdaX10mEjecBm+zL6q/U1YT0G9D1nc5/jrAuFvD1nvA37zJvDWTtPa86MJuOz0jPK5EIrt6JVWE5dOU3vM1N+iU3RRkGbuU6nYx1xACS35qXCFoTG0aS3nHaWsXGraxumsI2tk0wVeqJ2SmyCbEMZn2teECob47T1XGEMAzbHzV40XJZZ4E27Ca5hHhpXuOayJc9tV338VfGfN/quqF+jKbWxHL2vfZbrUqcJzqyxYLVGqEXFAqs4Wp5wZDTmrXtMOGGRC2OUqCSufC1EKQPtUDOzqgw2HpVxhz3BQUoRxyit4hXK2aB8DYpQo6wNnQbzpgXdNBiShv5JV55QcdxdUUeKobeDkt2vwkp9oxw1HoRVb0GVadc5BkHYUKcmvxFoM5BWEp9IbmSJbagtylX0USOHuQz5vclIq+wIo1XSD2Jh4Ayj3qCEVTRgctoy8qoXUGmFep4gz5h+lF8iU3DeHAbCsalQGODUZZnpZIEM+rLYtuqjvLP4PA0uEPxK+mufnSG60eU0PCqrckbbLs7ltD5xxjjt50q8IW2K1+sz0IaxJpw1jKOBn2DwQ9gQqt2KMerYd4pgZT2F5FK7CoUajlSnoZ1pG7RDGzHtDYXIcnV52mPx2qva4aqk+VGQHNRpAuNqADNO9GicprnyuSk07y3wHJyLPE7HWjPG2ioaqEKgHvKE14A+puMlnboNzyHKzDPx5nVQI0dDO/VVebWeES6WJx7Dq/LfyHOgf4fTyVpty3jz9HJehBnwWWGBOS1ZSBPWrkKicDqX1xOfIqj/I27Jl1ygDmZHaBQPFijraNtoW+1V6FpJ++Y8b70LlvG27eE6NH5qM8bSLewGNqNi0Qg1jdbUg2rLsox6BWhZTruOdpxz5nHYV+B59mZIXOMomwZhkMRnjjqZ5Th5Hc23eFOPKODD87LQoDMIWQH1idmLLwcV8lb0L3sxYkMxRkaspjlTH95q6pX0I9TUbZDHZbmZz8ycp2dnDMFUTmHjzILSQeMcw/K1hu+ww87yZmlxMVj6HDEglo8eUsSsqqoAtD5xX80Yha0mZdmM8bqTujJhjNPijTDojWHA7lrhmN3jhF0ldTFetUkxtNJYeOZdZg5IV6qq4Si4MS30AbvvHm+6ekMZsmOv2MHWrGLWOfWDsfat4UdNQo3CKqxmoeI1bVUoUIk8JX3PUfFckV6jOHLeUzRHCjd9DlZTRpuHPm/gncOeSQ69dU9w4OVMloB+B5QpAkOEOFYhT4mcINB3My7Lejgu68EoohrC2piMSdVU46quRpOqQrlj+oA8uKsmdV1Nmhq9b2J8XFWEDRQ01Zi8UVlWo7KaoqrKUVkCwqosx1wOTp9L0gTSY9pRWI2pO8eIuBCfK9oUSOO5HMW2j+rRXkX7dTmursY8rSK/nNah3rikTEQ1LV9W5IPJFEOIGRIfTspyHsIF9WvKAfLG1J9UTSmM62bazpW+qzH8/dQoq1h+RJ1RWcPB1VDe64EylH9VH7QzAdM06hCfUKZEPsIo46Sq4KkqR5OSsU1AWY7KSnlRhjEcCyNCwJjJK6tyMh8b8THxkdoBhNSjL8qPAW0dPU/zSsZTxfUwrojPykzzasq+UVTTOqy1smkqNhxx/U3qppo/swGJcfXBeot9j2Z9j+HjVSiv7r+ato2MY6WXPE9RTyZ1XZZ1U9chSJeCOVypt2nc49MyM2xFMG8BfaNc3BB30dEex++D/gj7UZtsifIdupnj6IuihePG2bIJUZpzzvgChYKZfmM2hGBNqGkbqOfMW8bReUYo591qFdZqt6yFA89oy7ynnjMzZxPsQp9Tth5XDH3kGWH7GAubixqbEGiTcg65KRvHFYy+gJkcdCjruoEGUDaTsmxGk1K2g3DSjInDcz2C30lZwXtdRfPWBKwZgtJG+l5hgFm58vCuiv2Mg6nzKqBV9WgyGnFE2j/sdcaXDjtlb9BveqNBOOh1IzqDfuj0+81htxu6LOYhi3iCI2xmizagNVLGmtVnpHmfmQNm3mqc3ghHrfstHVlf4P5IR19T512b6tRy0NQt2T6UOOWKtmuea5xmDIlXxKeru7aKfJUrUa4I1aHuNL1kozDhTb9E6StrEMyjYFMZOtytn7fnn38p3rN3OTYf6A6XutE4IG8QKC/nbeyas6KNJjmUrap7eKeD3mDcG41Gg8l4eNjrDy8ddocHkEJ80CHs9PqDTq93hEO0nud+p9fvHXa7vUsdcNDtXSY86E7Dy91On6TeYa/XI7mnslMMSOvH58PuNIzp3V7vsAO6XeasSxnifer2ruCQ+KHK9brkd9VGP7ZNWqfL8xzkd5Ct2+/3phgQDigf0T3sDkC/e9Dtgg4g7HS7Bx3inW7MO4xlpuU6xDtdynemOOyQrjj9HtJPpz/oQVOv2xsx1gHj6INe/7DTUxhx0On1fxIud3t9OKRct3+5+xp0xGsHjq/GlbTDrsbf6x10u6DDWLs9fToEh0h2yMNBN7Yf27jU6TBvU5De6/WHvd5gyK1Lv9ft93uH/V5Ep9ejrV6fqr1OfwD6PaWpvUMaFyTrQbdLvzOQftDt9A5iqDTiXWQFB91pXH0edLv9g67QIXyj6LJOev1OH15p41LnsH/x4KB/4fLl/qWDwx4y9XqMpzcc9jn273cHw1j2sAcHXfU1ra9n4aDXHxBGdIgj+uCw2xso7HT7A6oM6WZIfNztD7Eno4Djxxzk5nGQPmuhU95K9LqULgPMhKGqNuA+WffML7103nS3Lb2lomXoYouTgoWFBWtzrVUULctJ896bcy7CTA61sQZlrrWRl9Omp0ZnJa6xLHOoNLaJ0OutOzrtthWtVkRrFqrtHvf1zz//gr3wwov24osvW4fN/gR7w/GLZT43c1OnbdgLx7PPWybwwybshg66/eqg052A8WGvP+n2++VBt1eybsvLnc7k0sEBOBxePuwM+qMhwxxPBrzhDAbDZjgYBEufIwb8USxFIgN5lpV5q9133r/Iany0DuGROjSPNM49ijN+tDGbIj77x2oLjwVzT7Don/JZdt45P2QB43YdyhKswrlGZ4sGVihjiUPUYh9z3DzgnrOPUgpjjpv0dkt98z4zc9TX7ph6NRrcEPJogVDxKRr6EII19NOgnEKtOJiHyqvpe4qGpp3l3IOpvQlH5H02Ht1ujzfukQ3ZgIzAGPnY+VqFIanVf3DoZ4ZOZpX5bAQuBeeeaZx/rDF7GHwPHr7Htue7k6r5dlWHb9dN+BbcfbNumm/WNSCsIsJDhA+VTf3QpK4frMCkKh8sq+rBSV3xXBFvHqyainj9wKRpSK8fYMf+wLhuHpjUNWh4rggr0kBVx3hJvlA1zQMC9oJyKjtDU8fnOpZTfA7ym+b+sqmBwhlqwiPU9yHD/WVd3TcBCsdldW8JeL53XJWzdJWrKFvxXN83qRqg8Aj3T6rq/rKq7xOqo/ZVTqAeeZMqUC/cN64ayjfEfySUD+ojlGV9/6tQ8Rz7VL/V/VVd3zepm/voWzLcP66r+xkDMlX3l3XNs/qc1qliXeKMeVKX909KUM1AvKJuFer74fv+ugn3laFWu7EdtUV67EPtVHEs1f0a/5g2xhXtSi7aKIlPiE/lqO9XOCFtnl6SV86eafeBCjkFxX8EHiQ9YlLXD1F2hoaweYi18VBZB0C8qh8al9WD48nkwXFVkV8/WIXmIdb1g3UIDzaAsT0EXxG0S/1a+CZr5pu0DVjjdSAM36q09gXpQR2+gzp+p2nCd7EX32vMPWrOP0t4iXKTpnFN8FOnh6qxuW5sjENk/qxE/8bo6IDTOTY53DP34iactsy7zLIstzwrLCPMvEe3BUfoTE57igY7UUXo2SnLBdMbuM8cquwob+Y5Ws+yzDIcuM+86Q284OpAtsL73CpsVw97JfQJZSuijWBwcGNwcwUISA8M0Y2dz7rm3Ssh2JNNcI83ZthMwT0azD0WnGFD/OONsyfg+vHaY0+z/Om81XrRFf6gafuhbxqqWfrMGPCzMAUzBpa2t4crW2sXT5w4/p1Tp05+ef/E3t9s7e/+9dbu7l/t7u795d7x/b/cP37sL3f29/5qa3/vf9ve3/vrvWP7f3P8+ImvrK6vfSdvFRfQgiGLVMdDpsU8KSuUbWyD4QjnOIy/mDPBUWOEjE2wBVasd7npl8HarUVTKGV0TtPj0DVn8T80zjliIIob4k/yCR1QKfKcc+bcFEpl023eXCwXWP85Sthmh94qWlZI6T0OmXyMk8lQ6M1/wKaCLa+NJhNQWolyBsnj/BjjcjnLW4+sbmz+w+bWzt/s7h/7X7f39v58c3vnT7d3j/3J7rH9O/d29/94d3//j3Z29r64tbsNdr64s7v7hd393c/v7u58fptwc2f389s725/f3BK2Pr+1vXXHzu7O57a2dwm3P7e9s/257a3Nz21ubn12a2vns5tbO5/Z2Nr6zMb2FFs725/d3t75zDbpCre2tz67tb31ma3drc9u7lL+dbC1u03+9mc2CIXNre3PRGzv/OH61s5n1re2CDf/cH1j+w83NnY+vbm19emt7Z1P0e6ntre3P7WxvfUp5Pn0+tb2p9aVvplSlN0AABAASURBVLvzqY3dLdI3wfYfTNO3Yt761ibldj5FG5/a2KTMJmU2Nj69vbGhNj61urn96Q2wvkF5sLWx9ekN8jaIgz9YJ07ap7Y3tv/gamzR92vwB+pjc3P7U3OsEX8NPr2ODHOsaWw8r9HnOmXV3sbW5qcU30BOZP/UxtYGoE2Ne2f7Uxvb25/e3N759Nbubgw393ZiHH5oe/NTW6pHmxu0vbG1w5h3PrW2ufVp9bEGj3OQ9+k51rfgemub+tufVln6j3F4/DRy/CH8/CFpQszf3N76Q2T4w03qKY7cn9na3P7Dze3tzwgbW1ufFbYJt7Z2PrvFGtja2WEt7Xx2Q+spYpc1tnMH7dyxubNzx/b2zuco97nt7e07Nrf29HzH9s72HRs7W5/b2Nml7i7Pu3dsbe9cwdbOHRtb25/f2Nq9Y2tz5/O09fnN3e0vbOzsfFHY2t7+o83t3T/e3tn54529vTt39vf+ZHt3/093dvf/bHtn939f396+q8hbjw6Hky5Omj1EvNdFXTObsMmW/g2G4/iLjjxag66XXF+NsBtjUHGiZuiss6nukm2yOcbHOWd8TY5ZSi+dbxo57pK0xrJ8mq8yzinubP5xbhoPsTFnWZaZ95k5781jKwpO23Q0n7Hxn8pUIeMkbvgl15i77hEbjclkEiblBLPRdHyWPbe0tPKd3d29v9s9tv/l3b39L+3uH/ub/ePHsZvgxIkvHT914ssnTp3+yskzp//+5MnTXz913XV3nTxz5ltbm9vPLbc3Ou0zZypLnyMG/FEsRSIDy8vLo/WlvUvbO/s/3N/fvwvl/9rm1vrfrW9tfWV9Z+Mrmzu7X9nc3f0Kyv6V9e2tL2+sb39lc2vjy+Bvl5aW/6HVbn8rOPf0qCy7QzxffzCwnt5ouZ/qdHrsmLvWIz5EKSt2sHMF8ShGluWWoxAFR2e5wHMhKM4uOMu8Zd6bdy4qJoE5pNZz5j11M5Bz15UTZpZlgtJzK1qFqd3MkwZy8nLazkBeFJQvUHxnE5ROu+ku91g9jsb6gyEbjZEUsx6Nx5PxZHI4Licv1i78YHVj/a71na1/2N7d/drGzv7XN7d2v769v/8Px/aP/8PesWPf2Nk/8Y39k8fu2ts/9Y1jx099Y//4ybuOnzh91+7JM3ftHT9914n9Y8RP3XXs2Km7Tp48Th5l907effzESeJn7jp+fP/undPH7z5+7MTdJ46fvHvr+Ml7jp08fvexk6fu3j1+4p4Tx0/ezYbpnl2et+Lz6buP7Z+45/hJ0k8eu/v46+DE6dN3X43jx0/fc/LkdXfvnjhzz/FTZ+8+fuoU4al7TtH2Nm1uk7974tQ9ws6Jk/eeOHXmnhPXnbnn7PVnI667/uy9V2Oafu6e02eO3Xv6ulPT8PqT95ye4cR1x+/ZF07v33vy9P49x45w5p7d06do+3pwPOLkddffrbTXYo/xTmU7cc883EHeqwHXd78We4xljuO0cYxxKdzTOPdoCyi+d3zvnj3i22D6fOKevdNnIo6fPXHPFNffc/w0OAtuuPFutSWOFM7bVF3JoPBHQfmvh9394/fsHmOejx2/e1fgWeWOnzp+9z5yH2POhBOMW5jP9YlTx+/aZ953wKmTp+46vnfi7uP7J+4Sju0ev2sXoLt37+ycvGt/hl3K7R4/xTo8HtfhsWOUo/5R/8oHO6zLq7G9d/yu43v7d+3unbpr58SJu3aOnfzG9v4+a37vG9snTnzj2LH9b+wc24vY2zsmnfj67v6xr23u7nx9G13BEX5nXFYvDsfjTn8wKPv9QdOd2YpD9I8jZTvsdHGMpYWA3mMbcjbb0tksK6xVtNHbHN/srGFjXZYlLwIVZZsp2KRbaMzxdi2YM4shx+Vm0zIKBdmhQFm92CoMOG7vHe3LNuSWYScy7FBGvxlxM28YA+vqX0wgYwd0sWu9QT/0B4OaMY0mVdmpQ/1cVuQPtxfa921sbH51a2PzK2yAvrqxvfN3m2BjZ/fvtnb2vrq1t/vV3d2dr25tbf/99v7e17Z297+xtbX7re2Nnee2ln330qVLtaXPEQP+KJYikYH/54svjtrb7YOwlD9etrMHWz7cF8ry7rqd3bWQ599YyF3EZCH/Rjn031io86+NmvKrmdX/R6u9+KX1zc0v13X4Dov4lcNud3Bw0LGDwxkODu0y0CJncVulX7sIUgFn3nnzXiAeHWseHW27VdjCQssUtvIcRfKWZc4yvDZ6ZZnXsyc9R5HzWK7dUnkhJ62wdruwxcW2tWmnKArL8swc9dRflmWUaUfozRzfHJXxUP/8g+PzLtDGo9frVYdd7vX63QuH/d4zw8no4TNnz95z4vqz9y8u2Dfrsft2lk2+u5SHh4vcfri8VPxw2PaP9oviMTdZOUIYLT3uhwtPWL/1ZNsmTy43o6eWc6F5atFXTy/6wVWonl61yTPjVXtmuNw824By0T8nNMv5s8MZrn4er7afOQzh2XG7/czrYZhT72rQRn9x2ua4bc9TJ2KwUrywuL/xvNDaXXthjmx7+cWsu/yiHSy89OOQdbcpN4UdbFB2inl6q7/7wqtBH/21F9T2vIziLdJeD5Lr9dAg94/C1eVbV43p6vRpfD+OexqfcrC4sfj8FDxvCPPnxedba60jfubtzutKlnn8taHyfhRsrf38a6Gymh/N9xzzNUB6nO/DEJ7tmT0jtFg70zWldVU9vZw3rLXmqdWWPbnamhwhrsG4Dqf5sVxDXGlXgbX45NVolf0nDfhq4YmcdS20WOsla75m7Y8Xs0dK9KDtqh/kfvz9um59bzSy7+zv7N///g+87+9R4gcm1eTJ3mBw/uLBwfCVy5er8xcv2sXLB3b58NAuXLxs50GfkzpeBmxhcclWV9eNt1dbWlyOaBdtMxS3wmlPxmMrOSGrqwpHXuGza7Ia8zjuzHtshYvP07dv5VexXFPzMovTDjj6pqlt6rxDtEcF9qIoWibkOGzvvDnzFkIw7p7t8uVDu3jxUsTlgwPrdDqh2+tW/cGwN67Kl2uuEouF/IGi3fqHYM3fNUX5Nd+q/qE1Q55Pvu5d8bVQ+b+v6+zvhKZ0X2vn9deXivqhfl698PThYe93fud3GIylz4wBPwtTMGPA3X5781u/9VvlZz/72f6f//mfH3z+r/7q8p3/9b9euvPOOy/9L1dBz3/2t3928TPgzr/+6/P//z/7s1dW1tefWt/Z/XaxsPBQ0Wo/kGX5U41ZFwfN5pTdMIphhvIABzKcZh6dcW6Ky5FGZM48yLw3PWd4aCHXb38S52vTnXMwh9J656jvcd6ZtVpFRHsWtorc9HY976/ValEuj+06580BySAFdT6zEBy79sZ0jF9xjl9WVRiNx9Wkqjve+2fyvPX9opU/4DL38OmzNzx7yydveeX377zz8M4v3Xl4x1//decP/st/6Qr/vzvv7MFRxGf/5rP918Pv/8VfDH4a0M7wjeAvaPeNlP9RZT/96U+PXhdfJf3txo+Q7UeNRemvO5Yf0c6bVfbH9au8Nxua+zl+mrX185T57N/8DetaePX6Zkxx3c9D6YNwx1/f0ZGe3Pp//+/O/7P/y0efzXz2/Va7dU97ceFb7YWFJ0IIF3HizXhSBu56rcJe6KqtxqliR8x5bxk242o4J32t40sAdganW5tsg7P5JxARGpOtEAybMc8PtK3nOfQc6FfPzrloK2Qf1GeeFzjwIspg5i3ea1f0PbUTxkkcKEvkPfSZf77Vaj+80F74dntx+bsr6wtPvFR2XvnCX/zFhc/8GXbzVfjMxS/8xRcuXA2VkV35vd/7veHtt99eOQ2KkaTvlAE/DdLPN4OBE8fOHRw/dvzxYydPPnD67Nkvr21ufr9YbF1qnBvpKEsLf5HX0xbOU45SYZt4Cydb4MBxjOa8M4U+hs60XqVMzildz84MxVOaWRPjZFlG+Zw36Zx2WuyS1abCopCTdnFnTRFTn+pLiuicw1Eb/WWWUyejrs8yc34Gl5HvmjFncCHYxZW1tUf2j+8/eOONN37t1ImT328/1T54+OGHxwjx83xT3cTAe4qB3/iN3yjL5bLL/f1jZ86e+7uzN1z/jdNnz3x7cXHxxZKdsplrpI9F0bI8L7AB3vT7J0KNIioMhM5JfwMb7RpUEYZtyLw3Hzf+jrqk4JwDx+OCuWCyFRQxQfaFEsSnZS2WbWzevqfQHDn2od1um+yEI935zHyWmZ59ls1lnPgsu7S0vPTE3rH9B/ZPnHjo2LETPzh18gOv/Nqv/Vpj6fOmMODflFZSI1MGtm20tXHi0vr6+hPL68sPtJcWv7uwuPgYC/8goGT6i0I7O7u2t7drOzvbtrK6Yu2FthUtdrJgod3iWLvFrjbn6LqwVhuQHp0w8Tb5Cxx3L6gODjnDE7cIlxYXbH19zTY3121tbcWW9L84bKmNzFoKQZt6LdoqisxynHQB2ighxoIyLctRyjwv6Lug75YVxH3mMQOhquqqHyy8sLa++d39/eMP7+3uPrV8cvvSb/3+b1XshpMyWvokBn56Bhze8jd/8zfrhZObB1snNp/cP7b/veP7x+7HAT5ZNnW/tqaUx3Xon0e/Mzb3RauNnUAv0duMDbp0k3Yo5uR3I4jhlL21W4UtLy7aGvZlEVuRqx1nhpu3HIfbos12S23lMa1pKt7YORHkzdn4XN1uaNB8gCEw2YzFpSXTn24WsG3I1LYMmZCVrYTxjuL62JXnF5cWHmkvLH57eWX9keN7Z8+fyE8MsBV69aeH9P15GUiO++dl8Kr6LMzyv/+d/757se4/Wy+3v722svadtfW1h837S+YcTnXNjh3bt5MnT9ix48d4XrU2d88FitZqF6b//aCccmv+jNIprY3TXRAoi0LY0vIizja3HAVuU2+F553tTdtlM7C5sWYrK4sob25FkUWo7tISae1WrFPgpAuULSrhyrK12wuWZzjtWXqLcgUyOJQcta3quu4F1zx/8szp79z8wY888ssnP/rS5+74XJehv/sUkUGlb2LgF8EA13GDodlLH/rlm3/4yx/+0H2Nd09wPN6tLUx45zXshnnpJE62jSNeAO2FBXS6sEz3zdEh83aNbfEzFKQvUH51edk2N9ZtGb0vsBOZ8vG+BXXaRWGL2BM5eJKt5k68LMfReWvczjlTe9oNNDjzoKNz3HJRtLA9K7ayuhpfFJaXZDvalhe5ZVkWkLcGPezKs2vr6z9cLPx3zl584UnbsM5v/6ffnpga5Ef6/vwM+J+/idTCVQzwYu3CnXfeWYNJk7lxbTbG6VXBGms4hmpQgFohylA30yOuSjveuuLOiGelAf2CyByB8oF6gbAhr65LjrJoWW1St+EYjE08OuPMxRkNFiinskKgnnPG3oEfZoRm3ntCZ06hVwic0jwFBEfo6MGaqqnlvMdcsQ+X1xbGl7Yv1c44c7P0SQwkBn4OBqKtWNxaqFeWVyrnXdk0DbbCNYZOCqThbi1O+ghjAAAQAElEQVTed0/kYIFsCBpuun6rsSN6juDNmPrYEdmaMNVv5+RU/zF8ZjnwEZ6y3jx9eu8p64kL2Sz05kg3h+eVHTLDlgEkC3puiCtEmKap68ZC6UKYhKIob//qV+encoFq6fsmMeDfpHZSM6/DQAglWoh6hUb/WYlzHpcTm5QlmFhJGFGVVoKqrNj1AspVcsgz58sbrzUx3pBPWdqoKdPgsOumtKqemOKojwWcdCC9obzKVDh5xeXYpXhRTIcGEnHOmXPO+DGFETctCYdKTtEEF2qsAUaDXuoytEP9gQ98ICmh/UI+qZP3AAN5nnOpHVA8x0Y51GihXgDM4Syd80qzCoc9Hk9spN8al2tswtRBo+eoJ/rfmHRfLwPoKnm1Kd05hyPOIugnhtE503bm5ZwF8olnMyfuCbNsmua9N8nhM2/61LyBR9DvPGyQJdRB/YWGD+lYvibko1GyEyLtLcB0Nt6ChlOThvKgdYH37sw7x+tqjVMd46zHKJ+ct34PpUQRpJQVjniC85YDL3G2Csc46IlQobDjkQ2Gg+jgG3a31ayelErH3t5nZg6V56vQZZn5zJtH8fSMbkXFRr1wylN9CrQzhZHnDGth0xzjExsyc8GpvssYg5nPJpl7+OGHnaVPYiAx8KYwUFXtgJnAOgRjn2ymP5CSZ2ZomWwGG2dTKN1sUOTReGyD0Shu/mUHlNc0jamcykjvs5yrL+7FFZrztOVp2xH1OG8dbefmOVbPfG5TFOZjPON5Cp9l5rPMsojcnPPmDCgENGbmM/PImnFcrtD53DmXueC9qxYWnKXPW8KAf0taTY1GBlAmjyJllnlvfCt2qXLG46uct5x2idOOTpxdtXbLisuJT3DYgpz4aILjHg9tQtmp465MSutoV0rjMnSErxk/nDOXeVOeYA6nbCHu3NmX46QDTzhrezV4PPpSxczxJeIcTpuGqJv1Q+Mtfd6bDKRRv0UM9OPpG/Yi6ijqZj7LjC2zNbhzOeaKkBPp6JzluIcjOe4SG1BZrIdD19u2yqCvlmW55dxJe0JzqCwI5sy5zLycLcg8Tpv8DHjFgcrP82OYYbqQxVPeu8yc83AAFM7gs8yyPDefZc5n3nleUrIso1z6vlUM+Leq4dSuWcP5dBNCaOom1E1jE96oddQ1ZMc8wnlPeGvmUgtlDFbx9ltRpuIYrOLYqYphYyWhgF6acz4qqRx9LMtGQG/kUuTx0Vt8iRGobEwf0zSO5OlXTl4yNDSksKbvmrbnmKYjs+HknTOjLxeREXXmM+9avuWWs8x90tInMZAYeDMZyLIm+MzVPvOVOYeWoov8rKTj6O8k2gscNc+NOSMLe1JFVDw0EsZn2JLGRhyp641cf7hlwvVbww5ATtvMU89Rxo5Ac1Zjb2psT90Ea4gTJZ94fKYsacqrQ7AIClRVbTUvGhEzO1JhUypeLGLapLZeX0IlvBUMJMf9VrA6axNnKD2oq6ZhLZf6k6ENx91NfzgMKFUYTiYBBx54yw5lWTUoWTOpqqbEq06qup5U1REq+X70piJ/XE4C2aFGgSYo5vjIaVcocs0RWmnTtEl04iVKRnl2543VMyWjC+Io39FzY40UNZgFDINgjuXBG71lzpxzlmlTnVfOLLluS5+3m4F3Tf/odPBy1i6w19cePtR1VWMHKtmDMJ6UzWgybsaTCc9lUzV1hJ5HkzJgL0y/qhrQ1Qod1ka+PxhZtzew4WhiVdT/YARWVcHKqrkC9J+uSK9naMirrcIJq1xFWUE25AhlPbUrlKlBgx3iBQX70VhNvKobV0eJkud+qxYplvmtajq1W4Vywn11dzQeXu4M+hcvHRx0X75wYQTGr1y8OLlw+fLk8uHh+HKnMwLDy71u/6Db7R50Op3DbufwoNe9HNHtXabc5YsHlw4udTq9Trc3rEKoM47Cgs+sYScdOMZSWKO4E5RpNKlsXDaG3qGETXTmk+jgJ8Qn5FU2npTxl10UjtnRl3EHXc923SEqopQysOMO2m2j+ZzQMbF/B9I3MZAYeDMYCHVdD6tq3O0Pq8FwbIed7ujiwUEHWzDo9nrDXr8/7Hb7g8udw/7lw4Nep9ftHYJL3U6fcDQYDWt0Phg2oERXe4OxXT7s2MvnL5r+fOpBp2cHhz3rdPrW6fZx6MMZBka7gBAn352hNwu7vDLP0xR2Yjsd6/Z78Y69wl4EEcCGwWGHnI7aFbLDD1awwV9WbsJbwEBy3G8BqfMmM+d7wTevTJr6mUlVPdYfDZ/s9HrPdvv957qDwXOD0fi54Xjy7HBcPsPO+enhaPzUcDJ+EjwxLCePDcbjxzhWf2xYjh/tj0fUHz3OW/oz46p+OZjrubyonMvY4zqrOQ7TbntS46RxsBNQEldaRVjqGUUrBd7SSzARcPAKS3bR2lnL8Tc4fzlqfHXgQlxPDc9N07iQ/kzafHZTmBi4ioGfIzoqiqous2FV1oco2vlxWb0wHE+eGZfls2VVPw+erarqmfF48jT24GnSn5qU5VOj8fjpUVW9WDaBejYK5usKBcaWcEw90gbAOjjh3mBoA97ABzj0IW/g/xjj+GYe04cTnDIg1PNgpDzAhmIwHFq/P7DhcGTIYHRlxqlcdNpZZpnPGg+c843LXLD0ecsY8G9Zy6lh2zy598rx3ePfOX3q5FfOXHfmT8+cPfufz549e+eZ667/4+sIr7ue8Prr7zx7A+HZ6//o9HVnv3j6zHVfPHXm7BdOnT79xdOnTv/RydNnvnj6JPEzZ/6Y9D85e/0Nf3XdmbN/115YehRPehiyDF/qGhQ6RAVF0eS0AwrVmLPovOsQ36JDYybgiXmbJo1IcxVw1BaCs0A9FJImfI0iVs7nE5dlpXeuXuJIL71vp8WdGHjzGGi1WuP1xfXDEydPfvfsdTf81blz5/7qxnM3/OWN5879lxtuPPfnN5y78c8I//SGc9f/6Q03nJMd+TNsyZ9iC/7k5KnT/3VrZ/fB9uLyM2WoB7W5ymXcaeWF+bxlzmXos7d5mkL02V4XlI1O+CiknfgWTehyc5ZFmNEeyMjL6cMTOpc15lxJ3tiCG/sQyoW2zvssfd4CBvxb0GZqcsbAhz/84cs3/rNfevLDt9zy4G23/upXb73ttr/90M23fulDN9/ypQ9/5CP/xy233hpx622/SvjxL936qx/70sd+7Ve/9NFf/9Uvf/yTn/zyrZ/49S9/4teIf/yTX7nttk985baPfeIrv/Khm79y9oZzX8+L1vfLqnmxqsPlcd1wujXoH3Z7g/6AffG4HJE+qqow4hh8PJ5MxpOyGpczVDEs2bSXpF2NalxV9biqm3FVNeO6bkbsqod480Gow7A28rKiSv+OezbBKUgMvAkMLC8vlysnVvof/vBHH7/ttlu/fsutN//9zbfe/NWbP3rrl2/+yEf+9pZbb/nyzR/96Jc/9vFf/duPfuxjf4s9+fJHbrkFe/CxL7///Td9bXfv2AN5u/X4ZFJdQql7VRP6VdMMqyaMsBGjskT30Weex1UdJqT9I6Dvk6puJiVQOH2uJzGsuFqvZvFaIXagxFbUYVQLVTOsazYNjfWaJnQt2KAxG4/yPLwJ9KQmXoeB5Lhfh5Q3K+n8+fOjEydOXF41e2GcNU9mITyaZeH73jffQ8G+Nx6PH6avh/PcfsBG+ZFxlj3ejMdPsm19qllcfNqq1jM8P9uE8bNmy0+ZlU9Urv72wcHh3Qfd7jc5Nn+4Pxg+enDYfeqV8xef5e78hUuXOy91e/1XhqPJ+cFofKHXG57v9QaE/Yudfu9SDxBe7g6Gl7r9wWXyLs1wsdfrz0Fa/xLXaBcHg/6l8WRyMBqPDju9fsdqGz388MNJIZm49E0MvBkM/MZv/Ebzr/7VvyrdoruQNZPHm1br+7yxfsfq/NthsfUt7MV3lprW96p6/APZilbLf98Dw27kefs7a+vr9+I4v9Ud9J8+6HSfu9w5fJ477pcODg/PX+52Llzu9C5wz30RXO50+pcOO1yVdwYUGRwcdkCXeJd00On2Lh2Aw06PcqDb5bl7iZeCy50+NqGP3ej2Lh52OhcODzvnO4edVwhf6nT7L/LK8PJoXF6omvoSx3X9EEL9ZvCT2vjHDCTH/Y85edNSbr/99upf/+t/Pfp//w//Q/f3fu/3Lt3+P/6PF27/D//hFeHf/k//08uC4v+f3/3d88r73d/93Yu3U+7f/bt/d5m6B7f/x9vBf5yBOHn/9j/+xxe/+8BdT/YH4++UobmXHfLdk0l113BU3j0YTe4eV/U9dW13m7l7QnD34mFBuLexcG8IRujuIw+E+xU2zu63QFogdP7+YO4BztEecM49EJx7iPCbuXff5ZD9qeG4uuyGbvQ7v/M7wdInMZAYeFMYQMdQNdfcfvvtg9/9n//ni9iB87f/+3//0u3//vaXSHvp//tv/+3L/6//cHu0G7IVV2NnZ/3Zrb297zfefRN7cF/dYBOq+t6yae4B91Z1uLdC76sQ7msC8cbuC40DQbp+XzBHurufG7MH6uDuFwIh6fdjMx4QgoUHqEt5wzaY0u+v6ua+BvAWf2/d1Pc29AsZ95u375jPnsydv7A6WC1JM0s/3nQGkuN+0yl96xtcfd/7Jsev2//+/vGTXzp+8vRfnr7uzH8+c/3ZP77u7PVfuO7MdXecOnnyjpOnT33u9HWnP3fupnN3XH/TjXfccO7cHdffcEMMz91w4x033nTTHde/79znSf/8uZtu/IJww03nvnjufef+6Mabzv3xjf/kxjtvet+Nf3Lu3E3/6/Xnbvrfzp46/UCxWlxYuG5hJEPz1o8y9ZAYSAz8JAY2b7hhkG8sPb+ztffg9dff8BfX3XjuP6Ozf3z99df/Efbg8zeg5zei/9efu+FzZ68/97nrbxRu/Ny5G2/83A033nhHxLlzn7/h3E2fP/c+7MDVuOmmL9w0w7n33fTFG9930+fPvu+Gz19/w42fv+6GG79w9sYbv3DDuXNfvP6Gm/7o+nM33Hn6urP/+eTpk/+77tyXdjeeO3fbufFPkj/l/2wMJMf9s/H2ttb6yle+Uv83H/7whf/H/+1fPP4v/68ff/iWj33y2x//tX/+zV/7F5946OZPfOTBX77tQw988IMfeeCjt378/ls/9mv33/axX7/vwx+9+b6P/urH7vvgRz9+H3fs99162833flz4xMfvvfUTt97Lndp9H/zQLffd/JEP3vuhm3/l3g998JZ7f+WWm1XvoU/cctvDv/LffuK5brc7+M3f/M10/PW2zn7qPDFwhYHf+q3fqnjq/Te3fvCFX/+1jz/8yU/+y2/e9uv//KFPfOxXH7jlV2+5/+Mf+8T9t/2Lf3nfLb/+sfs++pGb7/vIx2+7F7tw76+g87d97JZ7PnLLbffe8tGP3fOhD3/03g/9ygy3Et76yXtv+cjH7715ho/e8vF7PkT6r3z4I/f+8s0fvu+//dCt933w5o/d/5FbPnn/V0MIZQAACbtJREFUx2679YFP3vaJh/67f/4vv/XRX//ED+n3hdOnT3c4mbsWbQV0vfO/yXG/A+dQb7zb29vl7gc+MPzBCy90y1Z5eWCDSyfL8uL1ZhfWOp0Li8OL54v9tVf89tLLB270Sq8oXj40e2knr1/cXLAXRoeHL07xCmH7xaq//IKN28/X/eXnDvL62cV8+GzXJs+p/GDZLn3gEx/o33nnnc07kK4kcmLg3cxA4DhdejnaPnv2AFtwcfHiYtR9jsZeke4fjA5e6VXVy4cL9tKGjV9ayfsv2mF7pvf5C1U/j7ov/Y84bD9va/Z8vZU/dzWo83yOnTiG/ahX6hfHC+OXekUv2hfbWjw/wAa9gD3qdDpjOW3ZqXcz8W/n2JLjfjvZ/zn6lrLq7ff3f//3S+IT4Tdvv30i/PZ/+k/jiN/+7fFvA/JGc/zr228fCf/m935veAX/hvgVUHbwW7ffPlCosoQT9YW4AaRvYiAxcI0xgI42vH1HW/Db/+kf6z350QZIn4V/83tX9P114/+G/NdiVkf15+3Nw5mdmczsUZOc9k+5QH7GYslx/4zEpWqJgcRAYiAxkBh4OxhIjvvtYD31mRhIDCQGEgOJgZ+RgbfIcf+M0qRqiYHEQGIgMZAYSAz8WAaS4/6x9KTMxEBiIDGQGEgMXFsMvCcc97VFeZImMZAYSAwkBhIDPzsDyXH/7NylmomBxEBiIDGQGPiFM5Ac9y+c8tRhYiAxkBhIDCQGfnYGkuP+2blLNRMDiYHEQGIgMfALZyA57l845ddWh0maxEBiIDGQGHhnMZAc9ztrvpK0iYHEQGIgMfAeZyA57vf4Ari2hp+kSQwkBhIDiYGfxEBy3D+JoZSfGEgMJAYSA4mBa4iB5LivoclIolxbDCRpEgOJgcTAtchActzX4qwkmRIDiYHEQGIgMfAjGEiO+0cQk5ITA9cWA0maxEBiIDEwZSA57ikP6WdiIDGQGEgMJAbeEQwkx/2OmKYkZGLg2mIgSZMYSAy8fQwkx/32cZ96TgwkBhIDiYHEwBtmIDnuN0xZqpAYSAxcWwwkaRID7y0GkuN+b813Gm1iIDGQGEgMvMMZSI77HT6BSfzEQGLg2mIgSZMYeKsZSI77rWY4tZ8YSAwkBhIDiYE3kYHkuN9EMlNTiYHEQGLg2mIgSfNuZCA57nfjrKYxJQYSA4mBxMC7loHkuN+1U5sGlhhIDCQGri0GkjRvDgPJcb85PKZWEgOJgcRAYiAx8AthIDnuXwjNqZPEQGIgMZAYuLYYeOdKkxz3O3fukuSJgcRAYiAx8B5kIDnu9+CkpyEnBhIDiYHEwLXFwBuRJjnuN8JWKpsYSAwkBhIDiYG3mYHkuN/mCUjdJwYSA4mBxEBi4I0w8NY77jciTSqbGEgMJAYSA4mBxMCPZSA57h9LT8pMDCQGEgOJgcTAtcXAe81xX1vsJ2kSA4mBxEBiIDHwBhlIjvsNEpaKJwYSA4mBxEBi4O1kIDnut5P91HdiIDGQGEgMJAbeIAPJcb9BwlLxxEBiIDGQGEgMvJ0MJMf9drJ/bfWdpEkMJAYSA4mBdwADyXG/AyYpiZgYSAwkBhIDiYE5A8lxz5lI4bXFQJImMZAYSAwkBl6XgeS4X5eWlJgYSAwkBhIDiYFrk4HkuK/NeUlSXVsMJGkSA4mBxMA1w0By3NfMVCRBEgOJgcRAYiAx8JMZSI77J3OUSiQGri0GkjSJgcTAe5qB5Ljf09OfBp8YSAwkBhID7zQGkuN+p81YkjcxcG0xkKRJDCQGfsEMJMf9CyY8dZcYSAwkBhIDiYGfh4HkuH8e9lLdxEBi4NpiIEmTGHgPMJAc93tgktMQEwOJgcRAYuDdw0By3O+euUwjSQwkBq4tBpI0iYG3hIHkuN8SWlOjiYHEQGIgMZAYeGsYSI77reE1tZoYSAwkBq4tBpI07xoGkuN+10xlGkhiIDGQGEgMvBcYSI77vTDLaYyJgcRAYuDaYiBJ83MwkBz3z0FeqpoYSAwkBhIDiYFfNAPJcf+iGU/9JQYSA4mBxMC1xcA7TJrkuN9hE5bETQwkBhIDiYH3NgPJcb+35z+NPjGQGEgMJAauLQZ+ojTJcf9EilKBxEBiIDGQGEgMXDsMJMd97cxFkiQxkBhIDCQGEgM/kYFfqOP+idKkAomBxEBiIDGQGEgM/FgGkuP+sfSkzMRAYiAxkBhIDFxbDLyHHfe1NRFJmsRAYiAxkBhIDPw0DCTH/dOwlMokBhIDiYHEQGLgGmEgOe5rZCKSGImBxEBiIDGQGPhpGEiO+6dhKZVJDCQGEgOJgcTANcJActzXyERcW2IkaRIDiYHEQGLgWmUgOe5rdWaSXImBxEBiIDGQGHgdBpLjfh1SUtK1xUCSJjGQGEgMJAauMJAc9xUuUiwxkBhIDCQGEgPXPAPJcV/zU5QEvLYYSNIkBhIDiYG3l4HkuN9e/lPviYHEQGIgMZAYeEMMJMf9huhKhRMD1xYDSZrEQGLgvcdActzvvTlPI04MJAYSA4mBdzADyXG/gycviZ4YuLYYSNIkBhIDvwgGkuP+RbCc+kgMJAYSA4mBxMCbxEBy3G8SkamZxEBi4NpiIEmTGHi3MpAc97t1ZtO4EgOJgcRAYuBdyUBy3O/KaU2DSgwkBq4tBpI0iYE3j4HkuN88LlNLiYHEQGIgMZAYeMsZSI77Lac4dZAYSAwkBq4tBpI072wGkuN+Z89fkj4xkBhIDCQG3mMMJMf9HpvwNNzEQGIgMXBtMZCkeaMMJMf9RhlL5RMDiYHEQGIgMfA2MpAc99tIfuo6MZAYSAwkBq4tBt4J0iTH/U6YpSRjYiAxkBhIDCQGZgwkxz0jIgWJgcRAYiAxkBi4thh4fWmS4359XlJqYiAxkBhIDCQGrkkGkuO+JqclCZUYSAwkBhIDiYHXZ+DtctyvL01KTQwkBhIDiYHEQGLgxzKQHPePpSdlJgYSA4mBxEBi4NpiIDluzUdCYiAxkBhIDCQG3iEMJMf9DpmoJGZiIDGQGEgMJAbEQHLcYuHaQpImMZAYSAwkBhIDP5KB5Lh/JDUpIzGQGEgMJAYSA9ceA8lxX3tzcm1JlKRJDCQGEgOJgWuKgeS4r6npSMIkBhIDiYHEQGLgxzOQHPeP5yflXlsMJGkSA4mBxMB7noHkuN/zSyARkBhIDCQGEgPvJAaS434nzVaS9dpiIEmTGEgMJAbeBgaS434bSE9dJgYSA4mBxEBi4GdlIDnun5W5VC8xcG0xkKRJDCQG3iMMJMf9HpnoNMzEQGIgMZAYeHcwkBz3u2Me0ygSA9cWA0maxEBi4C1j4P8EAAD//2IMCEcAAAAGSURBVAMAH/UFTuEEBU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745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artalom hely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t="38057" r="19214" b="45164"/>
          <a:stretch/>
        </p:blipFill>
        <p:spPr>
          <a:xfrm>
            <a:off x="2723125" y="355186"/>
            <a:ext cx="6997148" cy="15309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167809" y="355186"/>
            <a:ext cx="4379843" cy="1325563"/>
          </a:xfrm>
        </p:spPr>
        <p:txBody>
          <a:bodyPr/>
          <a:lstStyle/>
          <a:p>
            <a:r>
              <a:rPr lang="hu-HU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Programs</a:t>
            </a:r>
            <a:r>
              <a:rPr lang="hu-HU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we </a:t>
            </a:r>
            <a:r>
              <a:rPr lang="hu-HU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used</a:t>
            </a:r>
            <a:endParaRPr lang="hu-HU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818" y="1987629"/>
            <a:ext cx="1818643" cy="1818643"/>
          </a:xfrm>
          <a:prstGeom prst="rect">
            <a:avLst/>
          </a:prstGeom>
        </p:spPr>
      </p:pic>
      <p:pic>
        <p:nvPicPr>
          <p:cNvPr id="11" name="Picture 4" descr="Godot Logo Pixel Art by sudo whoam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991" y="3781930"/>
            <a:ext cx="1762501" cy="176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ibreSprite · GitHub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171" y="3806272"/>
            <a:ext cx="1762501" cy="176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Overmind, Filezilla icon transparent background PNG clipart | HiClipar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506" y="2268514"/>
            <a:ext cx="1229279" cy="122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ackhost.hu | Szege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92" y="2268514"/>
            <a:ext cx="1267490" cy="1267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Mysql Pixel Perfect Lineal Color icon | Freepi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786" y="2215314"/>
            <a:ext cx="1363272" cy="136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Visual Studio icon in Windows 11 Color Styl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665" y="2176496"/>
            <a:ext cx="1383023" cy="138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figma SVG Icons - Icon Search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273" y="2285023"/>
            <a:ext cx="1212770" cy="121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30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3269972" y="2266122"/>
            <a:ext cx="5695123" cy="1000411"/>
          </a:xfrm>
        </p:spPr>
        <p:txBody>
          <a:bodyPr>
            <a:noAutofit/>
          </a:bodyPr>
          <a:lstStyle/>
          <a:p>
            <a:pPr algn="ctr"/>
            <a:r>
              <a:rPr lang="hu-HU" sz="12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The Game</a:t>
            </a:r>
            <a:endParaRPr lang="hu-HU" sz="120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4011342" y="3266533"/>
            <a:ext cx="4212382" cy="509954"/>
          </a:xfrm>
        </p:spPr>
        <p:txBody>
          <a:bodyPr>
            <a:noAutofit/>
          </a:bodyPr>
          <a:lstStyle/>
          <a:p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The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project’s</a:t>
            </a: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first</a:t>
            </a: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half</a:t>
            </a:r>
            <a:endParaRPr lang="hu-HU" sz="36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4" name="AutoShape 2" descr="data:image/png;base64,iVBORw0KGgoAAAANSUhEUgAAAigAAAIUCAYAAAAwtddTAAAQAElEQVR4Aey9B7wmR3nm+1R1f+GkyUEzyjkLCWWSEiCBECCQENkGERzu2tdrjNc2xsLYgEVOXqdd27u/9Xrtvd5gY0wUoCyUQGlyjifHL3V31f2/fc4IEW2EkUea7vmer/Jbbz2V3q4654xX9VQMVAxUDFQMVAxUDFQMHGQMVAbKQdYhlToVAxUDFQMVA88EBqo2/KQMVAbKT8pgVb5ioGKgYqBioGKgYuBfnYHKQPlXp7QSWDFQMVAx8PRnoGpBxcC/NQOVgfJv3QNV/RUDFQMVAxUDFQMVA9/HQGWgfB8lVUTFQMXA05+BqgUVAxUDT3cGKgPl6d6Dlf4VAxUDFQMVAxUDz0AGKgPlGdipVZOe/gxULagYqBioGDjUGagMlEN9BFTtrxioGKgYqBioGDgIGagMlIOwU57+KlUtqBioGKgYqBioGPjJGKgMlJ+Mv6p0xUDFQMVAxUDFQMXAT4GBykD5AaRWURUDFQMVAxUDFQMVA/+2DFQGyr8t/1XtFQMVAxUDFQMVA4cKAz9WOysD5ceiq8pcMVAxUDFQMVAxUDHwVDBQGShPBctVHRUDFQMVAxUDT38GqhY8pQxUBspTSndVWcVAxUDFQMVAxUDFwL+EgcpA+ZewVOWpGKgYqBh4+jNQtaBi4GnFQGWgPK26q1K2YqBioGKgYqBi4NBgoDJQDo1+rlpZMfD0Z6BqQcVAxcAhxUBloBxS3V01tmKgYqBioGKgYuDpwUBloDw9+qnS8unPQNWCioGKgYqBioEfg4HKQPkxyKqyVgxUDFQMVAxUDFQMPDUMVAbKU8Pz07+WqgUVAxUDFQMVAxUDTyEDlYHyFJJdVVUxUDFQMVAxUDFQMfAvY+BQMVD+ZWxUuSoGKgYOMOBijD8UBzJVbsVAxUDFwE+LgcpA+WkxW8mtGHiaMoBhknzhC1/o//KX/3bRF77wt0vxL/3KV76y7B/+4R+W/6//9ZVlf/vlLy/6mzvu6LN8wD1Nm1mpXTFQMfCvwsBPT0hloPz0uK0kVwwclAz83//7f489bO1hv1vvr3+hNtB3dzrQd6/rb9zn+xv31wdqD/YPuvuvffVVd7/ila+/81WvfuNt11776tuvueba217zmjfc+oY3vOq2t7zyujt/9vIXf7NRbzzYrDe+NdDX963BRv3BJX39Dyyq1R8YrPXf39cYvM+nyOtf9M2lKw7/rxdffMUr/9t/+29LVT0VAxUDFQP/QgYqA+VfSFSVrWLgmcJArVYbmpubOzPrZOflvezsolecFXs6M2Q6M+vF07uZTuv04sntbn5Su5Od1Ol2T3wi2u32SZ1e5+Q8z04Bp3Z7HfJnp891O2d08uyMrOickeedM2ORn5F12me15qbP7Ba9Izod3/dM4bBqxzOHgaolBy8DlYFy8PZNpVnFwE+FAa5lklCEPu99w0dXVxFrKlRTrjQWMQ1BJWJQEkN8AgL+kIRQJIpFGkVeQ4ylvwghLVxMC4VaDEWt7kPNK6+7GBqJi41Go16tNz+VHq2EVgw8MxmoFoxnZr9WraoY+JEMOMkrBOeKQmksVFemWszNIpEiRYEz4CWjElcowYpJsGISBQpHIDnNPy7BtdXEecUoZEalISIzqpnIDyYuKYrCk6v6/KsyUAmrGHjmMlAtGM/cvq1aVjGgT33qU41P/PEnjvrIpz512sc+9pnTCZ92+zduOWHJYLJk6YCSpUNBK8BKw2ChlUNRKxdpHkucVi7xWoVrOGypdNhSp8OWSavwr16eaNXymgb7WUYwShQdBkuqhvdaWpeWJNLSVFpci/1pbB+1bf2Dp/7JZ/7k9M+AT33qj0778Ic/fWyMt5Cj6qiKgYqBioHvZ4CV5fsjq5iKgYqBZwYDf/Znf7byjz75J9d99uOf/uXPfvoT/++nP/HJX/r85/7udScdf9hRL7z87NrLr3y2Xn7Vs3TNlWfplS95ll519bP16peeq1e99Dzc83Qd7nVXn6/rrsb/MnDNubr+5efrNddepBuufa5eduX5OvPUI9TfcLITF3F8Mtho6MQ1S3Ta2kGdevhirVlUXzayZ+fz/sdf//cbP/KJm3/5E5/4yP/7yU9+9Jf+9D999rV/9Vd7hp4ZTFetqBioGPjXZqAyUP61Ga3kVQwcRAxs3rx5xdatW6/eum3ra7fv2PbaLVs2v27/vu0vftYZx658/Wte5N/2lpfoxje/UG9786W68U2X6K1vuEQ3vuFyve0NV5Tu299wmQxve8OlxJEH90bi3vL6y/Uzr3+Rrn/FJTr3zGM1WBdXQFz7cF20tL9PJ69doTOPWqbTj1qhNUv6+jvTU6fv2Lr1ZVs2bXrdps0bXrt5y6Ybtm7bfFUrtgYOIroqVSoGKgYOIgb8QaRLpUrFwNOMgYNf3ZAkde/cCib6UOrcYOK0KHHFwJFrFvmzTlurZ51+mM48bbnOOn057lKdfuKgzjxpkc48cZHOAmeeMKQzTyDuhAGdvoBTjuvXiUf166SjBnXiEUNavaiuehHVhI66ohY3Uy0Dy/vqWtJMtKjh1UxcWnPqS50G0WXQuTiooAHnyp9eoWT1qRioGKgY+G4GWCu+O6IKVQxUDDwzGPibv/mb5MjlyxsDzVq9Py2Uxkz9qWQ/vOqKOSXFrGJvUqE3IeH36ih1HfkwqyTMKMlBNiPXm5bL5qTejISbBPIVbSX4a9msmllH/YU0CG0DTtQRFYpcWVEoB0WeKeImQapFqQ5S4CXnuz5R9VQMVAxUDPwABlgjfkBsFXVIMFA18pnHwKWXXtq84ooLlj/3uees/e///S+OX3XY8lOXDjT7zzh+tc44bqVOOWGFTjhmmZYNpKqHnuoYLQ3v5DAeQh45/5hfEnyMct1c+UxH2VRbWbtQr5VjaHi5mMjyx7m2wsSkFodMxy9v6sglfTpycZ+GGlEznZ6Gp7ua7OTqxqDUjk4aqZY2aloBltVrbnmz0dzw2L0nvPn6lx3+qlddueb6669f+a53vWvgpptu8s+8nqlaVDFQMfDjMlAtBD8uY1X+ioGDlAE7MWk0GqdNzeRvnWn13rd529YPTk5N/vzJJx6+6j/82o363fe+RTf99lv0K7/0Gj33/FPUX8sVupyMxEKJGSnRSSFifBQKnY66k1Ma37FLezZt1Z516zW6Zw+GSlvC4Mg7bU3u362Z4d06cllN115xit74sjP0yhedocVDdT28bY/u2bxHD2zcodGJaa1d2tSFxy/XczGUnnPMGl147Fp/9glrj3jsgft+bWRq8ndm51q/PTMz8Qu9dvsi6F0Eqk/FQMXAIc6Af/q2v9K8YqBi4IkMTExMDK5bt+7ZDz/08LUPffuRGx5+6LGr9+7bddbq1bXG855zorvgvCN1/rlH6jkXHa8j1vRxjdNS7M3JcUWjLFcSpZpLlEpKuKLxXU5PZibVnRrX9Mh+9WamFGMXA6XLNRCnJ+0pFTOj4vBE55x4hM4/7ShdeOYxSrnL2TIZtG5C2jwaueZJdeyqJTpr7ZBOXxp15oqoZx/R79YOuaFtjz30gi998bbXffmW29741Vtue8td33zgsgcfXLcEFapPxUDFwCHOgD/E2181v2LgGcPA5N7JgUatb1UtrS2vJRpMvRpehY9hyrk4psSNKXUjaiQz8vkUhsmMYrel7vSM2iDv9mSGitqcknBCUszOKpuZle/15HpmlGScruQYKIXqidTEoqnFnuqhrVoxraQ9rjSb5CpoVDmnLIUxywpT5D3Fzpzq2YwWuZaWJm31hxkNqOP6U9XJMhAKN1gUcUkownLnunUrWqFioGLg34iBg6Ra1oaDRJNKjYqBioGfiIHNezanIYR6KGItz+QitoTnJCRmsxgms1zptDAq5lSL00oxKhouquE8YRAkdTNls3Nc72BQtHucmLTUm2opzHUVe7kc1z/kEh5JFu7JfvC26TL1q6ehpKtaNqkVfUGLWFka5LIfim36RH1piiWSKAkBI6iDvFn8Pbm8q5rkfBFcKEKaeN+UzPxR9VQMVAwc4gz4Q7z9VfMrBp4xDMzO9hrOuT7n0iRxTqmTfIwKvUyx11Z3dlx5a1L5HFczrTl1Jqc0OzqBUdImnxf2ioqMvNgQcql8QIYS+eiUxISTEzcPOSEWf1SqiIERlIaumr7QYD3q7JPX6uxjEp2+VjpmudSfZMq6XXW6hQp5+VqqGjAds06hupdSDKUkOkdczfvcq3oqBp48A1XJZwgD1ULwDOnIqhkVAzMzY/V2u90s8gK7wWNEOBWFVPSiCoyDYKcgWVBs5+pOdTS6a0y7tuzW6L5RrmUwUjA2EgyFSBlDRhlvhoqrWYqKgMyQSGasKFWS1JT4VI5TkSLrYQh11Eyl0487TD/78rP0K697rl7zwrO1emhII8MzGp5oqx1r6rmGehg+Lknkyp97Eac4GD/UUoQiCR0so6o7KwYqBg55Bvwhz0BFQMXAM4SBGGNaxIIzDPnASUVgn/dK+NdUyBwmRUNJkXCt4hU6Tr25HMMkV8CAwfrAWCjkveScV4EhMzfXUp4XpaHjMVQUsXswVqQacYlC4UDEYHGqmbHB+UjdRy3r9zptbVPPOrJfRy+ryw5EZmZyTWMYzVJXhyIB4ybHeuIgRQrlB2MncTEmSTeiuA7hp2p6xUDFQMmAL7+rr4qBioGnPQO92EuxMuzHPjATEs4jEjnMk8iphcOocCGRC6mSiNFgfoyVxMLk8VwJzZsJAeMjaHZ2Rr1eD39UxIBw0ckD5xLJ1+QwdwwEFDA4HDG2mGD6KI250qIllyFjbhoDKFORS11OZHpZLiRK0QyfKO9UlpcoyclMcIkPqV1OqXoqBioGDnEGbE05xCmoml8x8MxgoCgKX4Q8wcTwEYPBNv0YnfLCQolCoJ3Ry2NkOFxnBxXR4oCToiOANVJkXbVmMSxCQV7JKyoBjhMP2W/6dHoqf9sHy8Rx2kJpZBdy5PExzudFTqR8xrWSWTgR0XmOZsR7Z26uxFGSeD6U9TI18xiTGCoDBWaqT8XAIc9AZaAc8kOgIuCZwkASgs1nHwNWiTACQOCkoog5vlyRi5+IT4/DTAPDPAOlvYBRUXQ7yjstsnWVumIeyIndtrrDw2rt2avZ4VF1Z2flYlCaeqU1rwS7IsX4SJDvMDmKgB1TeGX4zRYKnNIE/BFDxowZmdUStfCYhxwueM+dUIzWhoWkyqkYqBg4JBmwBe2QbHjV6IqBH8jA0ziy12NTNwsAAyDKDJRCuQpOJjJCmaLLJIM3t8CfS6RgZeDOf8zgiPYDr/bH20LOKUfBlVAmX/RUzMxoavdujWzZqrGdOzQ3NS7FTDWMk1o9Kd0UIyhxUY67mzx6dQunLEq59yBBHyfMEHRx8xXybb6Ino7URIXrq654YKX6VAxUDFQGSjUGKgaeIQw4h2UQOdKIEZMgYATMmymB04/A5i9FRU44VKKg1QB/FHlFEU43hI2jEOW4jvGERN5WwgAAEABJREFUzdBwlE+A73XVnZpSa2xcrYlJ9eZaKgpMIE5Zcpcr+kLODBQumLyiSCx/iLYwr3PKnVcGcuQG3Bid5SohdHDK5WOGvYIBhXbVp2KgYuDQZsAf2s1/xrW+atAhzEAa08LJF9gCmARRMQKJrR+XbV/M9ugiYSJV8BXmgZGCRw6DwS8gcvoRMSKcs4KOax6vBqcgDSTXkWs/iZuQ7mupxAlKkVAPKMw+4poowfW4ZqSYHoHKC5CXSNABUB5bxarGiSW8jyGx3zN2LpYJ1VfFQMXAIcuAP2RbXjW8YuAZxkC97mLCDp+w1XsnlbYF23zE6AhKFO1XhYVBgZGgEk5SBAc+Fk4kVysRYqICQ8WARSEfvGrIqSMjCZx+RIwd75Sxihjsz6v1MHZ6RSYXolLq9cg3qQ4BjhMSF3M5ymnhsdoXzCQhXtEnyhbSKqdioGLg0GaApeUgIqBSpWKgYuBJM9Co12PNO0wKcVASZYaBfTmHL9bxNqVQlyIGSEypB2OkNFTw8on4A8ZHVB1DoamAQdMjX8AoyUKiPMMgsRsYaigwPnLL71O5elO+v0/p4ICSZlOuVlOkNh+llKpTDJK0KJQWPdViB7SR2CWHFPjOqTtDTuHqMvQ0QEz1qRioGDjUGfCHOgFV+ysGnlEMOB9dglVgRok1DC82gJxz8hgWnlMRjyuMC/F4jIckEIqSw6zwQPYQjsER5+XSmhwGhFwixwlHXpAor0VLlmvtiSfpiGedo7VgxfEnqG/RIhWUL5zjRMSLSpEhTk0MAX8BokXLO5WPSTOUgeqrYqBi4KfCwNNRKCvI01HtSueKgYqB72Wgf2CgSFzCgYQLzjlxyKGAEYBNIoIqjQ8MEoGECBcK2c+J+CKX8kL2d0ui/TCsL8jbU+rNkADeSgZx7MHJSpT96Ag3OHZhI9fsVzK0SMngIvmlyySMmUh+M0NyJ9mvGlNSpkNIHMYLsgg4pZLpISdPPkcK+sQkRs56VD0VAxUDFQPyFQcVAxUDzwwGlixeGXyaBPb4GIP9Zo5KA8UOPCIWRSROISeSNAwRxaDEOSUYCThy9ufqE6ci72BY9MSFDnZLjj8gJ2JCBAUrJx7niPMKviYzSkRZcbpSOOI4oSldlpdIPnIrYoRE/NHigAzRkRSEHQRIQR870ZGqn0KBmOrzXQxUgUORAX8oNrpqc8XAM5GBVUeswlaoK9o/Tids+7fTCfZ9TBBhXEQ5Z7HW+iiZl3xFr6d8tqUwN6esNaf23Kzst3GUJspZIQwFgiJlXUIELqUpj5/TEjsxCQvpEaGWj8TyI55o4IuqFCOVgkiYaJHdPo9DPK76DR5YqD4VAxUDrDAVCRUDFQPPBAaWLFniXcIRRowOM8DOKJTQMB+khBiH33m+8eOVOXaq0p1ra3pkTOO79mtsz7CmJ6dLQ6e5aFD9yxYrHepXnjgVFOUgBiPDTCCJgxLF0mBhGXHziMh3oJQvhw6Ob5XPE2ySx+PKhEPgq2pixUDFwI/PAKvKj1+oKlExUDFw8DHgvU+KGNMQ7DxD8z+YasYJ5oBfMBVK08VhXEhyzhHrVfQytTBKJvePahJDJctyLV21UsuOPkrLTzheyw5fI9eoyyUppzALZc0I4fREJRC44Drn5YDlsizOOTnn9F1PxFQxEOnw4jzx8/0xT0yt/BUDFQOHDAP+kGlp1dCKgWc4A70YfYycochjIjiVkxsDpTQUuPYxo4Hjj9IXym8pxbBIo5d6hUKnp6KbyRO3ZOUKDa45TAMYJwPLlyrWME5KQcj1CXkSOVw8EvHzho9DKogOo0TAkYRfP/hxPzha1Y+g/DBiqviKgUOLAX9oNbdqbcXAM5eBUHAJ46J3PJ7d33MWYRM85ZgiFqE8USFKWA2Sw1yJhDAmvLyS6Ms/rJbglyVyWqJ6IvGxn0HJnZTHIJ94JWmqJCGnc5YTQc7sHlw+ASDXSSJZDkWcc/N+SU48hDXv0/c9kcLfF1lFVAxUDByKDPhDsdFVmw8tBg6p1noOURQxGGLZ7ASLIMVIiPYrxfgdhoFzfDtPLrJgD9hfdvVkT8xIwSLBBFFeFBL5RLmIsdIY6JfDKElrNaW4SMAS4VP+ZlCQD5FA1Hy8uRLVisOYeTciTpJzTk5PfL47RLboacMTc1T+ioGKgUOTgcpAOTT7vWr1M5ABn2BicJghbA82+tIQcM5hJHiLIuwUOAXBI2wRidjSSrHMBhKc8woYG70sl1IvJV5pf0NDS5coSZPSCPEUciYHI8bZyQz5PeUdpzEJrqVr4Umo3y345x0yzHv4drJ/eA58nph4IK5yKwYqBg5RBliBDtGWP22aXSlaMfAvYyAJZh5gPSxkt93eOackSeQwPAoMCjnuYMgSOPnIQ67gJHHMYbGB0xSRH3tDRen3CqQlfU0tXblczb4+lQ+CY16o6PYUu5lkwFBRHpQi2yO7NGAUqNuWGAwjKjCRJNsHMRHwoT6+y080v19ILmOqr4qBioFDmQFbPQ7l9ldtrxh4xjCQJGZaONv5DWW7Dnged7ES7FeLPcZAytWN44TEjJQCu6AXC/UwYoJ3pYESncpfLRZ5as2mmv19qnPFY4ZOkefiHkhFu61idk5xakZxclqh0+FcxslhnFCFnMMP5CRz7Ms5AgJWgb77MT1DkpL43fFVqGKgYuDQY+CnbqAcepRWLa4Y+LdjwCb0gd3dNvsSjuMLA/cwvjQMIuYIOmKIBGwa++HXUOPso15Tljj1OAFpZ5l6GCE5OUs7opYoracqOHURhkyNsvZH3fZt3a6tDz2qLd9+SLvWb1BrZoabISeqEqLMthFZ5aUyzuJLE4pw9akYqBioGPhRDNi68aPSq7SKgYqBpxsD2COmcmmc4IlYCKWRgd85ZyaKxElKgSGSYWw4DI/B5Uu14oi1WgVWrlmj/sEh+bQmX68LD0iU1up4E5VXQSaFa55sZladySm1xyc1Nz5e/iXaaP+3D4aNoz7vvJwzH1USPvBtMQbTo4yuvioGKgZ+XAae8fn9M76FVQMrBg5BBkrjBAvArm9K/wIH9uvGkpMziwVDJuBP+vo0sHqllh53tFaecLxWHnechpYvk7NTFYyLwn6TJ88UWS1c6rm84UIo5rKLmDrCm6APOTUMngTDx653Hv9tYcqTpPIh7YCBUob5oijfxOIpywTJ+5xQGV19VQxUDBzCDLDkHMKtr5peMfAMY8CzwVuTzP4oQaB0HR4+pWNGAyccZjhYmv0/O2rWlSweUrpsiWqLhpQ0GjIzwdItn/3asaGIQZHyHjiuh8Q1kOtl8lmuxAwUq4M0LCBZOe+dvIU1/3yX5bEQWHDmMygqTVOHsVKquhBZOc9EBqo2VQz8MwxUBso/Q1CVXDHwtGLAscMfUJgt3k49orkLcd577AYyYVw4hws6nI60u20VRSZ5MjrASYmVdT6RT+tySSJ5x+kJ5oSLisApquacUk5G7OSkhuSIARPs51RI86Q558SnhJz4lF+kcmpSfqt6KgYqBioGfiAD/gfGVpEVAxUDT0sGFg5QSt0xJUrXvpzDMMA8MAPF7ILAaYcZHM47ZVlP7VZLea+H1UApWxXMIKFg4IREGB1W2gydgIxg8VaeeMtqfxrO4U+Q5ZyTc54DFHOdVSGiNP/MxzlLl5uPevp+V5pXDFQM/JQZ8D9l+ZX4ioGKgaeIgSSxv4MSzP54HM45JT4tDQYvX7oqxOPEIYrkLM6rN9dRe2pWyinvHGlBdirizEABZk5Es1CQISWS+WPEJT/nKvPfiBN1uRrxHjiZnYO40hxxB8payEnOBUA22eNk/8xXoWKgYqBiwBhgFTGnQsVAxcAzgQEuXyJXM2Y6lM2xTT/FQPHByZdGhSstApekipgE3iWqJzXFdqbO2LRCuythcMRYlAZKiutDIW9WRpRMuJCTyCshDlNGjuseolRYuhIpePLhEum9Ex9RqzzfhCRckdfirKx4HIaSAEWiHeQQVX0qBioGDnEG/CHe/qr5FQPPKAa8n5/SbPRmA5SQK02Bsp3BrAjCzidKMEzSNFUNvw9Reaut3uycXDFvkMSQyZkEDBCZlYHsQBgjSDIZkjl88fGS5cHukKjcYSVJjk8Zo/mH8IF4EW9y5xPKMge8lVsxUDFQMWAM2LJiboWKgacTA5WuP4QBFxYS2P/5SBgSMrvAwLlKBBZOuHupYZyknFo4i+Nqp+hlytsdCb/DGIlFLodhgr0hJV6+wdVNmkiW5rAprByGjXicCcW1z+P1PiHO4ku48vuf+er9M+lVcsVAxcChwEBloBwKvVy18ZBgoCgKJ+ccjTXgzH+cc2U0tzwyYyMuhM1Icc7J/l+dmOfyIcjb/6ljwNCJGB/2w7Q5hkrk2sfXvFxqSOQTDBW58mdVzOgxWG3R2fcPxz+TzNVQDEXBZZR74vHKD5dXpVQMVAw8cxnwz9ymHcQtq1SrGPgpMFATJxzC4pBTNPnll2SnIW5hps8bJSoNC0++BLgYME4K+axQ7OUqT1CKQvUkleUPXipA0t9UfdGAGoN9qjXq8mmC8O+YHGaklCDKOfvS408ZJOrxiB/qcdE5H39ocpVQMVAxcMgwwLJzyLT16dhQW9L/Ofw02vXP1fl0TTeuTPcDrvl/2rC6njL4+d/TUdkovrx38t5LWAgRQ8RxCkKECk5Jgv0ArIuya55ETnm3q/bUpLLxCeWT07J8nvIu8fKNVP2LB7V42RINLBpSo6+ptFYji6ck4hdMiiDpwEkNXpmlFO2rDDgJPTgmeTxG3/uQOc/tT8R9b0IVrhioGDjUGPBPosFVkaeAgetfe/3Vl1955btffNWLf+eql15leO9Lrr76PVdfc81vXvOKa37jla965X+49tpr3/2q61717uuuu+7d119//a9d/z14zWte867rFvCq617zq6981XW/+spXvupXX/GKa9/18pdf+2sve/kr3/1ycMA1v+Gaa17x7pe+7BW/fvXV1/wG+M2XvvRlv3WV4aqrfuvKl7zkPS8BB1zzL+C3ifvtq6666r1XvRSU7kt/58orr7zpypdc+XsvetGLPnjFlS/60BUvuuJDV1zxOD54+RVXfJDw97nkK+NL90XkAS988Qs/8MIXvvADV1xx2Yde8ILn3/z8S57/0UsuueSjz5/HR3A/8oJLL/3wC15w6YcvvfTymy+57Io/eP5ll3zoshdd8T70+vWXvOxl777qpS/99SuvvPLXX3TlFe95/vOf/3vPec7zPgg+dPHFz735ooue85GLLrr4o4YLL7z4Y9+Hiy/8+IUXXfgJw0UXXfTJiy+66FPPPf/CT7/g/Is/fWmJ5376Rc994acuvegFn7r8oss++fwLn//bb3/L2y9597vfPfQUDBmFJETvPScQWB0LFdoEN1gwRqwIrnGwYQgGjJRcWZZJxHmSYi/TzOiEdm3dpj07tqtot9Xr9ZRx/ZOFQsIgqXGKktRriomT/ZsEtJMAABAASURBVLE2BJm9Yc7jcA5D5PHQd3ssxTn7/u74hRBaLPieAufee++t/d3f/d2qP//zPz/lL//sz875iz/9w3P/8x9/5tmGP/nEJ87/w49+9KLPfPjDF3/2Qx953oc/+MFL/+AP/uCyP/j9378CvOj973//VeClv/++9139/ptuetn73vu+qw/gpptuein+lxje+973voTwVfivfCLef9P7X0z5F4LLP/j+91/6gQ984JKbF/ChD33oBTd/4Obn33zzzc/96Ec/+pxPfvSTJT7+8Y9f/JnPfOZCw3/8j//xgk/9x0+V+I+4n/2Tz57/R3/0R+f96Z/+6blPxB//5z9+9p//tz8/+6/+6q/OMvz1X//1GX/1P//n6ebS9jP+7q//roSlHcDf/M3fnPm9OJBm7n/9r//1WZQv8d/+2387+4fhL//yL8/5yyfgL/7iL879T//pP533J3/yJ+eb/gfwZ3/2Zxf88R//8YXfiz/8wz+86A//8FMXfeYzH7/4ox/90HOMi5tv/sDzP/QR+Ln55udb+KMf/YOLPvnJT577R3/+5yei8+KnYNhUVTyFDPinsK6qqn8hA1/60pcW33H7HS+967Zb3/z1W77x1lu+8nXDjV/9yi1v+/KXvvL2L33hK2//p89/6R3/9E9f/Ll//NwXfu5zn/v8z/39P/zjz/8DOOCW/r//3C98zvAPn/uFf/rHz//iFz7/hV/4wj996Re+8MUv/sIXv/DFn//SF77wc1/4whd/7oBrfsMXv/ild37lS19855e//JV3fPnLX37HV77y1bff8pWvvP2WW77+9q999Wtv+yo44Jp/ATcSdyN5bkTfBfeWt37ta994y9e++o2f+cY3bnvTbV+77Y23feOON9522+N40+233fEDQb4y3twDuPXrt7/5tltvezPl33T33fe88Z677nn9XXfd9fp77rrb8AZz777rnjeQ9oY777rrjXfdeecb777znjfdfde9b7n/gQff+dCD3/65Bx944J133333O++4/a63ffPe+37mvvvuf9N99z7wxvvuf/ANDzzwrdcb7nvgwdc/eP+3Xnf/gw++7n5z738A13D/6+6/78HXIuu19z3wwA333/fADQ98+8HXPPDt+19z34P33nD/g/e95t57777hvvu+ecM377v7hvvv/+Z1u7ZvPWd2eHbgX9j1P1G2er0elPjgnCsPKnBKeY5vF4UhEdXD2IgJJyJpooBhkmGA5KWREuUs3O5obnxSrYlpJRyH1DhB8V7IQ4r95zs1yhG2P3l/AFH8I9k5N59P9lCYePP9OHCo+ePkf7J5MdbcLbfccsR73vueN//Gu9/90d96z29+8rd/+72fuOk97/3kTb/12598/+++7+Mf+P3f/+iHPvDBj37g5g9+5MMf+ciHbv7wzR+6+WMf++DNH//4Bz7xyU/+Hnj/xz796d/95Gc+87uf+sNP/+6nP/vpefczn37/p/7wU+//1Gc/9f7P/uFn3//pz3z69/CX+ORnPvl7n/rMp37vk5/6xO9/4hOf+OAnPv6JD33kE5/40MfYaf9gAR/58Idv/vDHP3zzR6j05j+4+aMf+IMPgN//iOnyvve972O/+7u/+7Hf+Z3f+djv3/R+w8d/93d/72O/9zvv+/j73vfeT7z3ve/55Hve8x38zm/+zid/812/+alf//Vf/zRt/fR7b3rfZ3//pvd95n03/d6nf+vXf+vTv/me3/z0r/8Gafh//Vd//dPv/vfv+vSv/tK//8y7fulXwbuAub/6mf/wq+/+9H/41XeBX/30b7373Z9+96/8Cvj3n/6Nd/3ap37jXb8O/sOnfuPXFtyF8G//h9/81G//xns+9d7f+O3S/e3f+K1PvPc33/OJ973npo//3k2/+7Hfu+n3Pv7+333/x3/rt9778ZtuuuljN930vo9Z+24q/TeZ/6M33fR7H33/+z/wkZtv/thHPvSh3//oH/zBR27+8Af/4OYPfeiDN3/gA7/3kT8wfj7wgY9+6P3vv+l3MR6f7Hg4eMpVmjyRAZaaJwYr/8HAAG+tfalPD8t62dqsl6/tdbN5dHqHdzu9IwyddvcIQ7fdO9LQaXePNHQJdxb8T3Tb7faRnU77qE6nc5TFd7uU62ZHIvvIbun2cHtl2OJ63fwIXMPhuN+Hbjc7/AeBvGuJL/V9gnsY8asPIOtmqw/gQNyPcg/knXfz1VmvWJVncRVlVpboFSuJW9nt5qu6nd4q6i2R52G1d+lqF92aTrtnfB2poCMU3JHddnZ4r5Ohl8nLVuc9c/NVWTdfWfTylVmWrczxs3njz1fmGXHdYgXuCvKuyPH3smx5u9dbPpd1l8+FbNls0Vk+nc0ub2Wd5Z3QWdEtssM6Rbas7dq1p2pcFQGzgd23rC9Kjn9JkpbGiUVjSihipBBNopuHRDBioOBy9ZMY7LSlUZfyQjHLhU2DP5cj3jknPpq3JSjn8C58ktT+BkosQ05OIqOT0/xD7ZS3VIsx134Q1/xlOmnyLjabdp5TxvxUv5hnQzMzM6eMjI9fsH907Lx9IxPn7RufOm/fxPR5+6Zmz90/OfvsfVOtc3DPHpucPntyYvJZk5OTZ01OTJwJzpiYmDh9YnLigGv+EpMTk7iTZ5CXtMkS+M8k75mTU5NnTkxNgMkzLQ6cBc6emJw8e3IB5h8fHz9nbHzs7NHx0bPHwOj42DkG4p89OTZmOHdydPzcybHxZ4+PjJ07j3HcMu7cibGxEuOjY+dNjU2ePzc9d0Frpn3B1PjEBft3771wZN/eC0aHhy8Y3rvvgr17dl+4j/DIyMgFo6NjF4yMjj7umn94dOSC4RHyjoziGkbOHx45gFH8w4Dw8II7Yq5h5Lzh4eHz9g/vL92RkdHzRtFrHqPnjo2NPntsZPTZ6Prs0ZGxEiPDo7ijzybvs8dGx589TvvMHRudOGdifGqBo6mzpyanzpkE42OTz0bO+WPDwxcN79577E91wFTCn3IGKgPlKaf8R1fIJuK63e7SmPcWNRJXT1xMOE1PUueSmvclEillG0idIgil38JeSsmbzqeb36Wpc2kS8QMPEsUy/YluSjkv8pA2LycekJkg63GQllBnCfN/L5CZJOhJnT/QtTST51Xud4m5B8JlGmXN/a74J+S1eCfKRkPhKesTJ5+6yHs+W5sWXOd8Pa35/r5+P9Df75u1WhJDkRa9bsq9Rop+cBITH4HsssLkBbbGAjkg4tc8PG4C5t3ovUAExDmrN5FXzfng5SNwKWF8bMU+xJByDVL3vuv1FDxpmtqeT00RQ0IoJDn+Jc6XYecIGSQanMh5J+cwM2IQuhILsYRrcqqFKM22KefUSGvWKKkIKjBWYggSBSN5aZ/MFY+jiJejDIHv+ZjtYfieaFGEEvOx5ieidOZjfqrfrtOZqdGofueKfoWiDzQZJ80QQglMs2aOvVQoNIqiKBFwQygaESgWDcrUcetuIfx9LnkciEAhUG4eJqME8aVLeXNNrsH8oEl9TepuxqIodXMBF78DjOUmBmTT5cUCcsJZM+YZbt5MyFv3aqYuNGORNYteu5m1W8323HRfrz3Xn3Xb/Vmv3Z/3un1F1qOMlc2bBeWLvEeZHBTE41JH/B4op74DehTzfj3uUq4IC2Wt/DyEjDJPjk5W/kC4lHNARijbU+ZDnrXVhfk0R9+4IjRwDU3RRtL7FPJFPuT9DB73Ux01lfCnlAH/lNZWVfZ9DHCc6f/xHzc2/uZv/mbx3/2Xv1v1F3/010d/+557nqte6zAmXurZPFjgKFewkxh4i3VByQK82CyAuV4FG0khFtzStbAjzi2kJz/E/U7Z8Hg5T7l5HIgzNyhBRmqgfhY+lSBs8QYf0eGHYL4dgT2oAOY+AZQJgIX8+9OQH58AoZvJKvVm1zO/izm6B3n0qidBNYMvVPP404Ce1Fm0lXVnlffm5KgrQc48rGxB2wp56jFYW6xt5v8O4uPpZZzVHeiaXHKFyisRqlUSJc8GX3PyidRcu/bIwYeHhwf37NnTvzXG5i0xpvopPNzWmFTsBccYUIlETilmlU30xHux+YkvGdecttBa+sBJZJPDLE2TBN2J63Q1vXev1O0pcV7KchWdjtqz8GdXQkLMAnAe/3hrOzCRkZ4UHBF8PL30f0/c44l4IhottIPQv+7nllu2Nh9++OHBdevWDW3ZsmWoVnODNbk6/eVqVFV/HBGbM4BCqcvhrxC7vfqhoY+G9ZGvaYhS02B+0MD/g1An3nCgDnN/KJD/eBrlagtIkV/GL6Rb+AAS0gyox/iUzF8j0E+DBvsS9Tecaj5jjLYVsxZ7eaYs66mbdbnyy8qxYLyLueOYLwlwzJ2onDTAPLH0eUR6dR6BegN9OY9A3gie6AZFZJrcHwZHumON898LRdoRZW1MqCehHvObCV7yQJz5DaQ7GlTvb6SHf/yDNx1/113/uOgf//EfF33hW18YuPfeey07uavP05EBhvHTUe1njs4nnHDC4F/8xe9c+M63/+Iv/tK7fuldH/vY7/zG3/3t3/6s77WOXFwv0uW8E6wYjFrRH7Ssr9DyvqAVYOVA1EpLw101GLSSPKuHolYvCjJ3Ff6VFj8QtBJYnlVDQT/MXW3lfwCeWOZAnlXkK2F1g5UG0wWspK7H6z1Q/wHX0oC1Zzlxy/E/EcusjcQtA0+Mf6J/BWkrqG/FgGiX4CVqObvE8r4oiz9sUdTaJQ4OgpbU21pUm4O3ntYsjmXbB31bg74r43OF6UudKx8HeZBdtm2hjWWbh6TDwGpg7mGLpDWGxbiD0pp+pyMGEx25KNXhQ15HLa3p6OVNHbms0Zzdv/3cr3/uc6/7+Zdf/aYbbrjhNW+85JKX/v7VV5/KAtr41x7FaYpVVAp1WA9OdqKRYHmkGBiRJJvsBqLKjYTLIEVOQuSdgqOI2A2B5QkYJpP79quYnRO7mFwXA6XdVdZik+OKiOwSZcsSBMw1CXhlQIwFVT5sLpZuMIOljPvBX2Rx0Xszc35whicfe5P/tV954+U3XP+6n7nulde949Uve+k7bv3CP16/dkn95Gcdv6L2rOOX6pzjF+uc4xfp2ccvBot09nFDOue4wQV3kc45FhyzSM86ekhnHTWos44c0JngjMMHdMbh/TrziAEw755xRH8ZdzrxZxzeh79Ppx/e1Glrm6V7euk29N1uUyevruuk1alOWgVWJzpxlQE/7knEnUja8YelMhxH+rHEH73S68jlTkct9zp6RbKAVMesauhocMzqho5akWrNYoGow5fiLgk6bHGhtcuiDqfsYUukFeWaEcu1ZKWNf9aL1cyn1Yuk1ZT9fkStXhR+JFYh85+DzacDKOcV9a2lvsOXOHT1OnJZqmNXNnQ8bTnhsD6duKZfJxgOa+o42nbMioZWD6V9Lm9f/Md/+Ce/8sbrfvZXfv7tN/67/+e6/+eNt9xyy8n2Evjkx01V8t+SAVuL/i3rP+Rc0oa0AAAQAElEQVTrHp6ZGWp1WhfNzs68c3Rk/zv37NjxMzs3b37OiUetXvzi557mX3nJSbr+0uP1ustP0OuvOLF0b7jseBled/mJZdwbrjhJb3jhiXrTlaeAU/WmF5+iN77oZOJOIv0kXPK96MTSfSPu68lrrpU54L6B+O/FgTRzrczrX3SCXvfCE1T6TRfkvPaKE1Ti8uP1WnDDZcehm+H4Bdf84PLj9Fr0fh3pr7/0OB3A6y49Vq+9xHCMXvsC3Bcco9ctuAfCpUue1wHLe8Mlx+g1lxyt6xdwHe51lxKH3Bvg6TXgeuq69vnH6JoL14LDde3zj9arCL/84iN07XOPKnV7LbrcQL4DMP1fRxted8Xx8HaCXkfb3lC293i4OwFODSfCL7jyRP3Mi0/UW648WW+76hS9He7NvfGqU3Xj1WfqLVefpdddeU7j2OX+2VP79/zMjo2b/t2mxx775fWPPPoLm9atu2Lnzp1D/9qDn6sA7I2kKO0GtnoB/JwAeLkQ5KKTc66s1jknl3gpcQo4wUUV5InAW748qMcVT3d6VnGuJTtBib2sdEtZCHeArHwjkvLYIdShEvOGSCQNJcRjjmHBi/MDP86E/sCUnzTy75MdO3fcsHPH7l/cvXPHv9u7Y+f/M7l312vOO2n1iW++5oL0rdecrbe97Ey94+oz9M6Xna6fu9pwGu6pJd5B+B3Evx2Y+46XnaZ5/2l6xzWn6x0vB9ec8bj7TuLeSfid15BeljlN77za5BlMprmG05FvruE78T+P/J+nztI1P/g5yr/j6lPR81TdiNwbX36a3or7VuIMbzGXut728jP1tpefpTe/9Ey96arT9DO4Pwve/JLTiTtNb0HWW1+KDPA2ZL71JawZjPXrmRfXXniEXn3x0SWue87Ruu45R83j4qN0fYkjF9z58OPpB/J9j3v9c4/Wj8J1pL8avIq6Xk3ZVwFzLe5xPA990O3VuNc97xhdx1y+HlxnYeJfSdyVF5+cHrly6anDe/a+aWR47N+NjY784sjI/jdMt9uncXKZ/KSjpyr/b8OA/7eptqr1AAOtubk0Fvmgd3GFi/mivNtpcIzsLj7nFL3qyov1ppeep7e+9CwWpTP19mvOxD1jAWfq7SxC7yDuRhbWt7/sLNLPYYF8dum+7ZpnaR5n6caXUYaF98YFvG3BPRA294lxT/Rb2o0vPYNN13Cm3kZdN7IBm8wbkWPht5l8FuO3sSjfaOmEb3wcZ5b130iZMh9l3o68d7zkDL3DXBbOd4L58OnEHYClm/87rpV7O+Xe/tLTdeNLWZxZXG8EJtd4ePvLn6W3Xv0svfmqM/SzLzlLb33Z2foZ3De+6DS94fJTMDBO1Vsp93YW6Lej7/fC5JRAR3Pfbm3Af2MJ6mTDuLEEXKD7jejxdsLvJP0dtti/5BS99apT9JarTsW4OUVvuvpcXXTqqv5a3j1ibmzi1Jnx0bOnxscump6cPGMmywb0r/zU6/XCJVw2cW5emgYYBJ7Tk1qSysvJJ4m8c5xslAkirwImxPxVz3yc7MFIcXbiUgR1ZuaUTU4rcqISu5k8hosnq9kROJYbCYg84DMrBVBLGXOwfF166VAyPTN9erfTOqEzN3t0b651VF/srDz9qMWNF517vF5y3rG6+ryj9fLzjtIrnn24XnEuRu15a3XteWv0SsP5h+vlFxyhV1x0pF4JrmUTf5Vtqs89Rq9+7rG6zvC8Ay6bKP5Xg+sWcD3uDc87Tq99/vF67fPAD3HfcMmJeuOlJ+lNl52sN10OLmMc4X/jpSfrDbivJ+315hquOBXD+VTG9ekYzWfozVeeWY79n7nqzHLcv+6KU3QD8m649ETGI+UJ21z42RefgWF9pt5K/htffKbe8sIz9IYXnKTraderMVCup22GV19wjL6Do/WqC44C5n4Hr77waP1IXGDpyLnwh+NaZBheSZ5X4n/FhfTB+UfqFecfpZeDa+iLq84+TFeetVovPnOlXnSGYUXpv/KsVbry7MN12bOPdyceuarG1epQ0SuW93r5iqzX5Twp6T/33HMPlmFY6fFjMuB/zPxV9n9lBtI0jwqZYtGLnqU+RX4NLO1POLasa+3iptYM1rS8Li1JCi1NgzjR1MqG1zIuqJckXP3UDCrDy7iUXZqSj/ilhgX/EpdrCffQi8EPchcRb2mG0u8yLSrR05DvabHraZGyeZRhk7eABb2s7uVcti+nAT/YjVpRd/PgXnwFWGloOq3krnwVbV7Vl6pEP+4TYemGMk+ilU2v1YTXcNG+ZrDO1UpDa3FXU355zcmwuq+mNQP1Mp9xZXVbnrVDdVndy6l7Bbx+B5Fy4AkcLklzLaV9i5NcB7gZUk+D6oKeBmJHzWJOjWJW9XxG9WJaSTYh1xtTI7bU8LnqLip1KsGhRZJ6X+9zrhajnT/Q2f9KnyJNY0wwLbAe4oLMxDnZz5UEjI1ghofzMtfSPco47yVcnybytUSlRvbzAJSvea9srq02BkqBoSIzUEKUJ81h8OCU+csyBBww48WAl4/FGPA+4fP9MU9I/Cl4jedLL720nviiSVNdQn8k1NPwhZJ8Vr43qRp9VyKbUa03q1p3RilIejNKetNSZwpMCjJwzT+PWMZPKbYnFdoTJcxfojMpS4/mtsnfBSbrR8HydDEIkRuBCEdDKWO+/qQ9Ld+akpudxJ0s9az35tTI5lTvzKnWmVXanlHSmpHIE6bHFabG8U8QN12m1WljgzL17iz5Z5R2FuK7cyrjkdPstfUddNTMOmpkbdCaR69V1md1/jCYLjV0+VFodFpqIqvZxe1QJ2GLq6NDoz2rehudSGsQrtGmdA5956Zlfotr9jpKSA/dbnl6l9K3CePTO++SNE2WLl2actWT/s3f/E1iY4Hk6vM0YcDWmqeJqs8MNT9702cHP/AbH1j5m7/5m6tvuuldq+bGhpc3ktBYsagRVw41uAeuadFQTZPj+zU2slf79oxo3+4pje6f03iJWY3tndHo3mmN7iEed2q0o8mRliaG5zS2z9LAHksHpI/um9KIAf/IDwOyRg5g96SG98zj8TjShncRB0bA8K4JDe8aLzGC3zCMu3/HmH4Y9u0c0x7K7Nk9oT27xxcwob3UtW/PJG2dArh7J3B/NEy/Udo4sm9aY/tnNLZvtuRnjPaPw88IMod3js9zRL55riZlvFnZYfQYoU1Wfh4zcAT2T+OCkqdJ5CKfOkZLzGhk79QCpjWMfx/YTdoO3O17x7Rr34T2D09ofHxGu3fv09zcnOoYik0MymYt1UAtjYv6G/W83V686847m/azKA8//HDdFtCfdISHooguhMj+y/KsEizIyriamZ2e1uzYhNozs5rl2iYnrtnXpyXLl2nZ6lVavHK56v3N0uDwGDVs5Cz2Yf4HYynTwUgRZVLNGyjCLSvQdx6H9ztwJBss0omAEFu6+p7HjCVDGR3M1yu9T/bLNiLQ98EPfnDpRz7ykRV/9EcfWVmr9Y5avqTWXNQvtxSDf+mimpoY0z72FPJMeZbDU6FuN6gNZjtBM62o6blCU7NgLtck/gncErO5JmYMmcamexo1THY1OoXfQHhsqivD+PR8nmHCeyfa+m60viu8b6qjA9g7SV6wjzL7KLuPtGHqGJ/oamR4VvsZw3t3TGjfzgnG5LRG9sxomDG9j/k7wpi39WB835z2MS93My/3MW/3s5bsY/6Zu5f4XczJ3cjZz/gdG21pEtkT4x2NjMyV/snJ3rw73tXkAibGujKMk298rMNYfwIs/ARMWJkJk/HDMUV+W8NmRruaQfbMWK90Z0fNnccs8bPjPc2OZ5pD3tyEufOYRY/Z8Wn5oqtVS/u1YumAVi4dcAN9jcamzevW3Hnffcf9z7//++NuueWOo9/3vvct/hsMFVXP04IB/7TQ8hmiJJuF2zj62AWb9m968/bt29+5eePOt+/cuPm65c389Gued6p7JXeqr3jeGl1zyVqNjO7S333+6/ov/+tr+l9fuk+337tJj6zfrfXrd+mxx7brsUe3adPmPdqxfVibN+/S5k07tWH9Dq1ft0PrHt0hy7PusW1aT751j2wv49ZR7odiHXkOpCPD5DwRVm7jhp0ybKKejeu26onYsI661m/Thg07wPbvxvqd2oTeG0vs0PoNW7+DjVu1bv1WwpRZt4s27NQ69F732BY9Rh2PrTN3M37DVtq1A+wi/27qABt3odNurS9l79TmjXu0ZfPeMs44evihzXrk4c3I3A526LFHtlGeujbupsw2raOO9bR9w7qdhHfpsQ27tI52rkPn9WADWE971y/Er1+/h3wG8pH28GM76JddWr9lWOs2Deth2vDQI1u1CRlbNm1TaLV08ppUzzlpUJeeukIvOO2w2oUnrF7bHd1xzv+69YvPeuDhe07/u3/4u1Nvu+22o//8z/+8aWPkyQ731H43GAFekdM4lScdsSjUmprR+N79Gt65S/s27dDwtl28WM+or39QK445SitPO1HLTzhWi1YtV9qoy354NnCVk7UzdWfbHBrMaGZiQhlvt7HIUC8HAZgxITlJnmMUhytZfMC48cTZ8oI2JJhC9nMu0Qwb8n2XEUW4THNBwYd5ocQ92Q9G4dCjjz76rC1btrxi45b1b3j00cfeNLxn85uvfMGpy15++Yn+ZZdxdXD54Trv9NVq+qiRvcPatWNYO7ePatu2YW0C6/Gvw92weZ82bTHsxQVb57F5235t2TaizVtGtWUL7rZRbdy+T5uQs3EHLumbto5oy1bSzSXvJuRtZr5uQvaWEmPIIH3bmDaTvmU7crbv12bybN66j7L7tYVxtWnrsDYhY1OZPqZNW/bLxuS3v71JD96/Xt96YKMeenCLHv7WNn37wa164L5Nuv+b6/XQ/cQ9sEUPfHOj7r1nne67d4O+de96PXD3o7r/nkd1n+Gbj+lByj/KON5MnTt2j2gnL0U7du/X9l37tJ227NixXzt2AvTagX4Wtvjt+LcTv+0AyGfhx0F4G5xs3bZXJbYvuAfCB9zte7S9xF7Ws33auWOE/hgt3Z075t3tW/drO5zugN/tYMfOUXQa0XZ02r5tj4b37dExa5t647XP1utfca7e8Krn+ovPO3H5Xbd99crbbr/1l+65995fvudb9/7ipm3bzrfxwTRxT3Z8VeWeOgZsBXnqansG1/Qvbdpf/c1fP++v/uqvfv5//Pe//tX/+dd/+ytf/9IX37JU4xf+v685t/7/vuZs/cJ15+qNr36BWqHQlx6Y1P+8a0afe2BcD+3pae+018hU0PRs1AxvdTNzUeMzmSZ4Q7O3uXHedkZ5uxifLogLmpgibTLTFOFpyrBP6YmYnpEOYGbWa2bO4JD/BBzIM0vcTNDMbCA91/RcBnqabWWabROe7SE708wc6WAKTJPX8pdx1D87K822Am+k6DXdIW+muXahacpOzxScNjjNUt8sb6el3LKOTNNzvQXkMrmTc+jdtDHcxgAAEABJREFU8prAnevWNNdJ4SHXCO03HqZ40x3njXNkoqWxyY7GeescMxgfyJ5AL+NtjDfdSeImpwqNg+GpXPvgay9xw9M5b8OZRpE5RvwwvO+bDNo/GTU65XhjDhoh3xicjM84DU+CiRTe65qbrWtsuK3ZkSmujLxedPZxesMlp+pNzz9Wb73spPT5Jy4+7eE7v3jjX//X//Ke//lXf/c7//N//J/3/O//839+4dFHHz2NN7zav3Qs/aB8IeQYJkEpM7s86s4LdWdmNDc6qfb+SXX3TSrjlMh082lDybIl0vLF0pIBhWZdeeJUINhhUfgCP31bYKiETk8FR/xyuZwnhwFjxJlhQl5HrQ5ThVshGUS8iBdx9htCiFLhg4KjrF0hYYYklPGWLhEfKBJl/8QVGlFP+gOPKz/3uc+9+M/+9E9/+c/+6E9/7S//81/86oN3feXtN1530eJ33fh89+vvvEK//NYX6VVXXqjF9VQ7N+3Wjs0T2rlzVlu2T2BkTGrHSFZiz742J2ItjfIGPz7R0dh4Gz9hTi1HRnqcNOQaHQ/MNWmUsTPKWBmbLDTCPBzjbX98ImiScTMxkWuct/4x8kxOBU1NSTOTHsPPaXK8IA9gDE6Td9bSxzJOCwoMRK/WNPOG+TfTSjTB/JhuOU23vPZy4rFz76z27mtp//4uLzXUOx7Rt6c9e+e0c8ektm4a0+5t09q3v6d9+zrav2dOw7tnOeWcxm1plLhRxuoEc2GuGzVDX48zUadabZk7ydXe1Exb0xiqM3Mdzcx28Xc0PYfbNuSapsw068BUq6dpQxsXTLW6mmp1QFfT5J0lbZb4GeazYdZc8kxzNTPWbmmcOsvyrAcTMz3mdIYOmSZmqcPWjVauSWRMgFHkjnL9OI5eU+gY8jmdc/rh+sWffYne9Y6X6hffeLl/7tlHLNqzbfvF9955x89+8867brzv7m++7ZGHHrt4+/rtDHoG3pMeYVXBp4oB/1RVVNUzz0BSc80kTYfk3FBRhMU1F5YNJtmi1c28ttjNaFGtpwGOnpN6v1ouEXuwZvwAWKJObZmK/lWKA4dJQ4crgnZ9peb8Ms0lSzWbLFELzNaWao68rdpytXHb9aW4wNwnorFM7QOweMq1QJnfwoYnpHcaK2Rom1vHT90t3JaF+1erC+b6VmiuCRrL1cbtNFeq21yuHijrqi9T1rdSYWiNupSbc4sJryZ9NbJXqVVbrbl0mUr9kdFtriINkNfyWzjvW00ZypNm+vRKTtYqQ5+ZMKSJXr/m3BLlfavIt4r6V6hn5evL1QatZBnpy5C7Qt2+5dS7rOS2U1uBf6W66NwzNFaRb5HacNujnVnjMGXEdeC1g5weZXP4ydOlCvAs9E0pl6tfMdSUurqG6k2tHGxq7aK61g55raj35Frjy4Z37b7gsUe3vuRb33r4ZQ9965GXf+tb3756x44dJ83Oztb0JJ+0SGPiHMcXjhdEsdkbopIYlMqpgUHQH7zqIMWAiFEqHHkSiSj8UcFKeck5p4R/KfAkevKTDeODQpZHIo8HiXxMODFxskrzmCunPk82VxooEl6ZkYIIkauEeLiNKstYOkGhXun8pF9FUQx6749GznG0cW2R67ChZm3JmqXOH7sy1VGr6zp8RV32c14pGVSY/g3lRR0emor1RSrSRcpS9jHGsBorlSWL1QVZbYlyxnBOXwfGsfoYY/R9Kw4pZ4x3akPqpIPqUrZHfMbYyPAXjaWK5I/kD5QtTA51FPXFiowhizMU+CNyPHnVXIYOi9T1Q2prUB2/iPG3TF3q7zA3k0WHafHaozW48mgVxE2HPnWSRXKDq6lrqbrJAPFDyqijR5uyBuXRLRlYLj+wgrQl6vnF1LEEP3U1Fqvl+xnvg8yXRcjCtXK1Reoli9VBjx465/WlcLB0Qe7gQnsHlZv85iL16kOlPw4uVexfqtC3WEVzsXLcvHSX4D+AxbRnSBl1F5QvGktU9C0tkeGf53MAnfqpfwD0o2NTM2po1vXhH0C3frqwJpcy1pNMPsypkXQ1UC8UekqcV11opJA1B5v1xrK1yxLGRvV5GjDg53Wsvp8qBpJazcUkquCfrdTeO860fWz1ovJQV5oOMqMG1GSypkmigh4abbe1jiP6BzgivY+j4Ts5Er5j65Ru3zqnu7a19fWNE/rGhnHdxtvSrVtwt4zp1m3jupW3wdu4o77dXMJ3kHbn1gn9INyxZUJ3bB3/gWll/u2Tum3HlL6xbUa3bZ3VbdR727aObsX9+rY5fX3HrL6+c0Zf3TapW7ZO6utbJvU1ZH6d+r5B3bds26evcRT71Y370Hdct2+eAbO6ddO0vrGJcuvH9VXa8PXNU9Qzh/w53bplTt/YPCtL//rGKX1j/aRuJ//d22f1Td4C70KfWzeO6tbNI7qTNt6O/l/fOIz8/fr6hmF9bf0IvIzCy4RuR+4dW6Z1J7iLNty1fUp3ouftcHYHMu7YPKq7to7pbvS9Z9uU7iHtm+R5aG9PD+6a0307pnXf9nHdC/f3cpz/TXAvbX2AuIc5cl6/c0Tbhqc02S0028nVKaLaXJN02ZkzpcpUoy8bUq1PMW243CU+C9GHGH1UTNis00aj4VstXo+f5GCkfOF8yhGFjwEZBtv8nXPs/U62UnsGncHhLnywIJxkmdFVPI4VHaf8oF/pzn85xeDxkt+sjRJeEekBmBspa9F2ZWOnJbEUbCkqjRhFylsGSWbQhIBn4eNIcwHZtp8sxD0ZB7kJaFK2BpyLztW8F6Qr0D+if5RF9JGcs/qcrFqDSxtyaVNjs13tGJ3RjvGOtnIasm06iqGjzbibOOHYwOnIBk45NnFaspW4zZO5No+Rl5OVbROU5QRux3ShLZycbBzracNoVxtG2lo/PKN1jJPHOM16dHhCj+2f0KPDk3qU8MN7JvWtXRN6cOe4vrV7XN/ea2lT2jgxp43jc+Sb1iP7pvUopzqbOLXZzonntumgbVYXp4Y7OY3cwUnG1pmWNk5Ma+P4pLbOzGl7q6Wdna52dzNtx90619FO1hvDdrjYNpdrG6cUu+ecdnBSs20q0pZCTAPa7LSZuI2c4myakjZNOeC1aQI/pzVbJqmfNm6l/VvhYjOnQRtHe1rP6dIGsNE4Gs+1CWwcy9Ep0yb4MWw0Fx63UX7nZNS2iUg6XMH3Bk6TNsyQdybX1lbQDtq3C3dv12m4V9No3qeRYkAjvJCMhEHNYrz1kiGMrUGF5hK1Q6qC8ZTSvd5mRBGUupDWfBjqzsz0fe1rX/OqnoOegaqTfopdxCLp/uqv/mr1f/7P//m4z/zlX570h//pPx2/fOXy9pFHrP3Gyacc/3cnnXj4Fw8/fNm38hjH123YrvUbdnKHvFEP3L9O+/ZMqNfDjGEBncHdOjyuh7bt1rfZ6O/nDvq2dTv1lW9v0dcf3amvP7wdbNM3cL/x8Dbd+uh23fbYdt362C59Y90e3bpur259FDwGHiX82ALMv4DbDsT9EPc28t32yC7d9ugO3frYbt22bp9uX7df30Du1x/Zo68/shv/bt1B+TvW79Ud6/eRb5++Uda5j/wjYEx3rBtDxrC+/u09uvWRvbpzwwjYrbs27tJttP/2jTvIt1sm9xvIvPVh4pF/x6PDunvDft23aZ8e4D76wa17df+Wvbr9sW265YEN+tqDG3Trw5t0B/rdRZvvWb9b96wD6/fobnAn/jvR+3b0u/3RXbq9bM9e3fbYMO3YpzvIc8f6XboTXu9Axu0P79StD83j69/epa9/i3Z/e4fuJO3Osvw+3frofuTs192P7tO9yH50yz6ufjqa6xbqsvHOsiFMznW1b3xaO+m/nfvHtYtrn7HptroYL5Gx52zjTJwajYbq9XrR399v0aT8+J9Qr0e5JBbyZv4KFcQOLMc/T4hdW965Ek4iVlgJC8Cxj8WLvNEFZLCy40YLkxijpToMi0RRCbEeP2FLIyl6vjBQPG2KjrLKyRfFVwlHjU5ewiW2jDajwHKWcdFi9RM/vV6PpsYUQfNvyk5Kk5pSdE58Qw54kp1Z/4Fcol4XZc2zoF1HPLRxu75650Z9/rZN+vtbN+r/3LZB//u29aX7f2/foP97+zr9r1sf0v++9UH9/e3f0ufvekT/dOcGfeGuLfqnuzbr83ds0OfufET/cNfD+oc7H9Xn7livfyT9i/ds0pe+uVlfvhd8c4u+eAB3b9E/3b1VX7x3u7543zZ94b4d+vw9O/S5u7bqH0n7/D1b9IW7N+tL927UVx/cpNsf2am7N+7XXRv26pusB9/GoPkWRvId63fq6w/vIH4cg3oWw3qmxN2bJ3UHuHvrnG7fNKevPzauW9dPEDelO7A2bl8/pjuYC3czP+/dMKF7NhKP/3bG+K2P7tPtzOc7qO+ODft0B/Prdua/5b/j0VHmzLju4QXjrvWjMtyzcVL3IONOypdA9p0lLH2s1O3ujeOlexcvJXeum9BdlnfDqO5gPbidOm7ftAc99+mOLft012Zc4u/cOKLb1w3r1sf26zZ0upU5/A3Wv1tZl74Cb3/1f+7QJ/7kf+g//sX/p7/+X5/n2m1cV191gp5/3mo977wjdeE5x/nW9L7L/u///h+//IGb3vObL77isl96Cc+7bnrXKhsFPzVUgp80A/5Jl6wK/kgG7CfFP/nJTx758Q9/+Bd//Td/+8PvefdvfOT977vpDxqNvvoZZ531Xy46/9w/eN7FF37wJZc/9w+PPeKIe8ofdGUybuOEZN+eKXVbkTc8p8Aba87COscbzxh3tmNsfhO513jmtGuyrZ0TLe0lfj8boWEEd5S3vxHucYeJH+GNangu07C5YP8CLLy/1dMTYXE/CqPkHwOjyBjlrWsEjPFWM447QX3j0z3Zz3ZM8uYzYT/nQdoYbz5Wv+UfszvkXtAEu/cIb3vD7aBRsN/0Re5wu4U+cxrhLW+k3dMIcWO4Y9xxj3cyjeOOzbY0MjWrMe6up7o9TbQ62j/d0Z7JVumafuOUGSevYQK/YQx3tNOTuQdgbd1PW/aRdz91DcPXftqxD/33mR8Yt/tIGzFeS7cnC++ZzbR7GpB3J/4dtH0f4Tb9lbmEzS5VVkhzvVyjUy2MlFntHpvR7tFpjUzOqWV/mZWNM4p/vN2FUGDPetsff+S4+pGJHWE0YDNgN5ggqrewZIZDiPIYABzX4M5LocIFD04U482APqZTDCql4XdOiPAgIS7FvDAkuAlhB77zcRgo0TZ7XltDaaQUSCC9lG95WXJMILrIgiSVThnHcaLkQzCzhYQn+cmyjHlDR0gmlWZEzUxOa9uGrdry8Hpt+dZj2vboRu3ftUcdTheYZehYqDSqMBZjkmqccbDdTkQmOtrMKcq60bbWcQJi2IB/E3GbSdsw1tL60TlOSFraOExeTlDMXT/c1rrhltaNtrRhrK31wMptII+lbxrpauPYd7DB/OO9+RMETiC2TPa0baanTZPdMt8G5JGO/BAAABAASURBVFqdW8Yz7ZpNtIvTkz1ziXa2vHbMRm2fKbRtuqutrAlbpyjLici2uaBts8QzB7dwErF5Ktf2ttM25tzWdq5tnJ7sZBzuBjuZw9sYvzvIZycyuym3p1UgP9MOxr1hF/PEsJPwbrCHObmnnD+59jC3d1KnyTH/HuTvsjiwA9nfBfLteAJ2HUhH1g7q2MZ6tQX+tzL/tjK3NjHHtpK2GXcLOm6eyrSJNm5hzm2doc20ezP83PXQPv2Pv39Yf/63D+rvPvewet2O/t3P3aDf+OXX6D3//nX69X//eh177OLjd+za8rJvPvjAz951zz3vfPD+B1//8O3rzlT1HJQMsFoclHo97ZWamJjwyuaWjIzuv3ByfPzyaTA6PHJ5LOLgySefvPXP//xDD338E7+/+/rrXtU8bO0Rq6fZZPO8pgJ021EFBkhkjXU+VbM5oFq9ITtuz/KMo8tMjmui6DJlObsS78zsCTqw+RxwySLb8izN6QkPm4XtDz8uRDmDbWwFdRYxl3BTBKXsZ0+EZ2t0tsmRZoPMdDANcsIZr6qFqyn6Ou/YjqstmVilCPAoH5BFNlk5A3uGTP+IvLzI1e111cGYybKunEMp8rO/i2SrogRRaCC4moeFyVnGmZ8bmDKNfVu2kZcgg4WjVY4f4eg3r5sFrUyGJwdZdMpcqi5oR68WQjsglyvl5hgdwh/J18kChkpQu3DqgC75C5/IYzikbIbOGkfeNOUSXU/+6YixUBZHoAn1BHAT70vjQyWxKGlERRpB8vwnUrtK6PEnygo5TlA85RPv5TG8kgV4jGYn5CJfB0pSxLiLyLfNPricfo2IMZALLhxlZPlNRS+ZV+VDBC5qJT+pgWLlAdLmPwljpMdmOr5/TFP7xjW1dxR3VHOTU4p5TwkTxSeMgFLfXGYedQhiY4sbFODU4vyly5jt0Hfs6+JQU+U4gM4uA8PC7POyNN4hyhM0Gw9d5nCHdmOTq2t9nztZvi7yDZ2yvNTlRKcb6+pwzdsKieZQAvtAhjZ5ejSl8E4ZhLWyHFeKaV29KE22uxqbbWuSTXwOpTJ4NVi5clzSR12H7NjUTImaZonDxtEc5dsAtUqZGbryDlHKzamzF1X6rZ4O+Up9cU0fqlooo8fzZKR1F2BlDBZnruFA2hPd7An1WHybsKFDOzoMC2uD9UULuaZriYU8c3CDLSXsKo1iiO3GeNyJYbh7pMVamunsU4/Vc551rC4+8wg955zjtGzI93W6rVUzM62jZmbnju92uif12t21iKs+ByEDDIGDUKtngEr2xwuLvEiyPO8vQugPIQ5A9lAz8asWpcUSzUwd1dTcywf7az9Td+7UyEImFpGoVIHFP7JTehaRWlJTHVBOi5teywekZc2eVvf3tHYo05qBXEcMRK0l/vAn4Ej8Jfolcy3N8hzAGtIP4DDyHPA/0bV4w2rSDasos2pQsv+nY8VA0Ir+oFW4q6l/VYP4mrQarKxLK+pRyw2NiL7SUuKGIKDODuTZwDxbVwoGyLN2aYpMaXlTWjkgZEprBqU1/fiRS7KWIndZKi1Lo4bYNGsYainGyoCPWmyyE2kQDJFnCHcRrsHiDIsov6QuLUHeItxB0hcTtxh3iQG/6Whh03PISYOmH2NxEP+AAf0PyBqoOSXEFSzoOZsGe48C/SVQngNgvCVkIIvoSowWr2B962sKbHTRJWW8MPDMsnLOxbr9wRQ9+adWq0WTI/RGnKkiqz/xTp5N2hGI1BcVFAmXieKxeJxI30RcK49VgY/Vn3xOkWAso1XgAHMRQ0ALYkgnn8mw9kb8FOKbeD6+hCPKoIXHJC94ozNZDpl4FuKepJPnGBkhPC6HZsnILrAeXBblgTjZUi+TCzn6d6XYBh26okPYTlMkk5Ax93LPAEGXfhsjjB8bj0tokI1F+wOASxmTK+qMTdJs7NlEt/E1SP6BJMribPzaH1tcmjotTaTFC7D4A+POxvIg42qA6hY3xWbqtHyQObBIOmJ5omNXD+gYJsiq/lyrmHtrFjvZ/w21gvDSZqalfczHRdKapQfgtBbFBvugAhIcLwRydSUYNk3WkiUM8pVLnVYt8Vq1yGsF+Q6j8lUNL/sDita2wwaktSYT2P9LtWow6rBBlUAdre4TusyH1w7h9kvLG9Iy2m7tNZi/bCdxpQtXNhdt/tkcNX76UdF4s/illF/alJY0JdQR9IoiQi01Ei+SS6Du/JyHs2YNQn2Cie7Uc1IegrqcjvluWwOhrb58VmpjkGbWv8E7r4SOTuVis3A9aqKDq89BxwBL7kGn0zNDofukIgnRH2CYBZoZ4WtFfsaKNFy37YH7f3H/+odvnNm3++Le7PRiM0Rydrmc1xLH7HGJU62Wqp6mqrHMLxto6OyTj9SVzz1NL33OSXrZc4/Xqy45WddfeqJec/nJuuFyc0/QDVecCE7Say8/Ra+/7FS9/vLT8J+m11xxqq5/Iki/HlwHzD0AC1932cn6Llx6kl592Yl65SXH61WXn6BXU8e1hK+9/CTCpxB/qq557kl6yfnH6UXPPlovBFecfaSuOAfgv/ycY/WCZx2ti08/SkevWqQmi3aqXIv6vZ518uF67csv1A1Xn63rrjxTN7zkLL3+6mfpdVc9S6+67HRddcEJuuSsI/Tc0w4Da/T809bq+acfrueefqQupOxFp5J2xhG66NTDCK/WRaccJvNfjHvxKYRPXUXew3Tp2UfoRRccB3cn6KqLj9eLLzxOl51ztC571lG6DF0vO+co6jlSzz11rS44YZWefexynX3Mcj37uFU6+9hVetYxK3SOhY9doTOPXq6jVgxqsO5Z3woFqYT1dT116m+k6mfR7K+nSr2UJokcfRo0b6TINjzCZoTGgt0egy2lv0MIcXCQHQB5T+rToS6zPcSAWRDgnGTwEq5TdFEBiPgDMK8i8ZKsLbIC+KXIB4QCO6pQ4M6q4Kgg9ILs76SIUyKH7khVCRMEIuXM3pgXEeFIJUwHTxpZ+BZ1WU6Vj0OCSuhf63EIci7yDbzJRl/P/OL2Sb6IYnoqRYsaEY1aUD/bVF/dqdlwSqzjJOywBF29FjVTnXDYUl144uF67ilr9dyTD9NzTlql55y4ShefuFo2bmzMnXXUEp3Izn3cykEdu2JI5p582CLG0ypddOIRuuikI3XRyeau1kVWnnF60SmH69wTD9OZjLHjVvTpJCyCS847gblwgd587UV64yvO1xtfjv8Vz9ObX/FcvfnlFzP/T9LlzK8XnnuMrrzwWMbzUYzrY3Tt5aeT9yL97Kuerxtfc5ne/OpLdc7JR6g/CezIhXzI1OBY9VmnHKVXv/RiveU1l+vN5L3mkjP1vDOOYm4drUtOO0aXMVevOPsovew5x+k65vr1VzDvLztO1192vF7D/H8N682rWXuuu/xkvepSwFrz6ktP00suOl4vOG0Nc2g5WAlW6/wTDtMFx6/Wecyl845fKcO5x6/Qucct0znMp+NWLtKxy4d06prlOvf4w3XxKUfqwpOOIG2NToLztUNNrRnq12FDQ1o1AAYHMJoG4HmJzj1ujZ531vE6+eg1qtdr9JeTLbqB8Vx0e2qPj6k1vFfdkX2cmu1Ve7rN2JVsONgwBw7j3al6DkoG/EGp1TNAKewTheAjlnzEI4dFH7PMdSYnThrZtvm1D991+5sfvOXLZz18+zf82J49GCI1xcCiba+fdkLAgtjsryvhTU2hq8X90tmnrNHLLjlD1156iq59wYl6zWWn6LUvPFmvffEpuuHFJ+s1j+NU3fAiw+m4htP0mhfN57nhRScTBywv/tfivvZKC8+nv7aMMz+yibe01155il4HrK7XI/f1yHrDi07SG198ql7/4rN03RVn6ZoXnKarnnMiC+UJesmFx2OsHK2rzz9SL7/oGFzDcbr82cfqmNVDbNgShGiI447zMRLe/JpL9DPXn6+33nCu3vbaC/T2Gy7SW6+7UG951UV6xWUn6fLz1uoF56wucdmz1+pF5x2hl110rK654BhkH6uXnneMXvLsw3XlOWt05dnzeDHui+z/7zh7tV5y3mG69nnH6I1Xnq43XXWm3vySM/QGdL/2+SdgWJ2gqy8+QS/FYHkpel+JrBecvopFcpmec9pKXYzhYwbPRWwkF4ILTl6t8zCMjmZRHcAYmd++gjikoA+9li8e1OqlQ1oFVi4Z1GCzrjqJXvY4OeflDASJlsdlSRULZaxxAkLwSX/qIcQQci4hQinD8e3llFKfcJ1zLOBRZjyQSfgsWng0H4cm5CkjyzLmIxenLlmvq/bcnFozc2rPzvF22lHgFMuxETjSKSnvvUQ9Kls1b4p4BKeSsEnlGOAOg8AqdOSLAJtBkXQ7eXF27ENilhHxE3zsZ1BMnolwfBlKQ5C5VXByMg8qwfCqYxgO9dW1gr5as3KJ1q5arJXLhtSsJ2gibLCgSL7FzUSnHblKF51ytF5w2pG65PQ1uhRccvph+NeysR+JkXKkTj98kY7jqPHo5QM6GiP26BX9OpHws45ewVg6CiPgaHAkWKvnn7lKzz3jMD3njDW6GOPgWcct1zEcP550eJ9eeNFJetOrnseceL7ect1z9KZXXKQ3vAxDBbyF+GuedxKG92o9j/ovP+dwvfDctRjgR+nll5yu12F4/My1zKnrLtPrX3mZzj31KA3VxUlEV65oMx67Ov+s4/TGV12qd7zhSv3MdZfqZZeeoQsZ6xecdJguxmB6zilrMd4P0yvt/+i54pTSKHndC0/U61gfXvfCU3SDgXXghhefrhuuPEvXvfBMXf/Cc3T1c05Gr1U6/8RlOv+EFTofA+4CDLjzS6xS6T9htc7nJeCCk1bq2ccv1/GrB3Xsyv7SQLvw5CP1HDh+DkbK+cev1amHLdFRHJGupX9WL1qklYsWa+XQoNYsbuiUw5fy4nMsBtrpOu3Yw9Soe8kzmphYTirHXHd6WnP796s9NqrZ0VF1Z3sq6HqGrRh+MoM9et4MVT0HIwP06MGo1jNDJztBKWLBjBFLdpTHSOlMTzV2rn9s9WN337nksXvu0JZvP6jpkWEMERZ05yQWTNs86s1UNc40I287edFV5IhyqNbR4Uuijlic68jBro5elOm4JU5H8NK9luPa1dxNrOI+gvmu1YQPI/6wwUJrBjMdPpSVV0KHU2YtOHwol/kPX2QuIL3MY2ngiBI5dRU6akkA0jFLPXUC5B4DjqYOu4YZdNxI92alXktNl2tpn9PqZq7D+7o6bqjQcdRx3FKHHlHNNIidSvYW73yhZUulY49s6tg1iU7EPfGIPp3AAn3iEf06/ZghHbVcXPu0tZL2rjYdaf+xy7yOXyydvCzRybT/xEVBJ4DjwXGDuY4bgJeBro4f7JU4YVFPpyyPOvvIhs5ck+qstYnOwD15RU0nLKvpWO54jl6U6JglNR2Du7Yv0+pGR4fhruQ6bWUz4HfAa1VTWsNqP0i/JFwxpYoyI8V88E1NAAAQAElEQVQ24Bq9vGLxgFYs6tPKxYNawVvfomZNqQIp5KN/E+BZHR1jIRFPlIhSnmcxTV2h735+rNDgQBJcwXg7sDsj2+pLPBpSJ0EFFu/Ce0UqJQr5Dsx/ImmB+FBq64l06ObKjbrH22hrriXD3ExL3XZHEeuCt0/Sg0ojPLKhZwGvU154Bdb9iFGQIsmAFkpcwJCRHDrwrYIWU4MULYQvOlSzXUY/0RPg1wQgVkZHp91VzglQt9ND96466J/3evRNLI3I5fTbyqVDWrl0kVYsGVJf3Qs6GKqFEvqvFnpajpGyui9hbEet7Qsl1vRF2TXoikbUqr6aBunCARfVR5k+/P3K1I9RsNRnZb7V/UF2JVoCv13PLO/LOR2QFtXaGkxbGkjmtIrrm6NWN3XU8hRDJwFOhy/OmI+51jAHbE4vS1pa7Ge1tNbS8kZXK8ByxuuK/kIrh6JWDgbkJFoyIE5NJF6X5DBRawnpSxJOMxs6cmWiw5eLfIUWpXMaou7FSUeLfEvLax3mhtdRiwodxTw+ZonXMZQ7knXmaO5mjuI+9EjCRzOHjlhMPu5g1wxJS9OOltV6INOyFOBfXs+1oh6AZFytqEWtajotSam3Xmgg7WlJA7360LlZaE0z6rCmtIQ1oh/u+53EwZYaqWMNEVc+PS1uBB2xNNWR1LuE/DVXiM5m3BX0maPNqTx9LvraMX6zuY64+6FPbWSQdd5xjA8/762+DzYGqo75KfZIUXjW/ETORXlW4IS6UtDE38dbpy1k9haeslMULPZKa3Jc6/g6uZIojBsl9YaSWl1FXqj8U+PdlnynpTA7rWxyWsVcV93prjpTPbWme5qbwZ3pam62XaLNZtIBvZmOejNt9Tji7E63cFuUA5O8EU/Oqn0AE7Nqjc9oDrTMPzGjdumSz+ROttSamFMLd3JkWtu37de9D27Sl+94TLfcu1H3r9+p3aOTmp6aUjY3i8FSaIiVZYDFPaFZrJKCDEVGXoSHgtcZHzpq+lxpzNWdm6Et0+rNtpTNziq2ZqXOjNSdkevOKeUOuR/uGnlHjaKjuiFvqW7I5tTAbRYtNUoQLmZVy0A+o0aYUb2YVi2fVr/rqM91kTenFOMqpaxvT4uGkWdOg76tZqRcnFE9tFTjFKvOQpnmXRa9jiKnB5FN0NGfNGW+WfSjx5j05Ctdy7tgxNTIWKO9CfD4DThGRYkkwWyJPl+0aFFE5JP6FEURMUgwC6gkIMKAE6Nju3QqHCMwqSmnxsASLlwXHDmcHH5ZvhKJQgQWRxnnfGlQeJ/KYOGE+JQOdbInEu+U5/RfNxO2lvKeU9aTIvZSir3RoO8bVF/zEh8SJOiTo7hBinwiYSwaUZD4J/vBOJkXiQDzxChBjToYJJ1epnaWq5sHWU2JT1Rn3tUcWoVcoeixx8EQOhMjx6bnjb1QyAzSGnlqXJPU6OOUvk6Ap4xjHIujH8c89cimNxkT8GLlYLyOnDpuGntKKGvwpKWMZYOPGflzJYQ9CL2OcpvnGP3KWhLjM3anlbemVLRnmAs9pYytBAvP3BS9EiBOuvJ2S6FDedxeZ1aJD6KZKgQPwLrewbFjfIs5EeMMfTIrpxboyKFjij59SVAjdpgPbeZTF2TU25GQ7eDR09/OflCduaheWzl1CX0Tylp5z5xJQFrylavG/K5ZmoXNzwBI8KcYIc7DO3M1FjNKwpzqok50rKGLo4wh0g8RHpkm8qwXnvnr4pzE3HasA95O6IJEc1VzTnXGZ8p4Nr9nEDD8lDjJO0ggH1FyPJz8WQyR1edgY8AfbAo9k/RJElsCxSSIYvUtkTI76qDhnGpMUMckLzBOciZS2mzK1etKG3VF0nObQWwo8g3lMWWR9QpFqm47aN/uSW18bA/Ypy2bprRp87Q2bpnWhi1TWr91Ekxo/bYxbdgKNo9r/QbcdePasP4AnhC2+HVjWl9iVOvWjeIHjxksHnc9QO5jyFq3fkTrCD/06LDu+dYeffGuXfr/bt2t/33PPn3lob1at6+t3ZM9zbRpctJUvW9I9cVLlA4tVpE01MudsswpLxh+kfa6hlxIyv+Y76F71uuR+7Zo3f1btP7BzdqzbVhTo3OanWhrenRWM2NzKjpBPrKmAAckJ3MdfLlYhliEHAuzZyFzkoIcCR7ezR/YAJJE6rXnNDk6ovHhYdxRTYyMqoVh1cQ4XLmsX6uW92k1x/SLhxosduJtG9AvXk5yXsE5BclCQhw6UbltGuVCmUv0a6JImiHI4xdpBpOBShYj1I6JT6L3rNR68k+WpoEDiICEkhWPx6Odd6kiCIyl3Nd4p/ekpLSnBm+pFHFJ9y6Rd/h9U3J1ytQU0d40Z6iqyKMKDI4YouyJpjgJ0doEF5KTQ4YYqxIy6Nsa8hb1J1q6yGuoz6sGURGOCsa9FTNJTvOPcyFyIhOa3lv0fOSP+R0jDIAnGinW7QnGVS6nnI4v2K2D8/Sd9U5NCfPL094ii+plGWOzR84gh2KmCY6szdb2okChaOVSNvxUAT6VwBXyZ3kpyEoDLSiUPFleyfHPygfGQzS/PLym84D7EBJ0qSnCm0NWUSQan2hpx/b92rplj3Zs26s9O/ZpZM9+je7dr4ndI5pgHsxO52rNBl5EwrxLeHy0pX17JrVrx4i2b9+jXbv3ao7To8IxHAFTT4YMA6GHsZ9hnOf5HOtLTwWbfkGDA/lC2XinQF/76JXSzkjB6cmO9u6b0p4SE9qzfwyMat/wmIZHxjXFyxDNlGesJXDinJfkaCtCI8Av2i8xEIDxkWGAZBgiBQaJbHSiR+IK6gyq1ZzS1MvhqiaFJKJ/oYKpkpM/xwDKMRIVc8YyNUUkAzNIcvpiempGrVZP7XYGeuIStNQAhRAmOHeSCea7+hx8DPiDT6VnjkaJzXbmgLUosgTZ2hYisyeGcjOzDcoWvIw3LvvLo5lP1OWtyt7wOr2cCdVVp9tVl1fRjDe0glkVvSNcaP/IpDZv3a1NW/Zp46bd2rDJ3L3asHmP1m3ZpXVbd2r9lh1at2WnNrDIbdyyn/zDCxjRlm2j2rp9Htt2jGnHrknt3D3Fgjat3XumS3fXnintBLuI34lBtGXrPm3lxGTn7lHt3z+l8cmuOMBRG0NjjsaZPdJhQXKNPnk7+cHYStKUlkeWnYK25SwQkncp8PK0Rc6GoBP7lfbumdBddz+iL3/5Pv3T5+/SV798lx751kYW3DFNjk1pemJa9kNuSfRKnEMGPEJiAi++hMUtIEpWWWSBjTnKsWqSVbbgRjZVUtXljXoSg2RsfFJjnBRNTc2VG/DyZUt1wglH68STj9axJxyh5SsWs5AVXAt0MQ476vH2mCOjkC28kq27ZXWK5Vt6lgVkZ5wsd9TlbbPXaZfluu02RlFbOfVGxoDpcACO5TVJYli6dKmJOhD9Y7l5Xpq0wQo5vgxCuZzdqY1OLduAMUtyNkJvi3KgbzjpCN0oXmRpCEyS1iGu1ZVa7UJznVytTobf0FWr1VGLDW92rq02/tx4pQ+doyzj12GAzrUydVpB7dlCkbqXLKpr1Yp+LV3cVLMmngJQXXCyl/5SYWLSxMck9blv+ifNAWIYS7k5ZfPNE+CgQKK1o21zLUTNwYf9HzKTsx021mlt3zks+w/xdu8Z1V423WnaRzbGmeQR0qylqtcSpWkiz5jmS8F7NktXoiBzkffUJH2Ia6DF/XUtGWxoyaIBLeGqr0lZWitZv7MGeHTy0dPrHukpriONUQxf7XZPu3fu1yMPbdS3739MD4GND23Q9o1btXPLdu3cvFN7dg1rYnRG0+MtTWGsTI21ND4yq327xrTpse361v2P6MH7HtYj336M+HF4jqIGMW0UqdEZIawrBScfBSd9gQ0+Mh8jbSpAoE8LFiebK14OHhIMt6jRkSlt3bpHGzbt5CVlhx55ZJMefWSjHlu3WRvA7l17NcPJZ84cyUCBMepYAR4H7XexoL3zoMVIj0oSL0+9qfOcpKpcH1P0GWjWtWigwZVbqmbdK/UShqwiMnqskTMYRJOTU5przZVxJItiMmNwglPgTZt3adPWvdrMuriDPp7mpJlmIcOVoJCKgrclVc/ByID158Go18Gg07+CDnUWHccciOWiUCCxhwGSsUDZEprLyf4WwiTW/ShvX5NsBnO9IDNWxKlCwltIl2PTNke1XeIzVvOCo9AiDcp9VJ4kchgC4grI1VjkmMAOeM7Rvc1kFsVYnq3X5M1oaAzgDig54DYHlSwgpg3eSuoKuDHlEqoGzGXDKXirCz6RfKoEmaZXZKULLBKO98jEB9Wd1GA0NXj7KboT6rTHVeSzinYMmxRKOC5OUydbXByLoXdBkYWr4Hi8oF0+hatkUDPtFGNmkQq3RMEPytf75Go1FXDHBqyIJeMwDvCwyGUSb18ROHJ4LBCPVI9cWBfqACfvUqW+phrtqFNPLUlVo53CnymlDxJOddhs2Jw9bR5avEQrVy/XitVLtWLVEjUGaqWhMTU1rUmu1aamp9m0e8rYlHKJt09Ru9Rj0Z+e62mKu+7p2a4mZ+Z4o5zTNO4MZacnJzUF2lx9BdpgG4UhyJROiPLF9u3bkfjkPs1mM4bExeg824BgQegYNIMhMYIBtg8jb+e+Ue3eO6a9vIXvZpPZy+ay/+EN2v3oRm3ftE279wxrH5vQXja/Ea72xrj6s3ZMMz5n2LTnsFxm8E8YD7NzoskMi7o1QCF6ZZyy2Eawgau+Tet3aP+efSq4BuhncPQ1xEaXyxX0Wwjkl7AXHm9sLU1CvZ526/W6dffj8T+ux3vvKGNAL5Xo9KQxDNCR6RmNcNU5zJXnyFRHYxjZe9nYd+wanzfG909r9/AU/dYp28YwlwkynQObeZ614TRTF4bt73F0Sc2tOhfKjfTIw5bq+COW6bg1S3Ts2qU6/sgVOnLNcoyzPtlvkSdYgnalwxTmisYBrxpGSQJ3SSTsUtXVUOg4dSYzkCubKlRwUuLaQY51oLCfqwiCy4ZS38RtKnV1NvaGYi9RbyZTG8OlNTajudEpuU5BHZLV6aPkcsnTTylIrAMxIiLtQaQYO4pKMPICxDl5iXmGl44qMOpaGJ8TXO+Ojc9pEv66naj2XKYWV8uz8JqxhtV8XXXmbKOeop+DoQKJ2eOw6x9DEnoquUCnFA48w4KDFNrgFLvUm3nVXaJG4oTNp37WjwbrSAO+jauMdk1zsjo6PCOruzSmnER2dI6aZS5u3T7CC9qYHl4/zEvZBDpnrEtCJy+PbO8tK5Wreg5GBvzBqNQzRSd2nMhjzYmsPRJsx8QrgFiry2EEFGldbRJbLFC5r2EwDChJ+lSv9zPRyGNvqCzm7L0mR4GpVfCWEZKU8g35egO5iZxziHdKJODkCTvy+ZjIhUSsP0IfIe5xt+BVImeBKizS8nry4jrcJEnkqcMzg+WIVyJqVOpSWZyTU5J4DQ7UWYj7dd4pfbropH6ddsSAljaC+jBaaoljKcW5HwAAEABJREFUZbOPs9yyNrggIqKMl4BSQbk4lFekLvZ0bd87q8e2jmrPWEedUFfAYAjoEL1TktaoE2PFjDzeVnvctxsK2hGIQ7Cc49vqkJNztME4TWpEJuXCVNhaxLF6AedZcBhlHK3X+uQMGGPe8iIkZ/Hs5XNsoB3JZfKJeIOrsfAmco4F1EUFYDtpCSeZ4Tltpw2cVGTBq4heAeQs7lnGRsMbZa/bUYYb6FMrF+WQXVOapgWc9JYtWxb1JB8MOBj1MaKfkCseItTtRk2ziUxjONn/ODvLkfckG8w+3ih3bdypHeu3aeemHdrPW/kkVwszc7mm2YhmQAsLupMFdUGPdvXyKNsfsyKWmxiObPjMx4l80v594+UVw+4dwxobHVfebSvB7HTqKhYd+qGngHEneTnn+JYazId6vS7/E1zvaP5xyPF4HcJLx1O7DY8xjvv3j09rHydxo9MtTc72NNOO6hV1RT+gwvWX6IZUGWOH4aEQHTL44DgflKSJklpDkbmbMzYNwu9rddVTacXiPq1ZOqDDlja1khOjpYuaGhqsq5ZKMCbnCzkVUjkREGqtp66EWEcwYCwwOWTzNnFN1THaa75fqepKmMfKysFNlljCeKTfVc5h05XTTMec76sPaLA5pCa69jf6lHqES/LUk5AvLVLVYlN1ZNfTfiW+Kc+6I/xK++RBgRzn6wqUYggr+pocbRZrk+fa1iM/Ul7qk0PXwHzNkRvRM0Ce6SZFaj3wMb/BwvNuZIBGE56TM3fUVFetNqA6+tdYG7144KTmg2pYVp7x43ipSSArcXU5N4jei8CAnE/hhPyI9gkl0albeMVkQJnvU0H+NPXyJMUQGIvM4OichOVDserzVDLwL6vL/8uyVbmeNANsiMwXp4QJCNuZi+XbVy9E5WyGttBFNsfIpM+TpnpsbFMcO8+xobRZQF0uFhKnejmNTEhNBZOusEU091wBFXLRK6Vcnd2ikUfVC6nOZG/kCW6NtJQp6FiE9F3w6HIAiix8nIiI5cj8MRQ4CFqI94QT6vVllFNRxudqsnAcubRfFxy/RpecdoxecMrROpXTh2NWLdfyJUvkfEMFC1dgE3BFQ3WfKE1FvOQTFlneiDIf1Q5B+6fbemxH1Ld29LSea6UR3gTn4K8THbfNUo6+OfW27doL46TT67Ah9tTLMxURWSxvAaINObpmcJBTnpNgTjW63JWPaffeEe0dHteePWNqc3Ll6INGs191TpIMNRZzl4iNqSN6Cq5bKJvJjugXD/Zr2ZIhmdvHZpp4L8kpeodu6IgOs91cdpWSuVQRg0dJnYaysPtUHjj0c/LyVOKcUwIZtXpT9XozpKm94+pJP3PCoKI/onNoMi/GoV9QqjyafomCq0m+riJ3sh+ubk+11J6YU5u34h4GCUqXeQrVFFQniP5wFNE9onNEHg2RT+tyoAiOPTOSFx6iV84YbHeiFOtKXEM16quzqdfSqHKTSaQk8bTfyckrTWvq45Ssr6/P4rGuigYbrhGrJ/k4yicxRu9KAaaXSqNqlvvIKU5/JsGE+WnvXCcwflLGT5N2NOjHJmgooHuBgOgYrGjK7BAzQhl+bq80wqnUFsbRYzv36pFtO7Vhxw7ZuIycDqUuo90YtbiRkVswrzKQc9IXbUL7QhED5YkIZRjaGBOeMSHqDSFRKBL6yivQX16JcWRJigyVCKfR9tYEReHUJal8kjBvhVGayQzjHuMxzwLlI5on8j7BlTpzhdozjivHulqtVJPThfaPtbVvdE57uTLaOzarvZyk2YluoP8LkPlULcbRVK/QVC9qlpuRdpayZvUxTobAoALzPXd15TFRUE3B2uG8isfh8AP6JtL/AW28m9dLSumHlH5I1CscruCJtvlI7h7oEtGlffiJiuTPednohYaC+iX6jGgdeGxNaDH5e94rMgYLF5XUKJWIWqPsn+SZLYlX9RyUDFQd81R0y8KsKYLU4e15ijv8Ue6ZR1kgx9u5pplE9jMCs52uJnjLHZ2cUbvTUcAoEFuNQ0ePDM9m4Ji4jsnvWTBS3twcCwDJcq6QZ5p6Rd60BLw8C5yPXs4yUB5RiGNa4mEBt9jH4ZyT88BZVOCLAshjRRAzWJ5JrsjCSlky8klkWR0nGQMsumsGajqat8djly/S6sGmlg4NybPwjPPGumf3qPbuHNHw7mGOYltaaNa8dAyTCGyjGhgc1NAiyU4i5jgq7uSFQnTUzWZIOwM1ZspZvLrqcdXT47Xd3AxiA+2MDo3AvEu7PTqiA+LVgteRkUnt5Xpj375J7eEtvzRQnFfC4uVZ6D17EdXINg5BeEpcDXi4DZyoyAWlaaq0VpsvQ12yJzo0k3L0aHEFMsd9QofThi6wEweLt8XSGLXsIrenbArqtbr6mk3eGusR2UE/wdMsmlHWWWXnxmiiUE1QU/IYXY3+T+RUo1s9Gx9joYfuWQLpTjZeEvLIOYn+Dj6hbKrAhlPAY+E8m4uXXWUFkZ8xKAhjyVeaNuV8TYExCg0K8hJlvBL5win2Ctn1nKJ4nAKuc45yiRrNmprNupx3rihiioHh9SSfr33ta+77izrZWIwxlb3pi/aH6NlEo3qMaWx7BdpayCugs+Ag0pYCHfMQFOaVpqxDR/KQz06WRjiF2c0Vys4RDN6xSXWyHmOAzbPIyWHSctlgj0hwiZchOgsB3Og1L7OUHwhYTVHYEzJDdxSDfRgD0jDOdUULcQV895hAvZDLjJ5AWdSkLLoh0xH23qmepnBbk6fNCe3xtM+hVYR4lhntH57Wrl1jGOqT2rFzXOs3Detbj+3VvQ9v1Tcf2qJvPrxNG3fu0ziGXE6dZqR0g9M4L0/2/0ltH57UvvFZzXHtlGceyak8BlJQoiK6EtGhjfOKpAY5BQvjipgoEfZ8J3LkCdFp/v+tmuGKbVQ79g5jLE1ohmvFgheQwLWwU6GENtI8xg/5Mb7smm7XyIyMKxuXCJTjy9ppJ4X76Ju9zPvduMPjE5rlpcTGJ1nkqTfxqXfOmSIW9S9GlfGpYaDqmJ8yz443GokpE6RUUshy3uZ7GuENZrgVNc6bSIe3pNlWW8NMolHu/CeYlC2OxSPva/ZmFZiU0WZ07ljskcOimkQEEum8Tfwek91QKLqAn3qck70x5BgP+XfFWfwBePIs+JGTu/lwuZBQnjUDeSpRmA6JhHTCpgy6yNMmxwlP5F07qM5GXgMJoMWyN8qRkQnt59Ri3+69mhwbL9/sCorzUdmEwnHjnohdScsH+nTmSWv0rBOX6qTjlmvZUIM0p5QFMOUEJlFC/bkKeCnYOBLbRKBB6DHvOBbGgH5B5T7jg0QJaBIbnzoYgxlvfd2uEwcwKnqh1D+lbR6eou+q8B2FtFDhnCJyHfU0ecuPPigkQRkLfZHUSffIFuWjEirwIKVRoSg0O9vS5MSUxiYmWRDbaCA5+BX1CKmO/vPEDrAx9zXqRAVhV/her5foJ3iazTwmoUu3BTRHkBPmXKFe7Kjs0+BQoSZXau1NE0XbJRl/rqhJIVXZJypk7VXi8HlkJAo+LVHQ/siYDt6XabaRO07+AicmUp22094QZQrAmGIRGbOOU7xECfKdWQNK5NlAaw1cnysLbYyFrjD8YqPeCE2PoYX6T+Zz6aWXxoLOjjyipfOQsm6hVBhReV0ur5U6iU0vqqPCtaW0J0e/R/rGSXK0wUXBUQAqH+88EVEW7xhgReHUBTntbuceP+kYbVYihgzjoFDigrwJREKkZ8TLhVOCHK/EZGCEizGWuChHXiLVpe79M3PaMjyhDRjSm9hgd810NEML5ig/08qVs26okCBOxqkhiSIHdXJSQwLxkXCqhG+Ekz2QHSB/hvVmYnZOkzNtTUx2NDzR086RnnZPdLVjsq2dU23WqK5sNOXRK5qRgqEzl0njvFhNsH5Ns37lnJbV5CSuXmLWUnCZgg9Kah7lwuMIDKzonByGv4MbB88IVY3TsxQj3TGmWt2e9jNvdo9OaN/YtPaNTmoK/ZK0KdgSwmWGlvcpRVO14GDP5Jy2km9kdpZxnhMvHaiV9z7a19PYVEcTU11NcSJtZXhvEFNBkX+KBbQzAdC0+hx8DNgoOvi0eiZpxNy2WWmLE2sQG2VgYhWaZGJP9qRW4dkUU9aoyJVDhzvxjIUuEi6YPoGJFFlY5iedi04Ji0UiyfMWFVnYIrmiJ6/B4ZIW5RUMjnWDxcKMFstHUvmJjoTS952v+fSFb9LjQpJb8JQOxSxHtEB0LEuOWlTCsQB5dEkYUd6+SEU99Vgleiw8XY7Ee5weFdw3sz6WhZwkh5xUCe1xKjDeer22nOMo1/VIy1haA++7XklIJPJaZbz0kObkCSdseF5OifeyJ8YCJxADF7xl2lWVEwqT15ISNlLPhuI4GharVEJOL8ufSyyuERS0pSAtsOl4NtUEzkWjLT5HVOES+gcPDbRavSL6qHwC+TLa0abNhh6nPEVEdVJtz/TeKa2lqoMa8D5BNH1cBB9CqI2PjzuyPqnPrJVCAfoiOupELQW+Cr6d81CXSiWPicVgeESuPoJ6ecB1KuDS+sb0tH62shnK04Xk8erBSdfCQfjFOM41bm/4I9O8kU9iYE9hlM3KJakKWsHQlvPUC1+OjVWUD9QRCXsMlDqnJvVGTS6hfk7icsiNWEb+JzBQjAKDp16hQ9kO+iRnvjhGkqM/XcmBI5mxQn8H9RQweuVoMX1q5QV/dJXIJHssOhAX+YoEzICh4xgHomyigvZlILCJR7gmmxUrQfVktZGSEPaILkekRD7jugzFQFVRzklopRbjZrKbaZyTxDEM6zFOUOwUZZwNu0VcgFzPvEkYP4LPKORSkbPSGNvWnohmzsauUiGZkMVERSfWmJ46eZcTH9pMngJOurlTB7kdwj3xpNY3iQK6mZ6BKNMtDw6jUowJaimCzOhIkyiDp5muHHxkjsCIwHXoZ40r0FE8aVJTkmIseuoA3qfWA5rNMs3QPoOddnS6haJLJRAFOegWF9ArHPnD/Ak0cz3QQj3+OKER7fPKaJeN3Yy25UFlrkg+mMBvU4XFgXD1OfgYYDgdfEo9ozTyTCqbWMDmJnNdrD3qMlPaeLpM8ECa94nYoGQbWrT5YsWMiAXX5ry9wSVMVNswHYuEAtOMj7P8uEKO5OVYKB1u6cd1klIqTllY512mroXjE1xkJU+AR56nDpPtkW9AjIgGJhEQiKQRIUO5iBEXkFOAQPlAurUvopulG0wOpXGIdSwTXuWb2p7xlr69cVobd7e0bXhWE1yXZAhGBE0NpXHH/ojfzbeKo/REwnihHSz2rEYK5RspcolHrBInJeQ2/SOcxzzKIPMH8kXBVyxh+VIWS8wHJZFrF/VzOtSnJNRUZwFNTY7Ed5CduljdjjClbVsoEVg8AzmiswWSRD7B2hCpF7/nOqnGlU7a7FNgY+nSoByesqznefP3ZHnSn76iLzqXRkdvC77FEwhZP0R0klI08cuBplEAABAASURBVNQLGJc53HdjoTY8dljge4RDucMklMbI4MUyzxPZEX7GKdY8nHrsXthfmpruldcEmzfv1pate7Vt2z4MlSkFxrL9rFXOphVqTogRewnwCgk6sDkJPkX7k1pNnnDGvcbsXM+1WkXaamEZovuT/biFHRJXtv3kPiozOHSBh+C8jI9I/SKs0k2lct4kuJZO/zm8jn4z1+P3xNM2wZ0jzsNSgmt6OmRavxdKkE0bGUcBf0CmIeKPloeyJRcUKhwjA72EjEg/4BA7/3HklTwB9MGoy3pBrVZPc1yxtLkizhk31reR9SBQV07+nNzsxWIfBhEIzh36mO7mOnJ4OYdL3c4VSuijBB08BhzvOMJKVoO4gb5EK5YMqJ9TrloS5DF6XOzKY0bU0qDUMhNX1Ap1fVCOzODQlfYqhyfguF5yGISyOPrb0oPxQH8n9aaSekMuSZTW60obTUAYoyUcyIu8wqWyMiUIBzmJtppbwtEuODVuo6Vp/iFajnyKnghXrhnz6a7kg0gJUcCF+QRVz8HHgPXewafVM0WjupgMByhmNtisscnErLAFppfl6rDS9/KcSRh5y5KKEPB/hwArQskywlHOKeE7kfh20bFgzMeK+BIsBmUsE7N0ycH6Ix+jEoySA/D4n4gD8eZafEL++XJOVo+oS9QpFLLFIDD5A7IjMJdJXr5RzWJU2N1vq5Op0ytk98JFdCrkFIFzTlAgArKVgS8VTuLEWHumMm0eCdo5Je2bCZohIaNMYDGVozSbg+MtOLJgJ9ZeKvWkl7KilPGqn4NQxJJLlWleKqS8m2t2elbTU9OamZzRDH7LjwjyokAAcBa4AmrP5poe62gKTI621ZrJ4S5VSptdCFKRy1zbimiOrCixKkEeWaSQVwIt0M2zuaUYJwknBwlvpkp4Y6RyO2Xp8tbYywrX6/WskH6iJ9Si2Bhk/Fj91B1RMNI2oVeUk33IpAJOMxVsOYV6uGawBPLIpfRPTWJziSCw4xWG3CsUbBgg4zZqbi7X2PgsJyfTGh2bKf0z0x3GcGJ7lMxAyXxg8woyI0W1RCmnJqltTNSRYSwW6OWUGqXMhcwRl3RCcPoRzz+XlNt8MiuZgRHJXDB+TJfcFSpoczACxLgoOarJcZrmGVcGZ9wxXsVjZXFkQYaiAtxEyktRCcX76okGmnUNcArUj5vQv6L/CxBdjVzA5NE+UZ/Js/I2nk1mJAeVK6Kfyawh1H4uycZVEgNmZlBdETglgTqLgjhRJFKNg+cohroKMSSRn1Nv4YkHuSMOuQX8Bx/JoYVWO3JKQ4N9WrpkUIu4Rh1qJhqoSYMMnUVgeX+ilUN1rVzcr37CNZcriT1a0aOtUcuHalqxuKHFi2qqD6Qq0igOhDlVcxInMQlrkF+Yo94lEjVH9GdJUfSpXA3jnGubwFVpwhWPYz4kwAOXkJ7AgIGyAW1zxohdy2DDlm2NtFOOujT/ODfvL+UTZUFHHidHSDCoBZ/KZz52Pj6SUsB7mVB9HXQMMM0OOp2eOQrxphlCKNtjE4G5UE6WwGTNi6AuG1O701Wr3VGWFyoXLWZP6dpso6R1kE04vIp8RWfLmsdvIIJPZAJHW2xtMWRxcAjwZE6CxPpk1YqoeZA/OLHYGiLuPEyuXCBvkLmRxZzT9jLd0qxMpI7AolG6LByFgXDBYpChg/1g6NRcR1NzPc1wTz7XDRgoTrnY1FiYgksVkeGjU4rAhNoMBf4Cvbvo30W3jqR2kHKTjd8WN0/elEXfx4YU6pLJooy5wfJZ/RgnnaywwxEVLJAZi2W5uBXSXKenkfFpMKmRiUmNTUyr3QvKS93qCvYWSv6Z2Uy7d49p3aM79PC3t+kx3J07x9SmLYH2BqEXG0UBAn0UCUdaZS5eeRflPI3g44lwzhHnVGPxrdubIgsvDWBD7qmXdUFHWdZh48+jfsJnZgbJKBjhyj0OyfRgyZd3QTZqHHo7BZnr8YvNELXLsKLDpQR8egM8qoTJplThVIAe3HU5ii9QO5Bvvg8pR/9Gk0G7nWCGk5kYC7SJcJCoUUtLJAly8kxZr4u8XPbEKLQiqwV+QthJnc0zoQMNEioh0eop5FyQxVmbrcJy1wtUjgLGicPv0DmR4EuWVfZEeJLFs2EPNJxWLenTkSsX68hVS3T4qmWcNqSyrrdsZYXw4kAiJ494h3xZIq6ncgsbRx4lEpQYaKRaNtSnFUP9WjbQ1LL+upaDFYMNGVYONbV66aBWLhvUUoyHGoaBYwSL8lQhqzzgCciOtDGU8dbeeXjCNg5SJ8oPaPWqxVq5Ykirly/WUbTjxLVDOvHwpTpx7XIdd9gyLeEUxf5eiSs68qHLKWKhxcStXtKvw5cP6bClA1pEOE30+JPS0FoSUSVHk7x0E9rmAq8a9DcqKMcgbOcJ11hSxpy2l5isYN4WQfZDyTn8FPDF0GL9CMzTnLyFOhieZqQEOjMyvqLIVPIZHu8jixI1O+fMAZYnkg5INL514KFvJE/IgFN9DjoGqp75KXcJc22hBqZTFItxVA9jxIyTXi9Tu93j2LbFQp1JTKokSeRxIwUdE8o+JRzLEAsPe7kKSwciwe50A/4oT8hWCi97rKxtPqwVcvyzMpl3ZdngPK5hIUyRclFDgi1skVXEwoUtclg4wUmxRClVkdOAiIx5JOROWSY9b1Di6iqqwyrC3qVe4VSYAcAiFAz4I3Gu8PgMkrdFAuHe1yRkoiryhDwp2j8WIFvIk0DeXCQ4CUPCDJACwyRg+IiyWXCyvxLahlv2TuWkRdIiaYVPlFHHDMbgLCdWLQwZu+PvFCJfDXE1RY6dLS8HPxoZneW6YkRbtuzX1m0j2r1vAgOlkNXnUsjijSvCZUBZuknElEAzeRdkm5AZVcESyeOpP01T1Wo1pZ5+4gSmYGMOWU8q6HcW7wI3hBBp4U/0oUrUKJyDOxsN5gojIWAMBeoUboleTxFgGcvlAUAGxEW4sR/kDhjPAS4Dm4KhID5nvGaUac+1NIs11MawVvRK4U6002GcJHZEz0ZT9hnKpLQooVkJhron3pu/1C2iVk/213W79EthP9iJURyEHpzn6Ek+9ls8nieEYN1SSoEQxpnklS8g4EY0jqRHRfTkDoBNTGWcj4ETg6BU4opP+IGTrG8TRmedPl7U9FqztF9Hs8kfs2qpjgID9QQG4BJ5LpKf8iaj5CAWclyjUFSe+BLkS0oEzm8K2UnGESuX6PjDV+h4jIRjD1uqY9cYluiYw+Zx3BHLdQxYu3pI/U2nlPlp+jIc0d0x9jQPOHZw6azest0F9UYQZFc6Da5umpyUDPRjBC0e0NGrl+iUo1bo1KPW6KQjVumY1UtFMi8ShRL0TpCT0vY+DMuhutdiMJRIjZgrZewaL47GOZ/J+R45O9TeRYtMxpuVjYyfNldUE9NdjXI9ODzZ0ginmfaS1mUuZMyL3MYqYyVKlJUyxkzHynUzdRifPSwXM1wirQ3kiPSVDPiNcxjAR+HHP+SMFoiUiDLey3ysB44YS6lw8DJg/XXwavd016wuJYlR7GgJW0UUb/ZBORMxYwOwH6bslpOvo5zNwDkn51w5icqJ51TOUnPEVyAtx2OuPHJBZLYx1xRIL5zH9bI4x2LveNMTiwbVKlLOpmdERulfyBvMJU0AEbLH4TdXlpd0K1eGWQgSJHlcz/LjFeSAQGShjWRyjtKAoDwuIVyRTzzkR18PRAYXnTwpZJNPCnk3pyZHyn0N8TYqNZtRtbSQvZHVvWPxj2J9VII/sGBaOVukzJjqsvHaImewX8E0DhAoMku84jlAdYQT6kpLt6Atsof2CJheybxQNk8R5XmjcxiP8zmDtZM3REdxh6Hi0AP15ZFRwkVF5JhhUkKJnK/J2d9DwaVScjpFFt2C/kZcWZZCCmwCbKqRDE/6k6ZtJ184KThH/5R9z2JvRsDs9JSmJyY0OzVVYmZyWnOTs5qbmlVrqoXbJn5Os2wYs5NTxE0RNw8Lz5J/hpOn6fFJ5ExqlquyXrsrmly2IWLkRNqQEPJAGCKogc9iEkGLchvz3a4KrjZF/3uQ9yL2UlTB23Vks4u8qfd+AgNFPCEEOBBVROseJVHzBgpjxtPnroylHywvOsyPC6+yP4lzxFm7Hi9HXEIZR8ZIG0PRg+aummz8/aDB9Yf5uSmhvYGKA7klDwcmK1GQtXUeFu/QCYnI8yWIo84mRxuL++paaqcnnJos5/plHhaXaAnXKcsXN7VsSV2LFtVlc8NRvy/lO/qCNmAwugUoSoJ4R7rDa0odcH1NcjQwsk6IsZKyTjR9xOAoaBsGRrdd6uyQ4ZQiZ152gr4JRoKjDz2nlUkWZcuMZy2yl6UCAyNHVs7cCBjkORUVwOZARrmpmZaGOb0cZhwNj01o3/796nY7ihg5jrIefct5SHnrD5tPBZwzZVRQN7Up+sSUl3Po5KxFTuW/0k+SJOfICay8aD/i4Ie4KPqIdNlDAJKc+LJghYOOAX/QafQMUsgzS21iMDPk8dj8cSxEMtDOiGsbU8Hx5oE54kKQ5RcT1fIyeZhsYoqJI86gFlcNXRYFm6wymfSgLccFLtUpL92onCOHIokKBpuocoj1ciGVs6sRrlPEwhOBbCONngVpHg6/K/MkEvnM74izt+CETSRlQU546094603EG5KBOEecw/hy1p4Fv+VJ2RjM9eT3vpB46wvWIu+VcOTvXFDqOjp8pdOzTunT2af069wzBnXqCUu1ZDGnG9EMuLZi7CqqCz9sEMhxiVRQT5Z3NTs3pVZrRh0W1oLFzuQH5OboW7DwlZsferiSi5wNsStb2BPyePRS6Ehsjt42Rwvbog2/DU4+bMG0664i9FQUXersyeQJbbwEswuw9Y5QRHJ0NblaU0mzv3QLTn1yOmo+zSnQ9xSHeSsbFQvrOQrqJ30CAoCLNtwUGU/dTktz09OaGp9YwJSmxuZh/5/LOP7xsWlNjM+SPq3psXEwBsyd0AybySzGzRyGy+zElHqtjlwe2GTpyihcxwmAV53WJLQ/9QkNsXHmqd+jD7F0VowOI6VQximWndIk5HOkGiyXrC9SF7HriX1yH/s14xBgN0Y0UQkfhY6SZ0w7YgziCXRAATLGRY8xayebhm6eq0f75t/URQkpwSBNuaargRRmE3hNGQ+pjZlei029K4f+NJgCUc47JEdFxh+dK8d497S/1KGcg/P8ODhzzK2IMQNL6FgQkzMfDoD55RaQEFcrkM34TzOJeadSfhDioc9TPgU1ecabK9tLHLXbJ1ICFUTnKKSONSLK5ogU0TMqcaLeKA6CVCOQY4DYyWTBlUzO1Wqgl+VqZE9k7ahzclbzDaUYIALBeQXKBU6Bu5SZyeua1YA6tcXK6kPKa33qUQam1IW/HHjvVOQ9Beaxoy2JGVy41q5Iv6AZ2kku8XLkNePE+UTynkhAw5xzfBOkgU724DFHge9IWpBHSpk7Ss5A2AEpErJ8qp6DkAGKBSbpAAAQAElEQVTrs4NQrWeGShgeLjL5ZHOAyVa6NplKzLfRjBQxhWzCmZ8ycixWztlUc7LJZPOMFxa1uZOYmWUzbvVY6AOLRFS5ebogWxxy59Vl8nZZINo+VYvFtMWC0EnqynxdOYtLAXK2kqxEo4zLWXhs8YlPMEbEolnCdIumh8cX0QdI+IPEJi7a5WR+lhKMk4yj2IxToYIrATslYK9QmQeDywNroy38wUk+SZWmTYUiyt4+n33KkXrbay/SL73lEv3iW16qa6+5TKecfKz6OFKJtFGeKl3EQCgom8ixaBlfba4dZlpzanGv1O0VythcIlnlXLkEWV22sIn6HAtboD8KXslySA3lmzvyyFnzUSn1eGsP7QogZ+EscH2ayCAWSRONiLI7rZ4DCFZfTEhO0a9Wtq1eH6DaOhK97NCkgNeohNqcaDbxMr/D72iLp/BP9sEYc/DsxD/0KZVkPBVUkLHh8DIK38aLV44u0FDqlReOTQLQmMjGIUtYgKP9B5RybEAm1nhgWAidyRokD2tOytjora6EDSuKOqxuMgafKCapgvPqIbcL9wX9VA4hhKOyRMcgAg3qxDzpT8ysoRIHik7elEWiD4KRVChhfAOvGD1VSnaKOcO11UyrrRmMr9lOT50sKBfZgX0C/OQFQqOjrENWLI2eGrJrZLBeF7wFUkWdEciRwECJCmLiyHkn5xLqBcEpMFYsTIKs/SWQZ/kjnEc26hAK+M1lVx85caih8o/LiQfOnXN4QLSCUS5ElW2NTh5ItJHxFkR9EqQARlmOgZ9j8NgLTPSRbDTO5WiPsYCBHml9UqvJY2SLORpZPwqlKscMckOprOTQSegZGXcqdXCMASf7K9Cbh9vaMNzVYyOZHhnpaeNErp1zhfa2AFc94/CdI8tj/DUwmBo1rzqo4U+TqBqkpnDmvVfEDbQlAjoWRh38ORXUGYBDc1sLnURLpVIXnAMfS3fojKQyfT5fRH+TGA5kq9yDjAGG6kGm0U9VnadWuC2zTIjomVyRSRSp3jn7xsMnMqks3hYhy0OUbDIWLHQUsWAJK5HlTqNjLW3dslu7t+1Rh6PShvdKWMACK2fabKoVvGaVahJDY9yAETLu+zXp+jWthmZCXS01NVvUNJl5TYdUM+SbizW1WCwzyhYG5xWQTZUsAmKjTZjvUaglxwLrSBcLo4XLBUIS66LsrriFsWAbUItF3oyFwAJUAGtnpEykYajJ8ifZn/ufns00MjylhMpOPGy1rrnkOXr58y7UC845Q8cetko16supKI9SFqIy3DZXBbOdTHMYQ/ZrurMYbD2OkCI6Fy6V/VcBe+0vXYLh0WmNgLGJGXmuWrBfqDtRrd5UQOgMVxx2XWE/UzFpVxjTMypYbD165mW9Qb4BP70u9XVkvxre6hYYQ4GFOKqI6BWdqF7Rq/wZnFqjX82+IVghLcvlXaJms09pUlMPBdronVGQPQqeLZvjy8FzivsTfoKXo18T+pNVnH4TRoRTQtu9a8jxxus8I9MMiNJoSBTRK2LUBtpcGBIpT+PjYKhg4BKX0M7EK/demXPKnafdSen2JGUg97igy2ZQyCE7IY8nzS3As8k5ZXDfwwigWnJJKTI9Y8/FNHrvYVVP9onOOVRkB5aLBWMmUgO0M0ZrIC35iJDvaT9drLm5tsbp+3FOiKZm5zTKmLC2mYHShace7YzwFlWXczX5pM7MRU65rzk5dHeOdjqPAeDp00TYYNQVJfgMLhIfldOiPFKI/ILzoATj0NFNKfnq5EkUkxTZdIDDpe55PVKFtA8euUiiD5PGkFq9oLTWX5a1NkiOqgCuWGsSn8h7yjGvHP0d0E+JVyHZGaHMyCkcIU5kYpqr4HRS6sjXMkXHaaXP6CeLj+Wc8/U+KaXd1mEY69GJ9uVU1VPK9WzIWhqoJ0oYd4kb1JadM/rmoyO6Y8OMblk3pc8/MqIvb57Q7bumdce2/Xpg55g2DU+r5xpavHiJVixfxtXVIi1dPKTlSxdp+ZJFWjTYr1rDeM6pJ8oltMd56qVy2uYwoEScFh5H2x1+AxTQ3GS+HH1g+pJMqpQ4qUZciusV5flXJlRfBx0D/qDT6JmkUF0qQoihYDW2GWNtY6bYZm1vmQWLp22CgThbZCye1VkEFclrccF2PWZWYEGda+eamJzTzHRbPTa5yOaXYxD4NJVtyA+v36E77t+or969Xl+6Z4P+6Zsb9flvbtA/3rNO/3jXw/riNx/Rl775qL583zp97Vvr9dUH1ukr9z6iW+59VPanq1tUnDnHoifqZ/GyJdX15DjKTnhLSm1hQi8zQAqb1ISVJCx6XmY85Oha440rAWIxCywm8okMLklx8CPfOSeB2bmONm7Yplu/epe+8H++pC/97ed02//3j7rn81/R3V/4qr55213auX23MtvIag0JmT38U1Mt7bG/TrtvQsPj05qZ6wo64BpdCo8RIM1y0jSOUTLOffckG87cXK+UEwraR54Ct4sR1WJzmsPYm5ueVYvNqdvuyK4fxONZyRyLuvVFzo7T5oSm3c64ooAbypeLMZuIY7EMZIq0v8mVTrOeKvFBaCMVHdBTtN/UMRQ9sWrSfCf7J9UkZ7wksdfrRf0ET54zzgJdRw0Fy3jEm3qvGrzZi67osxidVV/CUZuPkU2lKOHJ5OlN56Oc0xPgFvzmAhZ350lHbaVUZi7A1hWNlmflt5OokgMqOeBSTJ4v7z2uwQmK5SQF+EUz9LIdnIgn+XG8ARioI5jrkB6dV5JIiU9KLmpJChNO4gQnctoXs0KuiGIAUX8QRZTDSyEpOqcAerwEtNtdzTJeujbYyJQgxzkn05hTG1GnXAIxtDHS/+Wpn+gQMtjcZiKZRGQGFcynCDcRrkX+QH1zrRbG9Jj2j4xqeHScF5JJjXD1Zv/B4V77k/r7J7V9z5i2bR/W/v3Tmm1lKgLtoLxDlqPvpB5xXfVsrFGH9YXQNcNC44BTEQPCOSc+cuKhkWaniOaHEFAxysZEjc0/INteHrZt2adNm3Zr1077ryq6csjwdLxzXo66gxn0omaM+C7z02FMzfWcpsF4N2oUdyxPta8dtGcu00hLGpmLmuBEuGBs1geG1OgfVJ2XrEajqWZfnwYG+tXf368UPawPqAijNshOuCZmZjXOnJ7CbdnPNFF3wlqUMpgYekanZRfqq4CXQhFOpCAvOcfMkPJgcRE+YihiAQuqnp+UgZ9CeXrspyC1Elky4DIXFAI2h1PKeaVzTgFEsTSwWDquYDxvY8JfBCZQ8AqRPJbuWESZ/LbwkKTAJMtDUU5SJCohPaV8nTeblPvdvaNzWr+jpUd3trVub6b1e3M9tjvXQzszfWt3T9/ej3840wP72npgP9gDdrf14J5M396Ta/dMkP0naIWj/nLFypXwFpXYW1WYU8LCF0PgeD6WxkhAx+h5o0H34NEbv0tqCr4mi48sYEX0LASSrf3sBaXukYbWKNuwxYKNYXpkStvX79Smb23Rlvu3aPt92/TobY/p27c+pIfueVQj+8ZV8BYoNAjBqcub4wwGyexcT7MzHc3N9tRh4YshkXgbi2z4WeFkKIqEsp7Nz1NjojRpqM49eJo05T1aBMkUjCyqAdugAKy15CeejwPBInAdbRF9o0KK5IMEuRAU6ZOI66LkyddghXRsDHVl6ucUoh66SvOWHG+YPm8rKbryXBs5yrlIIeTb5lXKsM5GxpP9NJtZjC4PwYeIZowZLSAqp56ajUFSPEipv4aeNYySOmiQ3iBcx/VFTtuKxyHyfgdB1mbRZosr/ZSTXQvQLgFHG1MMsVpO2zHQzJ9g5Hpgxq7lidQTyUvHlM11fKdJEhwJRUGHEn6yH+89lMIoOpoREGgfTKtArwhUZPRBwUiR7BSywTxr0HnlFZ9x44ICus/Xn6sgLmPzbbEhTk1MaAY3L/c0h/qJbB46ZBS0KcBdLPkKoi0quxTZMQmKPpeSnuS6CrEjZ2EMmcB8M0zPTGN47NeePfu0Z++wdu8Z1q49I+Ufw9uxc1Tbto9o67Zh7dg+rtHhltrQRIdTh8QAk8qfz+qqlmZq1KMSlzMLQ4m680oUgcMYFW2vKw0NuV6q2E2V5HXVQk01TlPF/ImZV9F1Gt49pR2bh7Vtwz7t2jam2YlMylJ58or5FQuvetovprVc2lTa6FNIkdPfVKD+XjanEDrUnCnnOtUMpSgex9hMEhW+BuoKrIMxbaiETxWYTQXzzblEPiGMa6enXSrqZIXaGJYtDMUu/jxEZSwwOf4iSgZ7YerR/8E5hYU1KqNsEaOIQrpkxnviXBAjA42qz0HIgD8IdXpGqHTSSSfFnnoh8b6IIcbAJIq0zDmveABKxDZAOMVlQSDeuZpiTJigTpY/8m2wN4GMSZ0zWQsmcwdjpsNCkrm65vJU+6czjXaCplg/5nKJlysmsVcnq6lF+ix5p4LTJJv9VO41lScgarqQZkELeSbL3miCLRDeywHvqBRtvHfoKBbZVErrChgjOfrm8qU/4eQg5S3I8Qbk6/3y9aYSczlN8Sw8SiiHLJPmQpRn0a/Bh6eRGXpnHa/urNfcjFNrRpqdlWZQrKB9rlZnEaMe9Iq1hgLH7Q4jI/q6ipAotyXYNSSLSxoKlAkcxwe4DC5VsHSW5GjgNb80nHLagv4uSeR8DdQBMigbQWBBLEgX7QzIEIhwROVy/GtyatVMPRKlRppokAV5oL+hRqNO/xX0WlCtlgp61OVtttOZK92CDUyhIDrIO5WPOSkyQoCYMubJfc3AW17KQFPnxEf2FfDYgh1p0zw8+nkIMDhBkFCaDTUCJ6dkASluip64tN+VIA05DugJYRH2wFwr7+WVuHmfSXSObyBP3d4xjpzMH4LKJ/JdwEuIeZam6UIskU/iE+afgqIhSdAjkep0LY2jTkc0H3QJDl1oQ0TXHOpDcGymaMImVrCZoaqcD0pskBLX47RylhO2dp4ri75EhzJZ4ZnpXjmyMmQWLmGYJLSxBuqyzbfwNcZwooDQInHKnFOOW1jYyviEK8Ss/A/zWr0Cf67ZDm47qNVzamMUtJnHrV5dc+0aV4lN5mOfAkZBYCwWtLPAOI412mRjCfnW54YQJOecEkl2slVefuUEilTi2tfHhrxrKjLuI7pHeQm3CDWuSzPNzBWamc01PdNTmxeEQqkKm1tJP7bKIk2gU0tDGm1F7Z3JNDzXksNAGhwMavpZ9YdJLUvmtKKWaylcLkH8YpSxX2Nutec0Oj2n/VNtjbdytZljhW/AVV0ZephRkqN5jr8XJWwQ9egrO8U1Q8VgcVH0K+PKnOicIrwG5xWTmgrakqNz8ClD3ckMmCDhxpgzVujaQhIx1edgY4ChcrCp9MzRJykSlzYassnDIhGZCBILUWQhK5h0NrHy4CQmUQTizcOx+VtazoQsnMQ8E3uoXC1VTnqbhaGd9KmVDpZo14a0Y6KtfSwMc8y6yERMKMvSw+ZZqMHJR0O5bV+o8QAAEABJREFUeJlXEkStlsPLOyZvTOYnLJQHFqfg+lSoT3lsggYLREO9WGciNwFSqDsmDUVfJy1RNzplLlFEZ2GIRBBIL0gPoKCdEeTyyPUKzkmgJAIyEu9oeqqQ1BRrAyx2A+omgLb1aoNqIauTNtT2iVrk7+BmhDMW5Qz5PYyQHq3M0CujHkOOv4RPWeRqyG4oIicmdfwWTgnXFNOactTpSTDklSEnV1OF61PumzJjLYPLDLnWDmtTZJORtZfOdJwaOAVaFskVlDqnJHGKtCmD51Ye1CK15RJ1kdHFQMtpZ5EkCuR1jvxeZX8kDjlO8p7C+gke+7EXHxRUKBeLb5SwV1VQdwYfHdMD3rqurq65Bvw9ODN04aDLiCmMB/UpxD4kAcaD+Q+gIH5+jDQZJ98DyubIyFxDPdecB3x22XQ69EEXDnslEmX0Z05zHZhveozQUsBDJOpJf5xzERkFFNj2g4OoRDIjP8C/zaMefdFBjzboYNjmjL+C07UCHQv6jRL0jTCkpQRtnPPMBTHmvTLGU47x3UsH4LFfXduoGa854ZzThAx5GW3OfF/Z/g5ctuDF0IaHLmkd8pSApw7hjPqzGrLgrKu6Osy7LoZD1yGDOdFjTnT9oDrO6lykrjN/v9pqak4NzdKHhjnkG9rIzdArULZAnqP/rU0+RtoV5RiXkbZH9AhcyWS0u0sbW07qMI6zeqqsXleXcjnzOufFIGPOZBg/Wc2pC+aIH3eLtWHC6fZ1w7pzPdiwV3ev26w1R6/QNVedq7ddf5He9vJn6bXPO16vOOdIXfOsI3TtecfpZeedpDOPWqXZyRE9snGHvvnYTn1r0x5tH5nWdGYcN5UzPrOYMpYTBXQNjN/CIOYurcjppwI3Mo7M6CgwXPgw/q2vPf3lVVAuEzLgJyCvoN2FnCJtDbgBUhgSEaf6HIQMsEQehFo9xSrdcsst6Yc//OFVH/zgB4+5+eabj8c94f3vf/+JB2BhcBw45iMf+cjRn/jEJ44yfPaznz3SXMOB+I9+9KNHfvrTn157++23r354w2PH9rJiiZz3TAgXnZTzZtbmaHKO+2w7orQfuuywo822e5qe7WiSO+7J2ZbsD4nZpPv/2fsPMNuO674T/VftfULnePvmiIsMMIIAGEACjKJISmAASYCZABFIAsxJ8jcje6yZ8fM8fzOyxpKfkzy2xjZnbMuSrWCJOWdk4ObYOffpPmnvXfV+a3dfAEwSxxp/pigenH+vyrVq1apVq6r6NmwB2aLrsOHNrm7oyOS8Hp1a1rGFpo4tNnVkrqFHppY0s55x+pAGhwZ0+UU7dM1l23X9paO6/uJhPXNfvy7dXtfFE/26eNuwDm8f1dhAr7wXxjtiAKQGp7X51Y6mlto6v9zRuZVMZ1dyEHR2VTq7Uug88fMrbZ3DITq31NQU5ec4Xc23omY38jJ+foW65J1eWNeZRQA9C84vb2i20dJGlrNRaNOIYBbWO4VmOD1N8VRznjbst/zPNIPO0O5Z4mcbmc5xcptifNMbGW/Yhc6TNsmJzv41wCx9z3Bym6HONHWmqTPVLDRF/mRZryurV4L4NP2YrGa5YpppZTJMc3KbxrubbkrTWOhZaAnant5qd54+FlvilFdoyZ6YGEcG/wmOY71ek0u8cucZX1AjOM3Cg/E5Tb3pttdM22muIy22g1bazBVzbvNaqnqMLs/y2vLy8viJEycSS8OJcwYL/6Q4d+pcL9d1g+hZDZVzEcubOaeNwmulC+/0v9CO8OE1200000k03fGagm4i3Ywjg+km6S1XysNksgmTD9iQpjbI24jQ74eNd4r6k9Q/3/I6z7gnaWcS2U1xGzDVKjTdyjWHzJegJJVOVA7TUd4XeehLQlJn7GjnTzryJ8v92q/9mscrqRRFUZXj/gMh2zqy9ldZY8vtXAvcAixkTvO511yeaBY60/Wa75IGf8vwxiUGa4N2g0raoZ1FdGZyra3T6PKxuTUdnW3oBOvw5GJb57i6PDKzytPqGljRUdbo0UkoTySPT63qsam1Eo9PrsniR2YalGvo8elGSY/Pbuj8Wq555LXAnCxCl6BL8LXYFrcShc6x9k7O25pq6dR8Syfnmzo+t6Hj8xs6xhOv2YOjCy0dX+jAV4cybZ2lzDT1OuhAkFfkP4ai+eWmjpxa1P1HpnX/sRk9fn5F59a6Os8am2ScZ3g+nUaHZ9D/KVtX0BmLM2fTza7OYatOsm4foe/vUfex2TZyiTJZHD2/ih3q0wuec1ivueEiveba3fqFZ+zUTZdO6HkHRnXt/gk96+AOHdg+rHarhVPS0InZdR1DJqfm1jW1sqE55LwEL+sssjbryX4pmKkrb62CEhyWVAFnxea1jW205xtUSJ5bTYfzGXGsuoVTJ5dgWW3mscWa61KocF7WRpS3NVbjtmzwD//wD2umc9/+9rcrn/70p6sPP/xwCQsb/uE//IcV2ycIJ1YOYM3Rj59//6tKwP9Xbf2vSOP/6B/9o6vAHb/xG7/xSfArv/mbv/krv/Vbv1Xit3/7t8s4zsiv/v2///d/9e/9vb/3qzgzv/p3/s7f+ZW//bf/tlHD38AxMfqrOCq/8uu//uuf+vt//3/7+Oc///k7VlfXDsaICy+PaXAyp2RpramFlXUtcbW5yqa9hOMxM7+i89OLOje1oKnZJa1SpptHFSzOAJrdqHMYxe8em9ZXH5vmxDKjLx+Z1Rcfm9Qj00sYtkIdeti1c0gvveFSvfU1V+v2X7pC73rlxXr983bpRZcN6gU4LC+4dIeuvXSn9m/rVU8qeTSAdYyRWNZ3jp3TVx8/v9nukQV99vFFfebIkj5z1LCoL5D2BU5Khq8cm9c3Ty7pW6eX9Y0Ti/rq0Vl96XF4enxaX3hkUp9/dBreZvTFx2dLfIX8b1N+spGrg2HpIpIGG8LZubbuP7mq75za0DfOrekrZ5c2cWZZXz+zpq+faujbp1r63pmOvnumqW+eWtE3Tq/q62c39LUzG5QxrEPXiTf01TMNfe00OLNepn0d+rWzF/LWyFvT16n/NfCNc+v0uV629VXKWN2v0udXaeOr1v7Zpr5Fma9be6foE3zj9JoemGzoHMZ6g9scz7NWBUSMohnT08yRbRgPTa3rW2dX9K1zDX2H8HenmnpwsqlHpzfKjWUB49sJbH6skcg0dPNs/Dvf+c4bPve5z90+Pj5+x/bt29+za9euOycmJu4ifid4z/bt2+/Ytm3b7T8C7yLtHb/zW//4rcvzy8/POsVYdAkOcSp8MJ1fbOoRZPsAvHyXDfI74FvnN/SNqZa+Pt3WV8FXwFeJfxU+v1ZiQ1+b+jFgDF+/AMo8EbY04lbvq2VbtA219r6Oh/KNyba+Bf0ufT/AJnZkZkXLmVMHXSg4FYeY1iYn557xwP0PvOXgrj3v2bNz5x27d+6+c/fu3Xc/BXcRvnPPHvL37LkDegdyun3Hjh3vJPzWf/pP/+nb7r///l+en5+/xDmXek78QU6rnaiTbH6PMPYHmb/7bU6mm/rODIDv702v6YGphh4m/QROwBq6mcVE4gRvy3eNU/1pHPOHcTS+fmxBn31oSp958Lw+//A59P0s63FaX3jonD7/IHhgUp99cFKfI/9JTJE3Q/qMPvPAtD5P/c8+cF6fe+g8aWf1uQfP6tsnV/QY83CUNXFsvqmjOPZH4eUxHKEHzqH3R6f0xYes7BnKn6HeGX2OPj/zoPEyoz97cAsPbNLPwMfnHzyt+09Ma4nxZy7BicYGBekbD0/qn//7b+k3/+UX9Nv/5iv6t58/qi8dXdVXji7rK8eW9cVHF/Slxxb0lSOL+iL0S8S//PiCDF98fJ61PqcvHZlkPZ7R0flFmePbUo8y188TlFfFOY33STv6Mu0eyLSX273tvV4jVa/BakU93M4kPN028yjOEjj1Hh7F4WdDj52Z0QPYokdPzuj09IpmkPv88pqWGxtab3fR6QLHI6rDFfQGTqf9Evx6s42tjIr0WzDfzW6OE7aqyfllnUN+k7NrOjezpDWcqyx6mQMjn7pmqzN2/Pipl77r9nd8rH+w/+OvfOUrP/a+973vIzfddNNHXvKSl3z03nvv/Yjhb/yNv/GRN7zhDR+55557Pjo6OvoEhoaGPmoYHh7+CPjwFj4E/cAVV1zxyne+8507cGawsvr5579AAv+VBfdfwNF/gyozM5PPnZ+ffev83Ny7p6am3jE9NfX2mempt09PT799egpMz7xjamr6nTOzc++emZ25fWZm5vbZ2dk7NjEDtfjMu2fJmyV9fn7uroWFxbtmZ+dew7v1OAqalMcw52VOhy2qVU7hhjUW2FqzoyUclQVODvPL6zIHpslbd87idSwmh3OTFV7LnPLPL3V0ktPTUU5cRzg9HeNKdKbRUUtRBRga9LrqomG94GnbdOPTRvSiKwf0nINVXToedOlEost21XXJjj7hn6jmJHtUCE6cWNZ1BOfo4clFPTS9Chp6oDTcTX17pqVvY8y/i/F+YHJdDxN/fDHTkcVcj3JyehCD/71zqzJ8l035O2eXZRuQpT+E0Tc8zMb1ONcS85y6O6GiTBU1skSTq4WOzXZ1ZCHTYxwVH8IoP8xp8FFOZkcWSJ8zZBjBXI/Nduivpcc4IT6EEX+QK4n751p6kHYfnG3pIXh5mPSHF9p6eL6jh6n/0HxXVq4EaQ+VaOqhsl5bD9DmA9R5EFygD1q7pN9Pew9BH6LtB8s+Nuhjg/6bmupIrUpdRa2ugHMSuCJvdCMn5wU9Mrmkx+aaepx5egwcWYJ/5HV0satjjPHcalfL3UKZGVN0Ikp2khucmZl+1crKykdareavbGysf2ptbe1TGxsbn2o2m7/SarVI2/hUq7VRpln6BZBPevNT09Oz9zTWNp5b5BoypzZnYu3UOcMJ+gib86Poy6NseI8g24fZAB+aZ/zI8v7Fjh7YwoPw+OAy6WwKD4AHl1r6IZD+UIm2HqLsw9y6PQy1sNV9cLmjB7mBe5BxP7iM/Ik/jN4+StuPMSeP0+dR+j+1uKGNkKC3eMpK5X210ljduGJxeeldq+uNT6yvb3xqfaPxqfV1w/qvNNYbF1DKBvn8CvhUo9EoZbK6uvop5PeJxcXFtzYaa5exT6UqZZyowQ3SWXg8zjXYUW49juK0HQGPI4sjxI+QbjjOWM5yC7gR0s1TNpt6oURNdHaOm4QzjOco+vAwOv8IJ/7H0aNHZ9a5yWzqODI8xnw/ztp8bHqdgwMOz/SaHmHdPIr+P8J6ehSH7eHJDRkeOr+mh3B4HsJZexDH/AR1z3DVdRb9OMvt5LnVts5yS3FmpaWTyOqRSdbVmUU9eGZBD55d0EPnFvTAuUVAOtecD5xd0wNnGzJH9AGc7AdIe/Dcko6zOXMBqYKx5HLlbcLjZ5b0p187od///OP6Q+hXHp3Xg+c7uh+H/v7TG9ANfQdn/HscCr5L2ndw3L9Hm9/FsTc8QF+Pcpz2M28AABAASURBVHN7dnVFTd7AMnl1Cifne1RJvJIQVGysK1tflTotuSITt4Rqc3vVRS9b2LaN3CHXlGcwp5xnmi5t2O3k6dkVHT+/oFM4FNOLDS0gg0UObKsbTa1jK+1PGJTodrXR7qjBrfM6N9LdPCjQds6V2QZ2dW65ofNzqzqPPZnErkwtrMocl8CC4yvJuSzLhxaXll6wurb2sW6386m1xtrH19YN6x9Htz7WaDQ+3iBtY2P9E61m85OGTrv9KfAr3P78atbtluh2Or9q6HQ6vwJ+FfxKt9u9pSiK/ZJ+vs8ihP+S788Fh9Qaywv7iiwbcVEVH5X4GJMEpTI4eaIOeK6OIwgepeOaLySKIWFnsXtCA/Fo6WmIoRJjqOXdPPXOOY/j4DB3zkkCBYFudJvv2eiuLe6MjK6kDBSsnsi1i6deQroDERRWlnpdwi3KcQuszIlFKXI2kcRC9dhVb2ipWjSVxraq6qoaOsTbqruOeiuFkqIrFyJDcIo4QQVtdmiz66TMqIG+crhvuapaqoBE9hYdajWFag/hutpsLGtcw651o9YLaQ3Ds8YAWoyxXdb16hjlNNrF0JOtEKVIfkGfdvWK3yX8FvEyoA3SupYHcmDjM7424MfQJL/FaJvEnwSGjnTrz2D9talr+dZuiQvlGV+zrO+0Dh+WZ+WalLe6bW53mi7RhTL2XNOEf8vrlGWcOhjTgrdtec+TXa5u1hXdq5C0wklugWckLoqQTaLMeaTv1bE+6c9kxG25MioE2iMJedhPOYxa7/r6+r5ms3mw2Wwd2Ghu7N/Y2NjfajUNB5rNjUPNZvOiVqsFnqSkXUy5S5sbrb1FEQec8970J4RCzDB9S+vwtgbW5Rib1EYOhhY8NOGxxZg7aH2bMV2IN60s+S3KdoCVb5dxr6ZR2rP0LnlIQFwyoCNeraSyCWTUpO025XipkJVtUbYJ1klrMuzcEzHJRSTi4NfFarPdnlhb3zjYWF8/xIZxgI1i3+ra6l7CoLEPeqDRaBxsNNZA4xAOzEXI7RJwRWNt7fJ2u7WbgdeBWKtiGAp005BkMjA9ahPPGENOZgYfHWiT/FInmEgrLwxCjEGb/6l8XuhSrgPPXTbhgluA0NOrot5XroVYI0xaliboiEPGDnlArQ6wul36NGr9tUlry6tTUqnMK/MJw4ulW9kuvHaIm+7gI6lLGGlBHRC6dAFOGfLuRK82Y7L2m2XbpgWBWgYIeYEgr5Rq5vBI+ZbxEZ3WiZdpwWsdIaxT39Agf51yG6S1KWf9xASnslpTtd6rWm+vmu0WDkhbaRq1sryq0yendfzIjI5z23ryzKrO4Lidw9E6s7CiU3PL5dNum/YifZSy9lFd+GphINqwaWM25IQt3X4xNs9zlf8ayP5FUBGYk0gdwJxl8FzAYwQBB7NdeJ5cJdOzjSjmQzhCUnRBIeTYPTpz3rFMqp1mdxAHarDT7Qx1Ot3hTrc93O6A9hZareFO+0l0CRssrdtpDRMe6bTao512Z6zT6Y61O+2JbtbeluftPuk7zCCD+H/7+9egvb9WDkqM0X2bN8Y/+IM/6OUqvf/LX/4PA3/6p58eCrG9I3GhVkVx64nUkzoZrRGulnBKE6dKqhLcUKpKuGZIpCfLqUyvJJQDtYqUqiC/oL1CFZcr8UHsb0oqDniQyFeMennaM6RQ67fOyaQntfpB1leFcAoq1q6hKmHPBGvyrGLsAicXJ5+JuFcoKsoKTvmul8VYw1h7NtOCq9DAIo9mE0AicY1dYIAChveJ9kKkrVyehewwg9534Ztx9CZCULTXVcTpCSDL2up227TZpo+2Ag6SY5wBppwvYIYuYiGHqffEPQx615WDykdho5RLKpyTgweSLFl4g7JwIO9CfmDTYAQS5cqyUA/YL0iKSmTjAlDvnCzvqXDOyXnJA5PbZj3JMfeu5DcjnFMmAEebYs4kJ4waYEJVq1fUX3fqpbzPNpR1GirylhybbIruBPFxKuOekXnkkTD3jsE4+jV4xmFtevrd5CE+0Zenrif/+/hjPK6EKMf4HO1bHOqhNEu6o8+IsAvCuVL4S4BD5lkqddC5AoobTZ4Eq5SLsrFT0RqkbpSXQ89TJTDqndBbqQpFHcs6qXNlGS+pAlBD1aAGWKE2nSgRAZoNSmJUNVIWIALZfBsihQMn6wQ9SNCvEJsKapNaCEZEZVn/3w/4gxdPQ5tzGGVySpFXCa+SR5Ofp7WE9MTmAFrAUu5pGcpPeZyPhN7KMsyDowxDFgzLK0NGGXO/SdOSx4K4kE1S6kDKonRpUFoLckmmvED/WS8cUGTjC/BIJ3KsBW+wPlSoDDMvHiQJcZDCk6e88ZJ6WKB8ciGfdEe+cxI+pBz5jjTPhFgc8yFeTlSh/RQ9M14rxlcFvtJcLu1iP4DLVKdduzm1uaox3loSlKSZPGXSJFcFXi7YGY+tKRh3QH8i7Tqo8Wf/JHuATvsxhBUkRbe0IWV5W23WQ5PbwZOnp/Td7x7XN751Wl/+xjl96Tvn9J2jc+Wtz/2nz+nhM+d0dn5V6+1MUpBDbs4o47Lx4WPIZJiTSxfyjBkRKCHfYPPrmDt8pbKcnJP9J+yWA1bWOafCSTbn5iAbzbFDEUfYG+wX3YtC3srTEOK0rmgn0o/E4RNdIoz+mm2tRMl03XSepYS8JUs3WVp6Cj9Vals7dEsboZqm3brOb0/Ze5JPf/rTLIXoCVu2fv75iyXg/+IiPzsl/ubf/J3aH/3RZ/f9u3/3757z6U//ixv+zb/9/Rs/85k/efnIcHLxgT399YsPDunygwO6osRgGb70YK8uOWTo0aWH+nXZRYO6/NCgrgCXHxrSZU/FRZvxy2nH0i8lbijLES7rUv+KiwaoZ+jXJQf7gFHDoA4fGNjE/gFdDC4Fl+zrJ9xDeh8gHf6s3UvhYff2HvWwYsxI22RmeaHGelNLyxta5Kp6oZFpsRG0vO611Iia5Zp7ZnFdG53AchLLaXOtJBirkYGqtvNwPDHaqz28Ae2b6NOu8V7tHKtoz866Du7t0b6dVe3dnmr3tkQ7R6O2jzjtGK1q51gd1Chf165tYLxHu56ApYNtYNxQ1a5tF1DTTvraBHWsbgnCVn8bdKJXu0pYuEe7J3qIb2IP+bsn6vC7id3U3VOiBx43sacs00OZnrLenifye7Wb8e2mf8OuceO7Cm/wSJmdYBdt74Zv62M3POym790TqfYx/gPbE2iq7UNO4wOFxgcjsqAube7Z3idrc7eFqbO3RK/20Mbe/wJYvbK9LV73QC1tr9HtvSrbZJx76Wffjrr27ejR/p09OrSrV4d29+nA3n7tBwfRp0N7B3XR7kEd2jWkXcx3X91jTKM8qoBNV5VbgJ07t2vfnt3atX1cE6MDGh3o1UBPVQO9NfX3VtVHuL9OvJ5qAPThUffgwdvmKpwOPDZ5HIAeLw2ymQ3jtY/hyY+TMN5b0S50bC/6tafkvUd70OPdYNf2mnaDPch97zbSGV857ole7bIwdI/V2dGr/TxV/ijss/SdfdoHLH8fc2Fphr2kGS1h6eCAgToHyNu/C1lBDz4Fhwgf2FXXvh01+qzr8J4+XWJy3F1Hp7x2jxbaM8ZaGJZ2jKTaNVaD1x7tYS72MqZ98GvYb/1YW0/BfsZxgL73A6MHdvbLcHBXvwyHdvfroj0D9LmFfQM6RPzQ3gFdBA7vH9TFBwbhZ1CXlnSgpJcdJP4EBrBlfaAfDOoyyl1GPcOlUMMljOdiA+1fhJ4cYoylzqA7e+FxL7ybbu1lbPvHqjq8s6bDO+raNeg1hIOm0FW1pyalKU6Kk/2T5DWenldXO1oEC9ihhWahpU6hNa5umkWhDD8Uf0EOLwK/o9zsh3urrKFemX7sxqbsZQ3uY13uB/vQh33YhL1jvci7B7lvgTyzUTvGEu0aZz4MrM/d2BhbwztYv7smqtpF3NL2YIP2MIbdZtfGU+2F7gM2tt30uZv29o7UtAfsB/uGq9o9kGpX/xb6Uo3jpRm29yTaRng7J9rtrCNEou0cXiZYE0NJGHWtlQO/+S/+wf6/82uf3P3AAw/s+pt/8+9O/Of//J979fPPTyQB/xOV+hkp9MgjXxj+sz/7s5f/3u/9wcf/9af/7X/3b/7V//03f+/f//6vP+uZFz/7zjteVv/gva/Qfe99qe67+yX6APjgPS/RR977En3sfS/WJ9//Un3ifeCul+ijd71YH7nzJfrwnS/Vh+56OWVfoQ/c8wp9kPCH73qZPnLXS/VhcO/dL9O994D3vkxle7T5YQNtfMzauONF+uC7XqAPvOsG3ffuF+n9t9+o999xo+654wbd/Z5N3Hn7C3XPe16o94L33flCvf/OG/W+21+q977zZbrzbS/RL7386Rrpd+XmwnrXarOpU1NzevTkeT1y4pweOT6lh47P6eFTK3rkNDi5oCOnFkqjYX9PoOAUodjlhBV0zdMP6u1vej7tXq873nqt3vPW5+qedz1Pd73jucShb3mh3v2m5+ldlLnjzdA3Pk/vfuO1uvO2Z+vutz1Ldxne+kzd9VbC34dn6663UeatT8U1uvutzwE/CbUyF/Ac3fXWa3TXW6BvuUZ3PpVaOm2W+WX4mrLsnaTd+UTZZ5d1LH7XW55N/ibuLnm7Bn6Mp03cRT3r5z23XaP33HqN7oTe/ubn6B2vv1Zve53R6/TuN12nO269Tu96o4WvpQx133Yt7WyB8J23PYcyPw7XkPfsvxB3IuO7GIPhbsa2iefo7rcB4xN6zzuuRS+u1fvecZ3e907Dcwg/W+99h9EX6P3vvFH3veul6NpL9P5336QPvOfluvWXr8fZnlDdFXJdTtI4FTu2j+mNb3i9PnDfe/WWN92il7zoBj3/+mfq6sv24yDv1KWH9uFg79ehvTu1b9c4GNHeXcPasX0Y56VWnnZdyFQLXU3Uoq7ePaDrLxrT9QdH9JyDQ3rxM3bpHTfD923P1d3MwZ3ozJ1vfQZ692zm4xrdje7dzZjutnG+jTi6cw/zs4lrdBdjtTJ3Idu73n6tShC+G1xIu3MrbGnvf9v1+vPw3rdep3tuu/b7cDdxwz1vuQ4er9M9b7le91DuvW+9Xnff9jzd+abnlv+E9vY3XKt3ve4avfN1z9b73nad3v/255S4753PkeED77qW9f0ccC3xH83H+0r+nguPz9W9b3+u7nvH83TvO54PNbxAH3jnDdR9oe571wt1r+HOF+m+uzbxgbtuxO7cVOIDd0Lfc6M+cMeNuhdbcp+B8H0GCwNLv5f4+yl3L7bkPurcR9jKfAB7dN8d9HM7/d3+At33zufpvnddrw+8+zpwLeO6Ru+55Uq99dWX6o2vuEJvesXVetPLnq5nXDSukLXU5Wm3myfcVzluaaUMDyQoSIlEsrLUlci5Dony3E5IVZdw+5aqwg0Gl7O65oq9uvXV1+j2W56tO95wte56wxW665ardMfrrgRP0x2vf5buuOWZ8PFgFK4TAAAQAElEQVRM3fnmp+uuW69mPq5CBy7TXe+4GB26VHe+9Wrd8ZZn6Hbyb3/T1Xr3LZfpXW+4RHe88TC4WHe86TLd8eYr9Z43Xw1o+9Yr9J5bLwOX6h7C9956ld57yxV6L3Xugd7+6kO69aaduuWG7brlBbv0S8/Zppdf1a+XXTmoV1w9rJdeNayXQX/hyiHShvWqq7fp1U/fqYtHksNL506/9k//9E/f/cXPfeld3/jSl97+9a9/6ZdxVC7Wzz8/kQT8T1TqZ6TQ/Np0/9LKwtOXl1dvXF7auH5udvWZvI9efO2znl5/3S/d5F7/S8/VG375Obrl5ut0C4b7TTdfrzfefK3ehDF9883X6M2/9Gy9+Zev1a2vea5uvfn5evNrb9CbXvsCvfF1z9/CC4i/ULe+9kV68803Eb6R9BuhL9SbXvcC0p+vW29+nm67+bl6C3j7G27QHbfdpPfcdqNuv9Vwk95924v1rre87Am8/baX6O1vebHeAd5F+N23vVTvevNLwEv1jlterle95DpNDKc8I4nbEKnTybSw2NDU9IqmZlY1NQum16FdTS+0NLfc1NzKBsbEyT52c2Kn3lHaeNmLn6UPvPdt+sRH3q2P3vcWfeS+N+kTH36LPvmh2/TR99+iD773dfrAnb+kD9z1y/rQPa/Th+5+nT783tfrE/e9WZ/64K36JPQTH3yzPvkB6n3wjfok+MQHtuKWBj5Zxilb0jdRdjN/M/3Hxa3MBXx/mU98cDNu1Pr6BH1s0jfrSfpkmU9+4FaVZY1PwxPljSfDZr2Pl/zR54es/K36FNTG+Alk8uH3vQEZvE733flafei9t+hjpH303jfKUI7/Q2/Wx2n3Y/e9saSfRDaf+vCt+tG4jfS3bOFC+AfpW+D5NmC8WNu30u6by7jx+XHG9HH4/cj736AP3fNafeCem+EP3PnLuu89r9F9d7xa77/9VXrfu39Rd6BHt5d69HLd/tZX6+ZfvEGXXzShvprYMsSm4bRzYkK3vP51ev+979dtt75RN73o+br+Oc/SVZcdFleNumjfLu3fNcHN17AmRgY0MTqkHePDGh8eVF+9IuH0ejYmLuU02JPqaRft1Q3PvFwvfOaletEzLtFrbnwWjtMv6+P3vVUf/4CN7VZ9jLn4BGOw+fkU8ix16T7GfN+tMv36+AV675v1cZM1uvaRe2/RR973RnCLPvy+LaCnHyFs+LDlvfeN+jBz9BeCOh9mXjfLvX6zDnGbX8OH77lFH6Pvj4B773qt7n7Xq3XPu5HrnTfr/e+5WXe/85W6946bdd97Xqv77nqdPoBumH6U8TtIu+OXdR/z8YG7Cd9NuafgA8zZfVvx91PmvXe8Ru9lvu65/dW6B3rXu16pu8Fd9HHnO39R73zLS/T2Wzfxjje/WG9/00162xtv0tvfeCMwepPe8aYXl3g79EfB8i+kvwN78s43v1TvvPWluv22l6EjL8cmvQLH1nTmNbrP+L/zdbrv9l/W3W/5Bb0Nu3fLK5+jW17+bL3uxc/U1QcnlLe7am401cLJzXky8ZW6klpdqtQUqxWQKnCLFnjPDCiGHYxiwCkOQfbsIj72bPrcZ1+m2297jT56zxv1SeT/CXT5o3e/msPha4m/Th9//+v0MezQR5HZR++6mcPgL3FIfI0+dOer9ME7X6kP3vVKfeA9v6AP3fFKfeTO1+ijd/+SPnnPG8Ab9fF73qSP0e7H7r4F+nrw2hIffe9r9ZH33kzZ13GwvJm2flkfoe2PMVcfsvl46ytwjG7Qu7H573wN9vtlz9EbbniGXn/D0/WGFz5LNz//abr5BVfrdS/apK+6/kr94vOeqcO7J4Ynzy28+LOf+/YHP/fFr37qi1/84ie//IU/u+vkyWPPYrg///4EEvA/QZmfmSK9Sa9Pk/I3QxL5qupJnbdxp+76uormmlynoTTfUCWu8wxNvFhVBEV3WVlrUaGzKt9dI29dysjrLilmSwrdFbCqkK0p5A0VIGYNTqQNedr0Vs9ol3atfneVvGW59oLUnC/hob61INdckN9Ygi4ptpZkfRfZsnLysvVZFeszihuzSjrLSq2PzpqquCY+bG4wiatytY5xcD2qJv2qp/2qYSRqPJrW0gppFTkedxPehBK702d2eWJVp52DlrrtFXU25pV15jE6M8jmnIrWpNJiXrE9rWx9WsXGTIl8g3BzRqFFvDWrvEl8K+9CmaI5pe9De4p2J/9SKNqT9PmXR7HFd4D30JyVxfMybYb2Z0vYGA2Zja09iwzmVBDOm4yheZ4xT6IbMyrrdWahs8qQSWdjSl3kk9N2RpuW9v8cm21ZvfxHtGHtPxWxOyeXL6CboAs6C+jQHDzPMpbpEklYUEVL6MASurqoomjwbJ+Xz32ohQqUoeBd3nkUwwX0J0Xfc3S7ybjW5LO2KtyMpNy6pbFDnqGrhHNz4nI57uwdbSTU5yvHBqQ8k+s0lWSb+l805pWtTSsipwJ0bWxbyIkXyDegN6E1pYDOBeQeyvQZZD+jcj7Wp5Sji13KljKAdkAZRu4Z4U1Mqss8GbItauGnIkMnM/rJ6Cdrz7AGZtSGtlvTrImZErYeijbyYh12WR+d9Tll0NzAms1A6KwodlekbJNaOGA7DAU07y4iinnl3R+PIptXyOdVZAtgnnVIP505dZBPB56MP1esMc9r9MPcYUsi9kVQQR3whD12xmMbLsARfypK3uA3YEdKGN/UtTaSbqO0LbG9LLWA0fYKc7gqT9sJbaXUrVJnIDTUU6wLlUCHCokbuGIzpExOLeyS/WJvi6x2EZSbPpiOKOAQ50Jx5F0q5xy6GBlvU21sXHvtrLrrp9VpnFBn7Zi6GyfVWT8OTpThbOO08uYZ7NBZxfWz0vp57OaMErONzH2CDnj0I2GeUuymh/rGnDy6p3XWBogbCwrMX9iYox3kjQ3IGjNqN6boY1JiPak7iwwm6eMcdc+rjh72t+bUR/t9tNsHrz30WWf+a8iyglySVgNZtcXCkvPes5Yq8g7zm9ScYm+32+1hdf38+xNIwGzIT1Dsr36RT3/608nIRG/Np92a823nipZi3lGKMU1ZSjV2eIPnajpkHYwEKLpKMNYVFlm11DLJsbBUZPKhQ902xrqtWgBFW1VQod20zGupmjdLVMr0Npt8R466og8VLE5OmjChC3Chi8HPaTfbwmY4CTmOVKE6m0CdOlUrRx8O/qosemUBk2C8sd4dDgqXpi72yMWafEw5FXslOCPGO0SRvktw0lHcrFdNpSoy8GXbXfrLQK5K0SmRqKuEvNSoOtiVTClyS+0XQy9QxlWmUSb9cYBv29gMldhhnB1k2Pk+Wo1dNtEu/W/SCm1dQJlHfkLdvzzaeqINxnSBpyfStvq4MBbjN2Guy3zG4YHFK6QZXzVkUTVeSbc5qiGXC/EUHfiLkFDPypSUNhOQXgBjrlp7OAHWbuUCtbQyrytPH7Jf1kWvXYmuXL6JFL1L0BdlG1K+IRda6EZXQrcKNo0cPQhot/PoS7Uqx7pQnsknwrZG2S1bgu6n9hQEn0LPE3QxJc2z4UTKRtpKUKgEq5LRXiapID+it4E6pt9Vn3MwKHCqM/pA/oyvajpGfgX+q8ST2Ia3jjxpxrMhZYwV5FuB1ujH5F0hXkPeNZeV7VVNFhdgecxfqTfUqaiNvrbRK0OHcPdJUC6lneQJ5Jt58GrpJVxXjjGLNW3xalKUZTxpHp5tPjbDyJVx2BgS4x94G49RZC4OQK7YoK0m2KTK1yXSBfWU8bGFXm5BF2i7XCMpvCa0b3qS5qQ9BRXkmLJGE2hCukcXfEmbeiq1cXjKGN+etjbz6IeyiY0H6m2c6EtCezZvorzQKQ9NqeO62E824gCsvumHc0y4GRgCHXRqvZtrHUVo5l6dwivyjOPRMduxE8o6FMUnUQU6laM3eRBlNnWtRnoVvamannuTNfwhi9Tm0TF/SUcVaA1UkW8Krz7LlKCHFk5LPltKGYdDtr67obTbVJI1SduAGogjo4QyJRh7j++qTj8V5OyYC5GW0H7dZ6R3VKOsoY6M6tStEE+7bdpry7FvOGSUqlAF/XNZV+KZKwlSYrY2L1xFzvektqqQ1c+/f6EE/F9Y4q9oAftN6T/8wz+s/dN/+k+3/cPf+Y2LltfPXLN7Z89N2yfcJc9+5s70umdv07XPHNW1z+jV9mGpIhSMjZvbR3mfynO7kqrOwq6h9HUlRY9cqEvBS3khxQgCaQV5WYm03AQ6KCMKGwwW7mBoc8pR3pQUIvsVdWH5cR5ksLBo1xAd7TrKA8K+SFB+kCdKC/iif2dHXZwSx4Ksu0SVtMqydyXwp9RqBzUaXTVWWtpYbXIi7MBuUIFhZ0BiJcm7gIHVJpzETbyqlgZ/9KIkJsArcVUlvsaJgGohkYsVCT4EXy5U5EXfwWBhQL7/c5EqCZvw0BLIoKRbcUc/Nu4L1MIXYGkGv1X2/x2aMEceGN3kLYEHk0HK2A0J1MbukJjJxCMXX/JtdbzsP8dPx9x45i1xpJdxcggnvqKfCMlmOb9V3mgJR3u0a207aAKM0rpKMF++lHuNuAF9Va/k++RcL/PYo4QxpPDvg+SSVK5SkedWzacp5Zyiw71IKugJ+dhQh15VyS/QM19EJQpsqhnImUPTnygvFGbrqt6h36w7QWQqXjjJ4CpeooscB7ZgI3HQyFpROQa4h/cU3kveKOhUYQ0AeizL0Iv7AXg6MLhyPXhZ+PsQqEGep20n+y/h5wWktJbIM16Dg7qt9ky+Xl6JMyTQFFTkiNtYPeveK8ipAIGSBSDuRDxuwcKANPFxpHrvZH2lzOufBy/+K/mGwlMC/3CBVPjpUnIT2fyViFIC/BYc1MGfQ66iT9HnJryeSp2nbUOSyKcgoV3CwmGQ91tlneyz+ZOGuRkR406dU40yVdq2sBdakUski1JySSERwi9Rm3FssE43sBfmoKAm6E6Ux0jZAanA+clpM3eFchfF8FRBJ2uVPqW+H+XpUSzqcr5X9EqrFXTLUaPsgh+OfKnIHbQmL+o4gN2OSEwuUQmfQhLaT5QwRr5i2JvwUuqSLXgljDNFgY26goHBa0L9SqUq0UPBgdA7pwoyq5KeKJXle1+RtuBtLOh3Bae0Byd+gJpDYJghDvtYdZ01SyLl59+/SAL+LyrwVzX/d3/3dwfuvfcjr/zv//tf+9D/59f/l4/9vb/7//3Qww9+67abbnj64Q+9/w3+I+9/rT78vpv1Qd4fL9o/omqSy7FQNseboPCOq8aO1hZWtDw9r9XJOa3PLGh9dknrc0tqTM9qfXJazclJtc6fV/vcObXOntH6ubNaPX9aq+dOa/3saW2ABulrZ89q9ex5rZyb1PK5qafA4k/FeS3TXgnKrlJ2BayenVTjzHmtnzmrjfPn1Jw6r9b0lFprq3L8V8B4zhJeb7e1tLau+aWG5hfXtLjc0Earq+gdZ0tMh0/kE0DcUcdgIvF8vwAAEABJREFURs7l0jrlZ+lj5uRZzZ48p/mTk1o4eR5MavLoGU0fO6sZYHTq6Gnim2nThKfK/HOkGc5CfwyOn9PM8fNPYHYrXNIT52V0+tg56v85IH+Gsn95wMsJxnTC6HnNlNTiWzh+VlNHT2nacOSUJo+cBDbu0/BJGcs/ZjI4g1ygJgfKTZM2s4Up6kxZGnT6R+HoSfrYhOVP/agyZdop5uCUpmhr6thp6gCo9WP9GSx9kjSbi6mjxjvjepxxHTmvqcfh7/FTjIV6x09r5vgJnXv8iKZOn1ZzrSEsP9oQhX1WZIMLQAZ0q9PqKOt25NhhEuIVdCj1Xi5G6gV5anqsforRdo7NIpJgFBIok1OPluXZST3bS9FpsYbmtHLqtFZOntEy+rbEPCwxp4tg6cQkaee1aDp46hx6eLYMLxFfYo6WrSx6tHD8jBaYg/kTZzRP2macNGS/SN4iurqIPDbDZ7Ro6WXaGeoB4vMXQPl5A+0v0M8Cer8EL4usgUV4WKaPlTPnWMPntHjilOaPHNf8sRNaOnUW3s4QPq6FE6e1cPyUlshfQsZLhBe3sBk/owu8LMDXAn0vPIUafwtl2hn9EIU3yzdYW8bDEv0tG0yG0Cf7O6GFo1s4ckLzR+GV+Bz8GmaPHdcsaXNgvkwnn7wFME/aHGObe3wzzcZobS2St0w/K1NTaiwuqrmyxuFnQ2srTa01OipvP5hv54JQDNy3qGDOLk/pGQ5nYCP3ODOp85sh0w8XFVEeUxf8YHHZp7OnpvWdb9yvb335e3rkO0d09si0Fs+vanWuqdX5DTWWm2qud8VFhaIdknBsE3GAijXleVWdttRY62hpYVXz2O35qWktTE5p4fyUlrDXy1MzWoGukLaC7d6k01olbe3ctFZOT2r13AzxOfqd1dLUnNaW1xhjSwtLazpHm2fOz2lyZgksanJ6UTOzK5qZMyxrYWFJC3NzWpqbVrXo6OIdvbr28IBecHhE1x8e85ftHBiZO3vyZde/4Jl/45qbnv8r1970oo+/4CU3vu/jH//QtQ9/7nPmXennnyclgHo8GflZCnU6SX+j0X7B3NzyLVPn5355ZnL+pY3l1av37xwauvH6i3Tjdfv0ouv264brLtL4SKrEPH+kERMMLIsn4DkXrQ0VaysqlheVLczyJDmrjdl5baCE6/MrWsd5ac0vqzO/qO78/BPolPEF5XPzKmbnlFMnm5lTRriDY5PNzG+mzc5CZ1XMGGagM8TBzLQ6MzPqTE+rhSOSzU7RlqVNqj0D5qfUBOuL5G8sK48ZCz1iFKQmq3yl3dFqO1OjU2i9G9TkGNt1VRVJTV1O/cFV2HtStgphMsTVscQtuVor61rEGdp0Ts5rFmM9x2Yxg0OwcHJKsxj3GTbhaTbJGQNhi89gVGfBDE7KTJl2VjNskDNl/Azh78c0Zf48/Lh6T6TT159X//9x3pHTmn4KZghfwLyNgY195vGTmiU8C+9lnlGLs8HMHjvFGE+QDwjPHjtJ3GDxk7L4jwUOyqwBec7iCP04zFgefc2A2aeC9Bn6tHyjs2yIM2yO5lQZnws4gHNHz8kwy7hmj5yR9THNJjR19BhG+Lzaaxsy5bHbAZmHwibiOR1GnJFulquxvq7mRouTqqV4oTxKXFLC4cSUVaiDFgl/hFoSvogS8WG/KjiJRm7vHE9BqXWEE73K5rB8/KSW4H2ZMayARbDA2BZIm2cMC2BxC5a2QP4i+UukLbNhL+M0XAgb3Sx/RpvpUMquoCsrJT2lFdp9Ikxb1ucq87hSljmjJcLLBuINdH/91KTWT51XA0dlFQdo1dqh3ipYsTBYLtvcahu+VgykrwBra7PPU7IxWr015nmNPgwN9OcCLH1lK6/BOjOs43yt44gZLG51Vuh7lbFv4rRWcEzKPpHFKg7EJs5q7dQZLaMLFi+dQCtHvslmBR6XiZvMliizbHGoxS19hbaWcR6Xcb6WaWepDJ/WMoejdWxVa3FZbRyUFreza6sdrTdzUwnZxMcQha8qNEA5Nyg57kjAoY3YVBIl8p1L5HFePDcOwU5WZNghyRNenJzX0fuP6vFvPQaO6ui3j+nsg2d16sEzOvPoOR154Ljmzy6Kywk5bmaEg+JwgBLsWwW75jOps97kYLmkJXhdw9auTM1jt5e0jjOxPrWoDejG9IKaOBst8lo4Ia1J4pY3uaT27Jpac6vawOlozC7SXrt0xM5NLuroyVkdp//JhQ1NL3U0vdjU3PKGFuwvgHPAW8WJaSyvaGNpQVWegPazt1yxva7LJ2q6fEev27ett29tefGZjz9y4vajjx+//cjDj93x8P0Pv+PYibPPOtOc/7mDgi489eufGvlZCqcc54qsu63b6ezptrsToVOMVoqitz8p/HCtq6FaG3Q0UCtURasd2zW3wio4GUZWmMdR8TFH2xuq8G7veWstGivyPNbnHacsr6lb9PC2Wi/DeVFRAUJRVSCvyOvqdlIFyvjIFWWocX0IiopSFm7KE021m6mH6/MeTqc9uP51Tpa1dktVUCNc5W2zylvvE8h4h83bOBNtRd5UI3yJt9Ko3My+8ENE04whUQfD0AZdkIGCxStOM0VMGGlFIh7lZB/7WbEfvBl31tvqrDXV5ualzS1MjhHqLjbUYeFloAtyFmO+uqEch8bCGfEuZTOQc8LJWbA5afmKlfkBlHmk/Xn0R9V7atqfV/cnzMso9wTKcTSUM+bvx7oy0gwF/QfkYjRjbF2QWT1g9ALyVeqUaQ1ZWr4lJwv/OOSUN2zmb5T1MvrLSL+AnPj3g37goQt/JnujGZtGtso4jAdgPOaccLuM1epmNjclPyb/deWUCc2mHPOeFFKCPiTey7GBROdRDc+pNKhLfgddjdEpRpJLODnK8JMEJ0VPnlEnR4oPDn1X6ag4NiWP1iWGEFhDmYoG/cNvhP+I3kR0zGixvKqc9HzFKGMhv+AEm6N3lhdKuqZipcHBARhlHAXjNgRo4AYxkG6IyPCpsLRA2pNoKFgfxgPpEfk4YHSzDPnWFvkFG1BB/wG5y8qCQLrVF3KOpEdkfaG/zTJNRctj/qLlUz7ShqBiXFZGtO/Id/AhygjqaLsMk7eZvy7jy7Mey3YoZ3wUS+ubsqBcQZ0SJg/aCwbGYrSgTasn4o42/GpLDn0uQZpIs3SjasBzo6WA42o6byhIM8SNtly7K4GYFcy5V5Q3vwMd4MtTINNMICENoA2WVKA4EScloDOlDcIOoR1KSDNNw4QpCVTrZMrXWuout9SeX1dztoFDsabV88taxXlYOreAc9SSD4kS7JroO9KHS1OltZpqvXUNDAxoZHRUw4PD6u0ZVMhTbgBBp6qsRI24hSvEU+VtgK3OOzWFol/ddl3tZqKYVXGEvGLXqdvKtbbW1goO2SrhRubVyBOtZ04tkOWOulLRLRSQS4FdT3nC6veFhiqFBpNMg5WgvgrD7LQGGitr+9YWlw6sLi0fWlleuai5vj7abiepfv75Pgn474v9DEVCc8OnSZ4krvBJjL7m5HqToAo3DClIgM8zuYBlxpiagQ1mmDk5BhaRUHpUk/yuUt4/qqlTgtcfYo+mFjMdn+zo8fOZHpnM9eBkVw+e6+ghw9muHjpD2tlC35uK+t5M1Hencj0w3dXjc5nOLOda2AjqmOfv60ocC4v+Kt7hKAkYdapYmnOqJZ5wVNXFMlwlnnrJu6DEB3msQcREFIHFLSnEAsepUJOF0mhlWgddnCEfJdN+b2MFkQUuJdROJDalpJIqukQRDych3UenhHvbNM+V4kClnbZSFl21KFTjyGx/m6kaoip0XKHcJiwu0twmWLSVHwSLuZJR5r81cnHCgY/iz0NQghwreVQ1WPkoC6fFU+s4VfEMK4XXj0OVvD8PZb3gqG+40M5Tw57+6Ye5qVAupb/U5AqtGMp0MV+FfNaF4pLavDBPic2fzQ/816K1rc22rB4oHRPyTDcqiVMKAmuiy1xHdpYsyyW0rKA9oY+GSDzKoWuS0RKRYqSJMk6ODM9PR0mHNiXQRI7+PeU87SaGLOL8B1W7UVXCVfTUkNLnJt+ZKvBfweBX84KyhlwVHCYrk8KjJz8pciXopaeMh7otamkJY7E0D/+bKGQ0IW7wIXASL0Ao10cF/ivGLbot2hHtO2sTHgR/Boc8HTrhgStEewYni/tcsrwSW3mljC1Mm9bfkyjgO7BjgRiFnVICP36L57Jf638LJd+0UbbH/PMqTX2nhLBnLg2JUeIJ/VVwAlL0pZp7VUlLu5LJ+sL6q2XEt1CGc6kGKqAKjBpS2jJYm54wZhQHQSAwp4VQGeZbMhtmdgvTZBKUd6mcc1KZECVsV8CGdrF9WaiwoTslIjkAywYpckht/GZz0OU681Rlvg0pt8IV5qBSlo+0HxWxzQXXvwHmHEY+7a+qb3xII3t2anzfQY3sO6yG+nQC23tsrtDROenIFh6HPjYf9diC9Ni89Ph8omNLdT2KzT46lWlm2Wl5LWp1paMNnJO8nTNOB8epgquouADkLJco9Ykw04poUhTjQ98ZpDzelzfBQS2exMLVJJ/kua/GkKTAxcJ3u3hCtP7z75MS8E8Gf8LQT2kx+xP2X/3qV3v+5E/+pO/LX/7ywPzyyd27dw0M7d896A/uGdT+nf3aOdKLB+uVsgh8dBKKpMgiQpmEslkctS+VMGBAg5wcj6OFbeD1Prn6sI6eWdYff/GkPv0nj+l3/+hx/Ys/OqJ//sdH9Tt/cqLEP//jE/o//ugYacf1zz5zSv/4T4/pH/3x4/onf3xEvwP+9Z8d0xfuP6fp1a7ypEcZPATnUWrYcfTHInYpip5W5SuAk4HzpDsvh/Pkk1RiIfgkUcKiiCHAL0lOSkHOot6wK05OPKu8Da+td2S/Q+ALeuKaPWXTYjEoYuiiEslVlVZrSqp1RW5YgtKynzRJyA2K3Nr4vKUqz0jJVv0kFjKYIU1oL5VwoJwqzisJ2oKDPhWWRzyC8N8eKYY8eQofHuOYlIhK0I8SQejKJhLCHpl5aEK9NDIexuIIO5w9XyLFaCfyxfdTFyz+o2F5DgNn8FBPu76ktPMUan04HJFNOAyhV1mO+UqZqaSEpTnSI8ZSJZwiOQBePUho4wI8vCcWR8/N6a3wI0k8N4E5p8g2tjRXp9NRRB45mySKIfkEeAXqRIOzHgBliMo78XEEvfzWTw+PzsDYRH8OPowXX/bvlASBWPLt0WePfnl0zcIJ8QS52y8uGizsWZvOnAbrk3zjL4pl4KIK9DHAHV1osztn24IyH0vkUMOFuFGLF4kUEidVGFvqWJsqy2cuqkCGOVmbcMoYc25gsPieKsNP5FPviTDtUM7KG3IrTx/WV1nPS9Z3CfopacnfZnphYdIz+u8ypi43uhkIyDXQriFuUQs/AWRRmGwijASV81DBVlQIpcEpMd1HhkkhJTmAmkw3YfGIDkOD5A3kmyPmmAfYEazIwiiKSi9AqCoAABAASURBVPvAe0tFUhXU4M2cPEc/kf5DjHAfxLSrYPwZ2tgWmzuHs4AgHO2n1CvhpBry6aunGuitaLC3qoGqp91MdZdjg3L1IJMqM+KKriL9BuxSYPMPeIaGWHGK9hv/fT3yIyNKxnbhkDT1H752Xv/XF87o0188o3/9xdP6V4T/1RfP6l998Zz+T+jvfumcfvdLZ/Qvv3hK/xr6e18+p898+7y++8ikHj82panJZTXXM4XcSSiWR56eteCwyQwBXqIS5sIx/ugqFKkqulSBNMSnwlFNViaoB4XvkTTgogZIG1BQbwhpb5LX0OXasRhrx44dq33uc2xOlPvr/PU/C4O/5ZZbkt/4jd+4/F13vOtV99773jfcc8+dt375S3/65uuuOXTpbW98oX/nW16g2265Xi970dO0d+eQHEotFEmO4aNk0aE9fGWLCW2KaFNgc+jEqjZiXQvtqhbzXs21a/rCd07q9z97VP/x88f0n75wRP/xi8f0B186rd//8ln9/lfO6T9+9Yz+6Gun9IdfPUH6Cf3+l07oP331lP7wK2f1Hz53Sv/+T0/qc984qVNTS1rvRG10Cm1wy7HR7GiD69MWV6edPCqg3C6tKeKohBKEk5oCsPS02qM0YRFQ1gUphX9b5GIj4UmLjSWog/HpYogKjLgLOcYmU6JC7EPCVlDHyxOocHvivCQQYqEsZ1Oy8q5gQbblkZcn7M1aQUUbwQwliGwIjqoqZViGLAYs/MNw4j86c39JyMPsXxLR0YYN+gk4CeNjcNHJ/vPohyvznWIkm7DHOAlaIPtuN6qTOWTtn0A792qT1s7dJuVgxBSr1dUmMqNOltYmr036k4hq0+YPgRuGNvXKvmi7pLTfpa9ukSgrPKauKqmqgF0LjCPAI3uKInNjG1bGaTQyqshuEaJTRBucT5XiEKdsBGmFcKWiJEEu6IGY5y43ZywYFaGgJs3TVoREfgQQacXyoyOEIpJNChn0LWo468PCQQoAdZHoW/AXQSAcKHcBVlN8nMEi5Ft5RxlHW6IDKxuhESfaVavyPWxGtiH198oP9CoBfqBPyWCf/CDP+kN90tCA3AUMbobLNMLJ8KDSkSF56GaZPjnqOeqzS6rEUC/5F0B/w4RJc4O9lO35YVieYfBCXi/t9ElD/Yq0zQ6sAI+xv0cFfIcLlHGUYWhhIC8O9ChAi96a8p6KCjbgoieBJsSTkob6JrV0C4eqV56iS6GrLmsZUUtOsrly5SQERQUJGI3EZOk2sVs0ogO2vmWUcoH0EhZGNyJ2IQkd9bquRqsSIwOFBlIpb7fVKA9JTS1xYFpa3+DFqqUV7Jw9kWy0g9qdDBuk8l8Q2l+RxSfR8EBNO3eMaf/BPdq7f5fGJkbU01dVfz/gfWSIcBU7lLc31F5fU2djXTlOdEC5AuMzFGJU6Eao9qiLvTzC09BnvzOnP/z6ef3Hr50u8QfQ3//aGf3+17DbXz9X0t/Dbv/fX3lcv/8t7PW3p/RHXz+jbzw6rcdPLWp6oS3MswKCdAYTHfJIWCqYUERXyBFIONB6n8g7QHxT5jAUI8FCdV9orCZduq1HV4zXdOlYL+H+aqW1dPHv/fN/8vxXvvi6G9/7khe96N57733ub//2mw9R86/11/8sjP78+fPVycnJm08eP/4/nzhx4jcfe/TR33j44e/ddeVluy+6+92v9vfe+Rq9/65f0utvfr527eqTYleRRWZGLqBEEYUXC86h5J4NXTgoGYZ/drmrbx9Z1BceXtZnH1zSn353Vl8/sqDVgiYwAEnNyaNsDmgLFrY0fAsZPB69x3vAxxAXFfJVYTCiVrjZmOddeJG340Xeog3LvJ+v8vbbaufKg1PhKyqSqopKHWDIuHEJnDyU1JVAPRsRBwu5TE+ceBJJznlFlyiXVwdkxIMTi6uQGGuSSilefF/dq5oUCtySGCquq2qaS7GtSM20EpXWvGqcZJKqU6WWKMUwJvWU9E0kNRrj1Fm4qAxDVvbjpODcj4AnzSvCj8n+vy08vBiPRjdRILPwBG8ePhlIGfcq5FRYOEkUMEBdNvtGq1Ma3aVGW4uN7hNYWn8yvMAt1gJzvUD+AuklynBHm2mdJ+otkv7jsLTW1RL5F7BsYfvXClvYjGdaXs21tJpppZHJnvhaPFMYvxHnI+DQ2RgK5qZgs4/ol6/UmMsKqCrhDT/FQakynxV0ltHj73YkRUUMrEEY5QhsozJqeY58uYCEgKe4xSHEFK0ezk1R5Cpwno0GZFeQntNBBi+b8MqolxMPVjcKfZWK6MAWJa9gDnJobmNJUw3snOAaf7eGD+zV8MF9JYYObNLBQ/s1dNF+jV96WGOXXKTRSy7exKUXaQyMlzis8csuLjF2ySGNHD6g4YsOaPTiAxq7+CA4pNHD+8FeDR/eq5GLt3DJHo1cQviSfbT5FFy6GX6y3D7KbeHiTX6s/aHDB+HtgAbpb4j+hqDDFx3UAPz2M46+g3vVx5gGoAMH98vGMsB4BsnrP7hT/Qd3/BAGDuzQ4P4dGjqwUyOgf8eIAmu8jWS7GIkMFCqwC7kyB2XOMuxBDi2A0QuweKGgkpIXCIcLlHAUK4IDSk2Z9gxXdf3hQV170ZiuOTyhqw9MoA4dzcwv6vT0ok5NLunU+SWdIzyzsMpmv6qp+SUtrq6pp6emQzsHdemuAV2yu1f2/+TqwxkpbUxfTT2j/RqcGNLA2IAGR/o0MFin7a4aiwtanJrW0uSslqcX1N3oKuFmJganUEQ0ifXrE7jzKhLsqHfKEqkLOheA6WpXpA7U0IZavAVd9dJ0U1rKa1qNvWon/QppvyJ2V44CkiK31T5kqvgo54D3StDJJJFSkHhhfSlYfp3sBrDXF9rZI738qiHdcPGgbrpym5532c6e1uL5l3/zG1//2CMPPva3Hnn44b/52CMPfuLo0cd+oaz61/gHIvyrP/qBgQHf6XS2J4kbZTR93vGU2ulWYrflk6Ihny+WKKDdzors/zIa0J7CJyq8ZAtPKFhC5TR4vHoUm7fOR4+d1z/7v7+g/+WffEn/w2/9kf7uP/ojfeuxRe3bM6xnX75N114xomuvHAKDes4Vg3r2FQN61uXgsgE9+9JBXXfpgJ53+ZCuv3JQz7kcUPb6pw/pmVdu177doxocrKmvv6Z+TmGDwwMaGB3SwMiQejnVVfrqss0/slnAkAS/YgHIJRh9r7wbVHCkdhlbTUG2k8oikqIjP0nV8amaLtWGr2iNxbsWvdZDVIvNIrJ0R4d7tGOsptEer2GckeFqrokBaQcGZ4Rj0CDGYGRkQINjw/A2osHRAQ0THx7p17CFRwc1NNyvXgxJanwiQ3OAxIJ9EjDEhMgbjfAWFX5K/ovOwY/BlxQrI8FrNGzl2UYaZDxHWX50gntxa5KrwclwYWkVg7ui6XmwYNiKY4in5pdJX9UM6bPE/2KsaLYs+8PU2phZWKatTUwTNkxh6CfnFjU5S98za5qeXWNjaNBOQwtLDa1ycu3iIMQExlHwKMYLbJweK5pUcEwqFVkYtVF0hSJbmGcOo52+u22Jzcjm025JiJAfFMwZBSJWGmek4pl/7829sNScoihmzGXtcMyVsg5GPVPBc2POqb6IQV3qkVrSnLZy0srTMHoatlBAcw4PAaemANZyxnAy5mlk3x6NX3JYEzgZO7Zg4fHLcUouxyHBORnFGRhn8x8/dEBPwOIXHdI4eWOER8kbObBfw/v24vAY9ml0/z6NER/F4RnDMRg/tE/jOAvbKLvt0EGVwKEYL0HbF9PeD4L2xw+TXoI6OErbDDhH2+HNeN0O35v0sHZecal2XXmZdl91ObhMu4jvvOIS6CWbcfJ2XnWZdl69iV2EnwpL30HaxOWXwPseVQb6uUlxypFb1xxDZGwzZDB522xfQGD+SlgZykdm0L5W1mDxJ0DAM/99FaenHd6tt73mat3zput0960v1ut/4XnaMTGqBjZquRW0igqtstmvQztMXgubtdrucIOYaWJiTDc8+wq95LpLdf3T92sCm7S6sqITp0/znH5Gk4uL2sgLtdGXTtFRnrW1sYpzMzmlhdMzWjw1q6WTC2rOrit2AmbcyXuPhqN7pVa1sFFVjU/UtWd3n/bu6QfQvX3av69PBw2ED4CDe3t1cG+P9oGdO3o1zmHW9/Wr5fq4Se9XU/1qhbqyWJHDrpY3SzmOEWvG1kCB7hbIzrmALc6VQFFTePIsH4NTjTKDaaGefE3j1a7qcV0131XebY/zHH/lwmLj2vn5pesXllaMXqy/5h//V338MUZXr9d93u325d3oWTNKotRXqammhDfWQinXkInaSpNc2GO51CskqbLEKfeYXxcUqegKJ4/H4oJDzRK1i0TnV4LOrEpn18QTj1B+6VUvvU4fu/tm/a17X6v/8f2/pP/xfa/Wr7/vlfrb7/0F/e17Xq7/4Z4XQ1+o//num/Trd92oX7/7Zfr19/+C/qcP/5J+7b5X6/Y3vkDPedoe7cGV3rtnSLv2jmj7vnEWxJgGtw0oHaiqqBTcYbQVfS7PgBJuPBKjToqcRDsbG+qsN+QI93GzMcy17/BAopwddG5tXVOra5ppNjWNITjfLnQ+SzSZpZplEc9y9drO2zqwd1TPf9ZFGIfduuHpw7pke9CO3q52jySaGKpqaKCmwaFB1fsH1D8yQrhfA0M9GuDaepDr66Gh/jKtt6+OXD2L1panIZTyNJlGFuQmJR0ZR2EWHWEXFP8SEBvbXw6FBG+Bdkr+LlDj0cCmbG6J4NHgXBQVJKilB8pknJ66GP0cpzaPyB5aQH8QIaa09uOQkHcBP66MpSfKw49Hga52md9ut6p222ujmav8VwdrG2p12upmXdnTnRgP9ltJ4kGixLtyTIENIOddP2MDyMwp4fo+YnwL4h7ZWHlBbezR5GaOBzKw9oRMJORDU9acFx+Xq1xF5LHSlIR2CQ91OD6R+gW6UMCPIaPtvGwX3aBdBxQj36hQpkcVOCnmqOQ4XAXt5vSHukvWIWtZFa/Ihhkr9J86ifWCCRAL6CmgsAngApKEPNJoj11E5VgsDD+BMUXCQYwuodG0JpWoQi0OEtJA9FVF9wNQSlplC4R9oki/kT5LpKRdCFu6gTFGGzdh4Tiqan2l9LeFGn1WDfRb/RHA7qlWl+q9yKLGFu3Vxa5l6GUohVGRg9cAbwXxHBgtyL+AQDiCELwC9lBbiNBImlHRpiukSoyy553ttY5G/YpGk1UNVjYkbK7NVQfZGSjOPIo5JKHUjChMkercQg+mmYZ9W4Pog2u31F5vqdOJODBODaj9qfz1bq52ltFGIcfhMelG9eYVDeZ96st6VM2rqEGKPvtyRKFoMpXrGuwr9MIbrtCd736W3nfnC/X+O1+se9/zYn3gPTeBG/Uh6IfBR+64SR++/YX64Nuv031vu073vPMFuu2NN2rX/t1agIFjMxs6PtPS6bmW5le7Mpn5xDOSQoqFIjqzULGxAAAQAElEQVRdQAM5Mt33GekZ6ZZPuViVC4kS9pZKDKq7DHXNZFOZh4JxFmoW0SRAC+hJgdWPpSbrr/PH/1UbPIvXAW/4tRj96dOna695zUuH6r69vd+pMpxINSxKhQ3YddZQ1kweq5lnHQU2lAQj5hVRlKCEmwSHN++6TqGbKs9q6ha9ylD6LO8l3EPJmtAYVYLUg7AS9O3Q9iFdur1Pl+/o0RV42lfu7NPVeOZP3zeoZ+zvL/HM/YN6OleWzwRP30PZ7XXtG3KimkbrUh8NVVHUxHk5l6DMcIXyBiyuxVMMYjWtqZZWVUuqqvpKiRpGzhcocrOlrNVWD+/MNz7ncr3qRVfrpmsv075dPWIdaI1xrbCoF1uZZnhimFqHtgrN46wstRlSXujw3nH9wvOu1ps48bzuxdfqyj3j6mUDSbqtUjYIWQ7+ul1bgF5IjAXnFeFRchg64AywzyKLISc1yDEuh9B+GOTRyg+nF9T7fwiXyV3Aj+zrQns/uk+YlPHhS5OQyzxbB29ixrX1iVCfJIoJGwlyNyMbqeW8l08SeebE+VSy+ZOXc04XPomLMvgLvLEhu+9DAQuGAKXVaLDwjwbKKyFjFwt6iqCgfYGgxOrCu/WXein1kTZzNoNueVvhGFNKRsL7eHRBMXFK0lQJY4jUK/JMGesj4y0/ZxNgIErSBEI71LUbJc+YWXOK8FDyAY3Ms5WQ87I+0AwR2IQ2P1SDx4LtMIfPXB4dsbHAMi2XNWQ8qZyHAN/Ui/QdkCujNFWLW41GsighWyORteIsk81KW4ic2LWF2CkUeSqVIcvFYgYZsDCwozzrQ0Y7pHcylWXLtIy6Xbl2t6S+TT7H/7DaUlhrqeBKoFhpKywTXt5QDjKea9uLK2pzA2a0w+1Zx8LQ9tyyDK3ZRTWn5rSxBQsbNnimWJ2c0QpYnpnn+WJZGTdfsdsVE6iArHNsVcbcF8igcA6tisApdxKjkVHLM/kwpYpFUI7cyjj6K5t7JTi5UpdDTR4C9fUEAu0GBBwJPAHi1uYFWD7VZHMn8kJOG91MKRXM3lbyDVWLDaX5ujz2x2xmlfZqlMXkqUIfVZirq6MeuKsSj52GfGtZVWx1n+tyqMzRlUIJYxR6VTAGuVQeG+iwid5V5KPnIJkowVmyuc+aHeU2b4wZYck5J9P3iK4F+Hn6lQf0zre8Ru9+66v07tteoXe95WUlbr/t5br9tpeR9jLd/paX6A7S73nnq/Ted7xa733Xa3XrLb/IzcuYTnE7880Ti/rGqSU9eGZdZ+a73EJHJTim3ifII8rkGV2Ux0GGwTKNHwQZPAIL5AWEFgjzVeo8z1IteQSakJcgC4OHeuSZqkjqUbXPfe5zKUl/bb8mj79Sg/9n/+z/Gv/Qhz724te+4Y13PfSWt733I3/jv7vvi5/9/Ae3VTaueN3zRquve8GAe/0NiX7hucM6sMMpiW1FlCFUexUqNZmCtNYwACuLKmZnwKKaM0196TMP6F/+m8/qH/7LP9Vv/ovP6B/96y/qm989qX1jQ7rhsj697PK6XnKR9MrLpN7GlNYnz2vp3LQWz09raXJSS/aXCkvMEV7SIu+uS9PQqUXis1qZntPK1LzWZpa0NLmoxelVLc1taAHPfH62rfm5rhbnM61AV+eaasw0tM7CWIW3ZR5DVyi3yvX96tyS2ssrUqcrh8M1PlDR9ZeP6VXX7tcrn3sZ/PbhyEisYR5xBBLCNTmPnuPsmC3HponLJA0gm/5sVUPZunpwSgK3Mi3uYpuNTJ1mULuRq4Hx7ax31cAgry1nxHOuWIPWVyyPdIx2a6MjBaeKryiRY1sJTyCJGYuw+31I4PvPgy+oU1idTD9YzlPXx808b6PjtJJwy5S4gj4BizsBHkSMujBSiQ34KdQrKMFZSK0OJ5+UNjxxTxnLs+Jyjv0q0xIyWcMRXMUINlqMt9XRKpvVGm/e9svMCFcOi4OU5dlAUtquMOYUHvuqUSUquformfpTKNe7fWlQb4lYOpi9nPYN/akocwGRsCFAixIDWPwhrP0g7V5AP2n93LbZ3/Ppr2Xqq7fV39MFmfpqQb09zIiLErxFtqMqJ/JKtSrTB+cS9r8CERVClLzCBHXaQRvtqEXmfX1tTY3VFW0wvx02o6goRxuO07HJL0kwH8x5RLccNOA4m+FFHDL9s02TSSnrROYC30jeVeQc/UMDDkbAQDvmOkH2SVGw8USQKsaaxAHS4azI+GQN53IKUEd/BBRwQhbPzWj20ROauf+o5h4ADx7XrOGh45p7+IRmHzqm6QeOa4q82UdOauHxM5p7/LSmHz6uafIWHj0lwyzlpx84oqnvParz331UU999TNPfe0yz332c8KOa/u4RzdKH9TPzPdLIO3//ozpfln8E+oim7od+5yFNfu9hnYWe+faDJT397Qd0+lsP6My3HgIP6hzhc998QGe/8b0ncO6b9+ss6We+84BOf+8hrWEvUEspSN57eY7a0dv4iaPbCUJOoCnySwmnIaLTER0MQkwKlM25NaMqDklXzdY6vluXjbWjNrreZh5bRllPXZAhf3OEAnpSEM4NtF8YFCkdlZMXiDvrIMIafcs5DnT0yVx5nMqYRyWs3119QQcHpMP90qXD0kUj0oEh4qNOl02kOmB5pI2nufp8IVszrmjJbrsrastxA+J50qnQt+kOXcsHYiAPXgwXF6eQ/fPiyPqS7zLuHEibypcqTepKcYs8fIZOU3l7RUVnST5vwGNDytdYFg0VxZqyAhqb0BbyWidvRXijanZXtYZ81mh2AUyDJYTaQQeziCR8Vd0iUaXWqyJ2qN+U6X0emTNuTqvorkd6BWPKWaddDsgZdrjDjU8lHVSK3Fy7rQEmeyyRxjlwbqs5jaaxNl7T5Z/5t59+2//6v/yvr/jf/vf//abf+se/de0Xv/jHO/86OS1YGCT+V+h7dubstq9942uv+KP/+Psf/k+/928//of/4fc++If/6U/etb0v2XXrq25Ib3/tDXr3zS/Q6176bF11eId6607RtBlV9YA1qW5jQ0vnJ7WCQ9FZWufE0tHnP/uY/n///Kv6B//8C/rt3/kz/R//52f16EOndfHenbrlFc/TG2nvTS97hl5+3SUa4OK0MTerhSnDnOYxJgucihY4CS1Mz+J0zJNmmNXc1IzmLH0Li9SZx1GZm1zQ7PSiZmeWoSslZqYITy1oHixMzmvu/Jxmz89rlvgMZedmFrXIaWx1eVXrnLBazS4Lrq0+baieLcr+j50VTn3sS7KTi6GGQanYrUhsqQaqkmqgXkiVbK1E0m0osoC73Mqsra5rcXFV8wtrWlxa1dLymlbWGlpdXdUK8WVOipa/uLiipaUlraysqEU9YQSq1VT1ekU99RRUQUo8hVraJvp6KvqLMNBX1UBfTQO9NfUbLNxXV5kG7SPe01tRD23VQU/ZZ1W9hHt56rJ4f19dw4N9Ghro1SDh/t562W9vyVuqHmhfb0Jaol4MQh8b+UB/TYP9PWU79sucS4vLmpmZ08wsc4VjOD1LfHZV8/PryKOtdostG6Ocbp2khMFC2diEg4b6erSLd/gDu8a51RrT3p1j2ldiFDqq/TtHSR8Bo2V4/87hMn3fjlHt20G60Z3QLezfNaIDe0Z1YO+YDu4bBWOESds9ov27hrR/p9Uf1N4dYOeQ9lJ+764x7Rwb0UBPTXVuRPqh1UqiSpIo9Ym8nIxfcxLwDVSwuUTmscs1+/HHHtX93/yaTjz+MI70jNrNDUo7JdStpAmbplMogjJO4xk3FCavKMk7r0hJEwVRsXfSh1fqKkqAwyBHZBbN8ZCXo7x3jpDINziJNH4I1QVBdFRS4zNym2AQDPus0NLZac0cP6O546c1c/SUZo4YTmr6yAlwXFPQzbRTmn78pGaOndI8ZRdOninp9JHjMpR/6ff4SfJPkn5KCydPaf7kaUDY/urq6bNaPHVWS9RbOnNOy2fOa+XMpFbOAuzI2vkZrbLGV7EDG9MLas4tqoXO2E1Kd2FF3YVlZdB8qSFDAS2wPYZ8ZV0Bh7Bg7XVZX23WXI6NwluUkK/dhjgE6b2Tc1EFEjb5RklPUKGLxMsvgnOg0lvT0PZt2rF/j7Yf3KttB/Zq/MBujRMf27dbo3t2anj3Dg3unNDAjm3q2z6mnokR1beB8WGlIwNKhvtL1EYHVbF/dVTxKuDBJfAC5AI8Bdkc2Zw4nM2x3lTXXTGm179on257ySHdetOlesuLr9RtL71Sb3rJVbr1xVfrrYTffOMV+oVrLtWhiWHtoc+9rJddE0PaQd87SZugz8HeulLRV8H4sFnBKJu/yaDAaykw6AGYVFAS5IVUzE8p4XFGvCqEPTpaxemqgQq362neVYrj4XnCTLKWUpBgAyN6XvVOXh2l3RX1V9uqV+nbi3FLrgrYU9qVVM20V8uhRw03qNW8rmaWSkld0Zx1JRT0cO5pS5KLCvBrgEP5pEJeKs8EDmA3D03065rDw3reZRN67qW7dfme8dR1O1f86//zdz/6P/1Pf/uTf+tv//onfv3X/+f3/6tP/4fr/uibf2SX+frr8PF/1QZZtJqVmLVHlHX25K3W7m5zfUdstUfrrkgnWEB7hgd0cGxY+0YHNMhi8llHDuVM8bq9qnJFRWmWqM42neDhbvD80WxLC2tdTS01NbnQ1MzCupYWN2S/GT7KZrmfJ51tg6l2betjMxhVNQnKucHIuPrt8GTSbQV1eT7JuE7u8qTS4cSd4ShwaFSeRWU8kRhyDGrOFUYBPwVX6QXXo9lTkFuY6+aMdksQ7nDt3uy01aS/DeIt2qJpbqa9ck4TAYPvC69KCOrjRuBynpRuetqgXvHsEb3ymm161TXbwU698lk79ZKrxvTiqwb1gsuruvaKRDtHvOp28uDkIjx4u4ZsswE04GOd01cT49jmKahtlHiO8cnyNjazrSxvqdNtqgtC7KpSderBaajXaZPNvt6zSXvKMPLeolXyUxyCnxxSSttp9QJ1qtYS1XqqqhpwTqqgRvu1eqpNJEqZI8+YKpzO0iRTDSPTQ7+99US98GAOSb0a1NsT1VOXejE69ZpUq0jVNFHinLoI2uazy/x2cEawX2ptODZrp6xdxWL1SOhRUTjZXDtMkQdpmqqvv09jo8Ma4wZuDEM/NtKvsZFejY32aHy0DmoaH6lp2zDhkSrxKnkVjY1tYdxo+mSc9HEwMV7XJnq0jfDYaE2jIxWNDKcaHapqfKiubYPkDfdpO2tgDCett5qis1F9tQo3Nl71xCl1QYmCHHoTMPoQDGgkLXJN39by1EnNnnpM7aVpFc1VbitazHuuIohaqaJLJeflfSLvvByG1ksk2U8p4oRQCGrhqsSKc8gqsOYCG0w0cOsWCkebbC8wkIdCOUY85waqQKcEHJtPolwpqKhQSn66RRM2G5fb+m6LyZLrdqAtsBmPrJvN9Lac2YFuG0e8zaaVl+slYdICzljRnFGLyAAAEABJREFUbpZ1rL5nXRoca9RfAPrv0HvHOnGB+pzsPTdvng0uwRFI4D0JkTallHCKPNM8qqRbYc8NlCsCOhNkTmAU/8WI3AKI8sSTSH3nxIWaXFFIrMPAGLJmU4WNjbYDiGyguSHxykHG890mnLqEc+DqVdVwTrcd3Kddl1+iXVdepu1XXqqJK8CVF2sn2EN871WXavfTLtOup12qHc+4DFyu7c+8TBPPuly7n3Ol9jz7CvIvof5hje7bqaSvrgz521wFZBC5hXWGwCYPKsW6hpK2rtjVr+ddtk3Pv2RMzzs0pOcfHNQNBwZ0w74+vWBvr158aEA37u/T1ej0Lmzr+EifxtDXkeE+jQ73sjYG0Ol+1dFZMecR3RDyMjjkZEARFZG7Q7at+SUtHjmpxcePc0t2QguPndQSN2tLjxHHSbX0+UePaqksc0LrJ88p4wCYc1jMOfzlHP5ybrfd7IocB8LszFlV1hd147MO6J63X6MP33Od7rvneXrPHTfo2c89oBML8/rCsXl9+WxDXzyzoa+dWtf0elXrnSq2OqiDHnVBbnMePesKlLqSoScFt125HPpToL8Jdnu8v6KLxuq6imuUK4elQ8NVV6um/bMr6xcvLK9du7yw/LzpmfnnL6w1Dm2c3bAFpb8OH/9XbZAVlkcSguMmzLHn+FqMrtcHFe1V+aKtKspcQXMrLHjvoxwLOOHUl+Cg8MQpl5mi9CjPUnXzFINYVY4xzTGUMUqm+BUo+5bqKFeKUUpZeAmL0EO9uni9hRLaTzArHoPrzUlQhVgKEvI83rFXRDE34Qgb9MQn0llEYd1TITNUog2D26QYIp84xiFF7zENiQo2h4CzZRD9Zzg+ZhiH2LivuWy3br7paXrLK5+lt//is/QuA+G3vvgq3fzci/Tq6w/p1dAbn3NQu9koE64lc04ReQjKogNeuaMPRhGggc0nSCrgl0ERQjhsbrAi5+AJWUdk7lxUYnySZuEnIVnZJ8B8pDiOacXpqXhq2Mb7g3DWNvCJ5JCJc5IAQW32JZV9YOUTgI+gatXLnBnjK6VuQl0r45Cz4NmQ+FjWszbEGCNysHyGQzZjZRONBuYycOovgleGQ5hvIZLmnJeHEe+8+EoxyJUyigohk8cApaWjlCv1IMlkTlMFWkk6hA2W1iW8BU+a3wonF6iVyVThWjylbkp+Qjlf0kyp9QHj3vpmjIlzpbNVMd6IVxMpZb5sk08Yv8foO6AQFRmq+HjKea7o1dmQuusY066qPtC25Pgv+hT9S1QgD7lUCRPi6Ud8aMZqAyLIRVaedgNlgzw9m2QjFBEhqEC+lVGZ51UQL6gdKBGRmZW0Gi5GcjbBdMkT9yZjoJJ/WmLengzTEmvXWzmYchYGKgoJp0M4HJ70BLg8CEOgSJpy8q0cbTloCdoQ/QScIZvLTQqX9BsoZ7AbDll5moJtMRAxBDmcE0THZhSRu2OUYnQRQK1dp/LDlJWUQdpXTJ+Ml4iDEjmURA4nxjdqrRRZx+jowgm13KTUDtTcRFRBu/ZH39jhVBnsV8/YMM7KsKo4y9XxIVXHR1UbHVZ9ZFB1o+PDqk2MqLaDdG7d6ru3qb5nm2qEewn37dqm3l3b1bNtROb45IwAFhThJcSoIOSBI5ky+AR9T4qmBtDRAdfRsGtrxLehGxp16xpRQyNxVdv8urYnTQ0Uq7iu6FgSlCKshDaMVlKH7kre0RttOubAIW9HfyYvk1FJo+SYx+bSiua56bLbsXluyWaOndAst2MzR09q/pjhlBbs/4/ELdgyzsnG+Vl1Z5fU4Va0A23jnLSn59WZm1d7alIbPNuH1UVdvm9Er7rxUt36y0/Xra97ll77mufoGc+4WE05HV1q66Gllh5b7ujIYkfTjULrtqfIK2LnXJLCXFLCK0EPnBLGYOvPsf4S7+RQaGZSVcbf5zMN8sw0EjfUxw2Oj8GGVvHe94a86C862WAoiv4mCfpr8vE/7eOMMTp4NOjXfu3XfLvdSOpJ5sYHFfaOS7sGpe0DThPDiepJLttwqKPIf4osWRflMIZogsRmHlxN612vc/MtTa10tdrxWuY61SkXB1qNo1PjiTRRk8brQf0uUw3Y7wxUWTwO4+1ZjD7SbhTG0slhgB1sbgJuiQs4+vOxirpWQCrvEnm5TTinxAnEH4ClPRWB8gW1Qgl+KFI3bMHC6DmGq+AJp6NdQzVdsXtYT9s7rGfsHdAz9/bp2Xv6dA0nl6u213T5RI8u3d5fXqsOsGM5DDO21my0OoXHQalgcGr0AeBfjMPgAsuokFhfiNVJSuTZnBxjitGpwBgXuUndKypVpF5kk/p+kGdlg7Dn1KHN4kehIL9EpF0LGzUQzqnHplJwExWzQqGbK3BSCcxL5ERsFSIDijDq4CRAOxj4Dsa+m9EGDkZhgLciVtgHUmWZUxfkuWd8CbwnUMcYPaAVx7gcTPsol0RhZRR9oZjAJJSdSIFTvyHaqZKbJilXUhrcgH4UtJPLKQNd4l15ypXglsADR32HXj2JgnKAsbgnQBshk6grqGPTdJbHBuEZq6OX6JxCdIzLxkqCT5Wm6J+lF7k8htHTT0Jdv9WGImPi6+DOUy7xTtVKRWmSkBKhXhXCnvmWSyRXkTxw9Eq9zepeYt6D5XuCyMsZT06KPofDrnI2rIK1FDHEAVkE+AjwUwShDx44oULK0cCMRnNQhCimkGndHI/Np+laTqUChGgdOLHUJXRpE8aAIZWYZ6GLDhpt3ukg7wYV6EIsqFvWoWxIFCkjYPQCAvGArkfGFaGB1biJRCW1fGDlra71I/ozfmKIYkNRhE8CCCWASD8RyjduhaGirFhDDiBheoE3injnlIKEfBeCPPyzl6GCXj44qCuphUvQN6KXyJPNnkc2BowNbCoYTWk7YczMqUogp9SQKKaJAnahAHmF+a1V5OrVTVQrDC0yPwV2ojB2FZSqCKwhbEdRzgVdwye9KvCMElkLjhsnceMqDpCOG6iIAxM47Dk2YaH74pBUkFbkGwocCCP6HUMHuXUk1oXQE8UCuQFrG3m5EmQjl1hEmu6o01hXZ3VN3bV1dXkua6+uEuZJbb2pgifxsNFUWG8RbinaX11r0scFEA8878T2morOGg1nrL+u+qtif6loL7ece4er2jHUo96emrr0iz+i5TxojTVodJX1lHHw6iZS7uAJ+QdkAsvwLnmXKHXImfmM8E+CVM4DcyG6DFGOwhXyqtS3W85UkUNCrhQZpCp8xTnfT9m/Lt9NyfyUjvaKZ17xS9sP7r9zYv/+e3YfOnzPP/ln/+zuL3z+M7fs2tF32c2vui59x5teqHff+ny99fXP1vOvuVS9tUIOj9vsqGdkeaul9vKyWsuLakI31hqan1/VF7/1qP79nz2kf/NHj+hf/cF39O/+8Oua52rv4Hivrjk0rGeDpx0Y1EU7ejVaT3jDbMuuipMY8HS9HNQgqFiiLgbSogWBY79yQpcUWbTRDAWGUSiqKGKiJlcJPzxK6Eh0W21QgfoB2EIsJE58LhQoZ6GEBYrpkLeyVmerLoVII185xquluuuqjxP1ICfrId/WsGtpMDTU112BrmsAQ9CDoeilnTo8JNFLWK5YPhexGl0NGdYkboQs3YxewhhSl9CPZ5wJeYA6TqmclcNA5ZnU6RRq8cTVamY8g2yijFtaKyfPkKnNc9ifhxb5P4xAfdpv5+rQVgbt0m7HnsM4ZeadXAXOSoHTUuC85KALP421lqa5wj13bk5nzsyAWZ0+O6ez5xZ07tyizp5ZJG0BOq+zpJ87N6tJrn7n7PcH7F9RuKiA4SkwssGMq9AFB5CtDK6FPFrIwYxpG9pV4nPmN0dewDE3BrZoB2z+EmSfWFqJQNnI/IrybgseegFPpjmbqyBFNqkShdWhHHPhXSIJGPWptAWfVJVUavJJRbndHmAAhU45QwzwCzCIVC6/gZ8FvedK0KiKCl9VxCEJDq6jk1WPUFFTUTQVGI2TS3Bo0yojTBQd8TKVUiVLyBCZFCCmhYIrcERyWV+BvgpVCNMXtMApztGrsn+MueXl9F8YyvQUvhL6SanzVFQUqBsoU4CA81mAQJvR4lBLy4ukdEa7mbiU8NosU1Uo9b9CnHBkHNTNTa8NtJuTlrsa/T4Fsa5AepCVByGBp4pM9g7eI3KIERmxdgtkHYgQlX0IajPsLKoyYokhyLFR2e1JwdtzbHfk0G9BeTuQWh0l6H3CGkuauQwp68FgaZ50TzxB9x3wrIvy9MHaMBpNByxctokQWD/iKTOAjP66bNQdaKfZKp+xQ8F8wVPIMhUcAgrYtd9B6TCmDkx30YsuY83Rtw5z2SU/Ix3TpyJxynxUxxUlMpx7Lq7VJq3pgjZ8UIer8BydyLFbhpDkCsQLl3FX3cWNJe6Dii0E6uWgbN9Lgf4C/ZksncmvCIJRecImx4S8CvPgkWliaYxHjCVjfB2cli7OSxenJeMZLWs1GfMG9qWhAgc+UDawh7iNDaWUTdg/EspVcfQT8phptEqMOrC+4IWr927qGFNVLVdlzBUF1oVYg2I9iXVKSdp2CsSL6NAnKTqvyHoylOVo0dNHleeffnjugxez170x1Ccff/jKUycee9mrXvULr/jFl//Sy17zste+6N233XPo4Ycfrm4q0s/WT6b4p3ZAbmF+6e0ba2sfWV9rfayx0vj4yvLqxyanzr+9t66rX/Wya9NbfvkG3fb66/Wmm5+lSw9vU4Xrcoc3jlqogkGIG+vqzs9xjTet5tyM1ufnNT+9oK9+56j+4PMn9e/Bp//zw/pPn31Ec/Mb2sH755X7BnXV/gFdsqtPu7lSGUi9PBtVZFH74FRhIdrJSKiY4/TscIjwDIRXsqViCbQij1GLKGCMkgysG7HQbRElSL2KItc4pdRqqUpYeAvVSqIaJxmjdQrXOAHVqVNjYW9etxdK6TvlJGpIkkwVTvMeXiIbadZaV3t9TS1OEM2VFbVWltVtrCjlHb6CsicsYscCS1kkHgSsTmTzcxhyR1zw7QoxpChfRKXwjR1h2SRyriLHsozBMxyYMqNM+IKD0rHf12gX2NPwfeh0gjptQ1SnYyBsad8HS4/KulK3G4HRHwRlyvxAfgEC5SObL8BqFSDYTUiRkpZqfb3Q3GxD588tlY7ImdM4I6cXdebUAvFlnTm9hKOyXOafPY3zcnJa58/OaGV5TX31Xm0bH9M2rsbHR/tkvz8yOlzT2EiFcKptoxVQ1cRYXdtxbie2UX5bH3X61d+byOZDMWf+ixIOZXBRcsHgoE5Cp2Syx3g5ZOnYEDdpQv5T4SnrFewGiX0Fn0mBsUYg6oq6kXkzyCfskcwTV8zRe1ncEQ70nbMuihC0uVmSIMl+wpKojuPgtbKR68T5RZ2YXtHcetAiG+Hyepf9kU2DddDptJFtRwW3bx2MfYtNkH1RG8yZ/Y5UtDHRrn1hRR59FvpscGkFo+xlfy15fSNjfgKQ1htDgO0AABAASURBVDZA02nNQHi1GWRYhi5tFDIsQy9gZSPAp6HQ8noOMi2tg8ZT0ZX9Bd5l0pbXO5TpclvaIa2t+ZWW5ldbWmoQB4trbS2tbYYtbdHStrC0lmlxLdfCKlgrtGBhsNTItQiWLJ+yC7S3anLihoYLGgUxX6xdm6LANJiMbQ6eAIFQIqg8UROmkuxWsLG0qvmzk5rh2WLq5Bmd56ni/OPHNfnYcU0/ekxzDz8FDx3VHJgnbf5hwo+QB+YfOa65Rw0nNAudeeyEZqDTZRvHZXTGwqRPkz716Imy/SnSph4/oe7SmiIOCwtZareVsNHbH5Ic2bFNQzvGNQB6eRrq3z6mIXsGmhhV3/ZNWHrf9hH1GnaMqXfXuHp4LqqD6u4JpZRPdm5TBdqzc1T9F7BrVAM7R9QHeneMbNUfVW8Zh/IM1WPYOSarZ+iz8MiQKj11pdWKKtVUVWitXle9XlOlkgrWTR1VsPFn6OwGTsfK0rJW7Bf9wTLhVWS+uriiZbCy3NASh9n5M7NaODGp5aNntXbsrBrMRWV9VVdzS33dwUFdv39Q1x0Y1TP3j6ripDOz6zo629Zjs12dXsnUsPVc7VFSqclxS+W5mfRpVZVaL/GK0iRVFRvPNqMSiZOnnRoGeGef01Xbe0CvrtrR767aNVIPK9PPO3vkyD1HH33kI0cee/Ajjz3+0HtPnD7yfMbUq5/BD8tG+mkcly1YFGV/s9E80Gxs7F9bWSPc2N9cXdmZtVb7h/qd2zaaaGyg0LYRJ68Wihhlv3+QuMimShjHIsED9iijw1kJXOHZL6Wud7ymliVeebTQllZAQQtVlKMP770/ydSHJ9/jMnk2dbte7UHBEiUq8oCyo0H0IUytKLOJXOwoisLgs2HAAeW8vDc4eco7ck35Kuac4Jj0cHXa01NRT72i3l7QU+X6sKo+rhB7e+sl7atV1c9i62PR9Va9eqsOSD3VoHoN1CN1IgvRM34p41p1rdHQ8vKq7F/hzC+saonF1m512dDgzjGKpAKTDnjSBCUsQDY7F8MI8qFQcgE4M55NzYynoqd8oojFtY2o3BBJC0HIhraQkb4PKYkAh02qKEIDm+mPRqrAgrYyPwTqRGD5gTZyyhUXwGk3cIqNqtFXXXJAPRIo8go3Nl7tpudk5NXtVEB1E+2UjdITTtlwU5wdC0fiBSNItGPbNu3fvQvs0AGM6sE94zqwZ0T7dw3pwE7A++I+A+F9GKy9u4a1F0O6c2JIg/015ryQi7kUEU4UYWlThia/lOSUuFGLJ4QN/gcoaeiTDCZzdjtzUoKFkYfJScjD4rI5NB2jiRSHwHQvZ+7MIZFZaHSxiFEXEEgLju7EB/6iHBrttNRo6mvfe1R/+rX79c3HzurBEzM6htM2i+FeXVtVY3VZzcaamqynVTyLmYWGzs+taIr3fIvTmjzeDmwo8V4JBtmndflKj1yllz4qOCS5FpdbWlzqaGGpq/ml7Enwpj8PZsmbWW5rhrd+wzR0mjf/Wegs6ZtoaZZ2DDNQwxPpS82tvA3NLm1oDizgmMwBi08vrmvGsARdpsxyU3NgFswQN8wSnqXd2bLfDu20n4IWYevDYPXXcZLa2sBhw1dTjnxz5FuCeUELhPiBU0TwhoCcIuvHIMIOFDg4DRzkKRyUcyfOavLEGZ09clJnHjmq0w89rvMPPK4pMH3/49rEY9CngLmb+u4jmvreI5r87qOaJH4enAPn7Z9G3/+YztHOuYeO6BwOzXkcG8MkdBrMghmcm8i8ehyvhAOH3b7Uq1VN7NyhPYcPadclB7X70kPacXifdly8V7suPaAdh/dA92vXZQe0nbTth/dq+yX7tIP4jssu0rZLD2qUeuOXH9b4FZdo7IqLNX75xaRfpB3k7bzsoHZcckATFx+gHu2RZnW3X7K/jE9AtwGjE7Q7YWH6NTqyZ7t6hwbV09ejnt6e8pfU+/r7oP2q1rALzENk8eU4KAG7Zk52Y30d53gLPA+t89S/ttLU+mpHy+jO4lxD82fnNX9iWvNHzmkJJ2Xp2ElVGkt60RU79frrduiW6/boTdcd0C9ec0h92NUjp9f0rWNL+vqJFT06vaGVzCnp61d9sE+13jroUa3Pwn3w1aPeeo/6sPF1vJNqIqXQSuo0yInUfmn22XvqumZvj64/MKDrD4/58WrcuTw99dzps+dumjp/9iXTk+duWpidviRNUwapn7mP/2kdkXMOfWLlOm+q5ZyCq7KCa5EV3G6qaC2rJ83YSJos9o5ctSJf65Wr9SjaXPkKQ0vlKZFQJcFQJyFniwzqqaQyb9dapmHKSRZOMJ0Jb54V3kWrIOH9NHY6Uh5U8Wm5meeEnUNssBdLBAlvV4IqEo6KNEpIMZK2hRAL4kA5ZQp5H0s4F+Q8oC1LS0hPkyicbaGrqsFrHQXuMTDGnlqq3lqCYm+ir57iqKSq4LhUKgl9S22eOdoc4bpsZjmbV4YMuoV4N3ZsTlLwvuS2gDe4VZI48VVCqkcG3gUl8GSOnsHDm7OyQIpyTvDuob6knvac85IcDkb8IVi1GEmPZW1Rm1aSHwabcAQhOmTlxZQpz6MyG0sWSpozDg7xynBOujgmXa7mLZxDc9I2UaFugrPmqZ/QFrrha3BXlYd6VyEtLUcbtCmLYFxxmknSCiH7BqUIpQbqvMX3YDT6oANYkQHC/alk6EuD6mkOCmDhoBrXTQkyFNccJjeTl3OORhPJpYrfB+svkXOuhJy0CQJ8RbolOOflkHN0JBKWow5xS3Py8s4p8U4p85aijxeog4eA0xq4nneMuOD2LMjmghEzJ7RWOk5GkRQ6gLzR+eMnTukb33tY9z92So+enNJxHJTpuQXZPy1fx0lp4Zw0W20tc/Ng/+rt/NyyzIFp8s5foV1GKUSEo5LAF3LHQXEpDgookH+HOW11gppsxk1u1Hi54IZGxCVLb7HD85KhFrdhzTxRM/NluFUQzinDrt+CtqFtyrTR9U7h1CH8BC6kkd6mbKeQujh2hg5pHdLKdNqwtdIlrQRlMpw/g5Xt4kx0t+LZFt0snyijjy71cvrN0d1cXg6HzCUVBZ8gcVeuuc2bqyghYVGmBPlyCWmpHGluK88RC+h96AY5aEL7Ffrl7CSDR3ZJEVUiGBXhUCIlvUKdFDuVsFhKmhVKtmDxEllQauVoK6WfKqgRriH3GvNRZ27qhFPSPON3gT5YH/W+XvUOD6pneEg9owPqnxhU7/iA6mP96h/vA4MaNAd9HAoGxgbVb+VA7/CAeocG1DcyqP6R4U2MQsdG1WcYHVFviWHiIxrYNlqib5z46BBpm+gdG6Ccgb5pt2+E8EC/6j111ao1VUG93qMeUEkr8qwXJ6lAHvbMGZFZRE4RAxNZDyKOiWMdUIo5DNjMApkXhUjzHHadkjzKdQvkmKk/Cdo9lOqyHTU9bW+fLt/Zq8M7GAeyaeCQLGxIiy2JizWpUlXf4IB6B3pV76uq2sNaqKRS4pWmxCs1aCqfJMChOwYJM1P2M+i6GnUdjfuuhtiTBpW7WpSZl1QxpDHmlaLI0lbLOf0MfvxP85gw7jFhY08wsj0Y3YFEGmQaeszYZk0MIArDhl4aguqQVoserXSrWuHUvJpXtZpVQKpGlmxeP2MFA9fT/UmhPcMV7UBhdoHtfRWN4LHWSC+NO9qahCCP4lZQJI9Bz1nggbRqraaC9ALBRdIFjJZgFV+gIuxox4MLYRGOYnugnYAXHxmbSpBm6UAGyol2HbNTOkGRGBA6yPDlLI/+ySYc0HU4hCeHkjufmouhTnSyt+HMV1X4mnIWQwCFT9TFYwgmN/pKWCuxPOXntJXLU9spl1wB4ItxxBJR3jvBAukRBMJQeCnH5CQqk6YnID4XysMO+VbeUQN+KRx/EI50A+k5BqTBzdcST1SLXL8uLq1oaWVVa2vrWlld1xIb4xJXX4uchuc55c7b6ZiT8CJYAssrnF5WGmoy5xXmrKevTwkOXlJNlWAgHM5G9EEVHDyPtxoxOglOXlpzcjgYKWkZb8AB2TggnjPsqauKnCtFkNEa4SrzWCE/jZkqyC0lnCDDFJk58jwCcMhBCGBzvIk2qYdeCFsJk81T5X0hXMjkb2/vgfkq0JeIfjjWgsk9EA/ELS2xfuEhwZAloaMKz4AMD2lmCllbBVfbBW9xmzxt9mfaUoVX1F+9OMb9Llcf6EEe5sxkShQYg23mXdZAxPkQ7BboMDZbOYx0SOgEJ8TBmpSq6FcFvupipMyjAppqeuhMQokitKBegDNK0H4C4ATdDcx/8F4FfRaEi7Is9VxKM5USOTxF6heRcmwoJaWPwCYeyQugAKHMdyoivMFzsDaF1GLkJ5NCXFuIRAMwaiAoyysk5SSEaNKPjHETJMlkQVMiSxYuEID9XRjnE+WEczbEDF2JjMPBfzQ+SEd0CkYL2oIWMaogbBtixOFxjMnDf0qdxMaEo6BMcjmDKGw8IhqVs4YLT5zk3NoAJV+k2Vis3aAo041YMmmpxK2cFbQosKXuadecn0pwMmrOS5U0x6bMYDBdXtaE8R4ZX0yTsv/g6AG7GdA3poQyuaId7FgPUiFPJR+gICVclVRlrCm6lOAkORwp6z/QVyjQk+BpwykgeANVkJUUS57p6wlqYdZGNET4i/TloN4kpxRdSrxXoP2Q5aR5Ocbm0QlfUiejDl7EHLkgCQTyI/Pk5IWkyn4LGCFJZJFGf6FLW031ph3V45pqsSEfNxQYs6lT4qQUCOYDMgg+KDBXSS1Rym25ycnm3yNHgSJ6GY1pRRkNdOmFGrRZqId6vRys66zfWt5WYjf6tOuiyk8kHMiXmmX8Z+0HkvnpHRLmRx7npNfl2jvco0u39eqS8QrORao+NpCChRDQnJD0aK4R9ZWHpvSVRxb1pYeX9CffndEffHNSf/CtKf0x4c/eP6cv3z+j7z48qbyZ67ort+nFT9ulF12+QzdcMa6n7x/TGMqTotC+kEpFpm0vJ4/SoOskShHFiN6hQiB6hZiUiJSLkXy0PCrnZ6Enb0aoSgMeOOcoTwmsUYYBMyOWs/llIGchGb0A+5PUHcq0WUAlLAx/3TwqY3GX6Eo5BiwjnSbhy9MZXoevKLISgvNw45TDa268YvCdS+XIZ2Cyj4N3VzIfGZ8NwiliKAJ1Cpb2JrytY4UiqoCfoqQivIUQFVjgoi0JHgz0F2mnRHSKxAPtRcuDinhZNqZSCerRp/HXYUdcmF/SubNTOnd+SpNT0zoPPXv2vCbPzWjyDDg3r6nz85qeXNTU1AKY1/mpOZ2bmtHpyfM6MzWp5Y01VQdr5Umvf1u/esZ61DPRo4EdA+rfPqC+bX3qmyC8bVB9nAR7OAn2ghr65noTcUaRq3p5YFanNPaKchgGh+EyA5zGyCnLIPngngRj9lGUZVylXPTEhyyVbblYUjP0MkuN5ugJlJXJD4qWRlnnaALYhhnpN1iU5plmOa7cfJoq8fBLGRltFpdhAAAQAElEQVSPGEgzlp6KJKuapkoTp4p3bERtrqW72jfmdcXOqq6YqOtKcPX2mi4er6qHcjEEeRr3FS+XePhw6EEU00/LHsObAuREmUhuH2V66bAPXvqgPTh7DqctIKsAvznt5YRzdCgwngj/Jgcz4JtUYq9SKR9Zi1EeXr2nf8bkSCNKrYJQIZOZrTPvAuU2Ud7+IXiqIItYlpEK5iEwC4XgWjZvPwoX5lXITmx+jEwJdRNlSiIbhDrU7crbhhw7tEnYVhhjxAukSl46gmJ8ZkMcvQmdEJtvZFAGbX0irFk3tqYsjGhkG1cJ1nhhQNDWNCZQDgfFsZ6c8wq0sVk+IAcEw2Bjme7KNgoyAzwEq0/YdEV0EgkH7IhIR2RywZjYgoWpY3k+l5qrG2rzrGd/bK69sKwNwmuLy7qAxuIq4VUZbSw2tL7UUJOnqSbPZk2eh5rzq2rxxNxaXCtpm7ChtbCiDnXbtNeZX9EGt28bM0YNq8QNK1onvTGzpHWeDtcptz6/rIalzS1qbW5JFm/STme1oe4GDji3QJ7Zcsg8ILuATUQycsg959o12tgYv8mhFCDDRngqwzZ2OZlMIuWtjMkmMkGBAohLwdJxfLxL5bC/sZvJcViu+K560q7Ge51293nt6ku0uz/VjqG6KqyDDZyxJnVavqqW2by0Jpsrm6MCHgN5ueW5mholqlrnuNPBJrqkqoTxJDBQdQnr1sOag6NNtmEpohI2Ev0sfvxP86DSRMLOlCe7faM9esFVe3Xj0/fp4u1DGFaUxCwZzknX9+t7R5f1G7/zdf2tf/AZ/Xe//Tl98h98SR/9ra/rw7/1TX3gf/+mPvib39LH//439Hf/8Td18sSittUGdOkwBnk40dNGarqor6IxJapz81IpahijihQ9ShlBgUJB8VSDWQs5/qN/VVGdalnWxU2HAIWhWiGHl1MUORt4oRBQ8RBRrKiAouUoZYeTSauVqdnsqtkCzY42OO1vEC/B9fk66WtghfRV6Brl15qZ1nCwGhuFGhtB69Bms1C7GdTlrZgDMkYSfbWFhYHNSchwfLpdqd0JalGmC7V/4dKhnQ7tln+QDIcgs3ScnQ5lW5mTocnV+nrutUG8TV6XhZlBM4xBxhg2aVTWieqCVtv6AC1Ae61OUfbZsn+ZQ39t7uXbFjbAS5lu9CnImVdDwXV+YEFHIKUqglM3i8qBXX9H+vO5U8IpM6GsyI8hUi5XxmlmI99Qy7XUu61Ho/uHtf2y7dp2+ZjGLxvV8KFBbb9kh3ZcvFs7L9mjnZfu1QR04uI9pO/V2MGdqnNV7dCRynCfqlwrV4Z65XtrihUvO71mLiqUE57IweNTISXahIdufiPlIxZwEwXsGtgJSJOCgtEtbJYJivy3WVtlCJWknFQwv0WMcomXw2jKV6SUOwtQYOxyZJHlhboY5sxuTtABc4C73baydgvD2lY1tLVvuKqXPWuP3v3qq3XfLdfpA294nt7z6mv0+hc8TYfGapjJQhGHIhRBWYjss4lCUlGB4cxdRV0Yyk0GbI71xOvinX16+j6wt1+X7a1rz/Ze9dRYD64j+UIJB4tqraKqOXzoZ2Rzj6ypyHiiAv9FRcYl4owSuWboc1vKW5s0tHAGO6rSVp2Te83nqrmMeKYL4ZrPVE82UeM6oJ87cUOf0WqUhfvr0p+LC2UpP9gjDfYEDfUUJYahw71Bw71RqIQGe8lnYxqjYD/jipx2c57JsnZHGesrb2XKmYfC1k4nU6cNoDY3bTa5DnPTJt9o1+aMeId4lzKZrctynW22kZFWMBchR1YloiyMKIUfpZhHRWyMZ15ccDJYOCFu8Kwtzzw6YAoVmbsYqYqNykmjugiCoBPHjunRBx/RI999SI9+70E9Dj367Yd05FsP6Oi3H9TR7zyix7/1GDiio98+WuII9Mi3iX/ncR0DR7/zmI592/Ao9BHwsI5/2/CgTtLGCcO3HtaJbz0CoOSdAMct7ZsPy+jxbz6gI1+/X0fBMcJHv/FAGT/y9e/p6Dfu1+OkTR4/o3VuVptmR8H6elPrjZbsd+86OAgm31JuhRibE8MuISy5IVoC4xdIOOmlyNgowiQpIlrPmksV8lTKqnIRW6AeheAVio56k7aeznPPa549ojdcP6Gbn7tb116xSwlO+pHzs3rg7KIenGzo2FxDS9g6poi9IVdGX0yvlrCXJ+ebemSqoYemN/To7IbOrHTUKCrKYpX+ATYmsOZy55Q7sVYc6QTYhfQz+vE/zeNKvFeCAqUBA8BE9xYt+eaq1FlXzLpClxTwKl3Sqywd0MKG03mypzdqWsxrariq1tMeNcAaXmqDwbKPs2FKpnz2z22H1FQ9W1O121DKZu7py+G5egx+kqT07sQPwYqEAY7OQyooaCqhMC4YTSmSkGbidNr8BHkqOefknCvDHuUyiM02cKIq2PiLPJEhFGzAFmajzct0L3RX2CDlGJeMvjL6ykOF9Io2KUqLAud5hUVSUcRJ8i5RBd4rPqEX+o2RRdrRzMyCpqcWn8DM5AI3DrPEFzQzvQCd1+TknCbPz+k81HCOW4lz3E4YJqHT0/Nluekpo5t1NsNPxqemZst2N9uaob1ZTU4a5qBzOm/tg0kW7SbmNHneyj2JY0dP6dy5KbUw7p55cyAEx/icGJHEHPno2Dy9qoyzwpE6TchBzkyCApPY5Rq2wwm3Z7RXF111WFded4WuuO5yXXbNZbri+iv1NDbgpz3vmbr6+qfr6uueoauf+0xddf0zNvHcZ+mya5+mg0+/RAeuvER7r7xYe684XP5S4PjeHaoO9Sqw0WKbFJljydPtJixcgjkjUz/8iSQxAEyLXE7NnLgBcqGOUXLKdrZohAZGX6aRH00ezsszfp8kctCgBMOV0jKgTAiICkRkJWToXUW1niGllR6lSUU+5LKn010DFV2CE3c5tyZX42Bce/EOPQPs4OaJvVle9Oo8Yk+4R4CmNflqD01WFZxTgQMTY6Famujyi/bouc+4TC+69iq94FmX66rDezXEM6qLQYKhIi+Usc5ykNCwic/b3JVhp4R+NuGUuqhEXfrvqJoWGuYQsX10QPZLyIbd24e1b9eo9u0e1X6jBsL7do9o764R7ds1Cka0mwPN7h3D2rNzWHt3kgf2Ed8PNeyDWnzfjhHt3zmmA7vGtH/HGGWHtY+4tb3f0ggfoOx+2t4P3bdrmH7AzlHKjpdlt8EfPgqyLdCJyJgNgkomgsiPqKAY+Yk8yCm/NkUlSI8ELF9yUgnxMXsQlWMQHFKJLmWDdSVk84+tEoigQIZ5jDKH0p6YitypwPMwhIJ+C2EvAG0FNuKAIeVrXMk+dA9hnqmT4xBl3E5kjY4KkPO0mq82VfC0Glbbyte6yle7ykjPiGerHRVrHeJdACWtu9pSd83QJG1DWWNd3S1k6xsq1lugrdDIAHadfkKD+HqHOFjP5NnU045T0o1KM68kQ64cfgLOX8GhrrPR0YaBcKvd5fDWlv3C9hrtWzxH1iaTQpH1ERkrskOzIvK18RpCGWbcSiXWj/hYOqZaJdB1RIYsRclUDjtb6n+Rq6KOLp7o14uu3qeXX3ORbnrmYV26b7vWGl197btn9cdfOqX/9IVT+rOvnNX3HjmhtfWGmuuram+samN9TVOz83ro2IK+9vCqvvzwmr55tKHjs20hXtlTfXCJAjzlhWO9CfacAvMc5GN0Lupn9INZ+OkdWUy8C7ZGEb8zg4anmoKEpx2HohnnGaeNNovI+7rqfRXJO2UoTMAQYCEoUmAMCiZTGG+PgRXK5oStRsEyFK3Ncsfx4RQmH+QwlgUqnOVdFIEQ7dhCLyiJJgg9Jx2GIm2gMA54YPQChIMjU3Kh7ChRETwOhSFRQV5hjgYOScChiKrCX412tyhplh5CRQHPucynjFgCJVxVwdckxxHQGa3J2gu0K+p62jY+PH3ataDHAGUs3JX5Fa1wHWpY5qp1iSvZ1cUNLXEVu7iwpiWuZZftdzeW11VSC5dpDeKbsDpLtPEElqj3fWhoZXljC+tatd8Dob2VEpZOGuG1lYa+H2vEn8Q6xqvg1DPYP6RdO3dr5/Zd2jGxQ3t27y2xc9dO7cFR2LV3Qjt3b9fOXROa2DGu8YlRjWwb0fA4dPuYxnZt08TuCY0f2KG+PRMa2LtNY3vHNLp3FIxrcPc2DewgfeeE+g2E+3dtp9xO9dN+3/ZxVSaG5cYH5SbG5HZuU218SL4nVYau2C1K9E7RdIO5jk+Btj6baZuRzZKB0mGrpIUj8c18kXoBLnrU15OxCUcpx5yqSEhL5DGOiTCSzLtjs3LEc8JdnNwMZzaQFsmPFg6JIvoTkz61qd/KEuXolkOXamxoA6nXIM5SX2iq0l1R3lgQd+YSzxiB3sqvh3uXKFCnU3jZtXXHFgOZiRNrSPKEe3HcBmtetXxDvdx22O+zpFyDmy5W0dtainPkq5T0suqBH4YIxceRwRVOrpAcDpSDB8/TSl+PtHP7oA7um9AB5nEvTsLeHUPaOd6r7WM9mxita8IwYrSmbaNVjXM7Ojpc0/gg4aGaRoeqGoMaRnHAxsA4V/HjPOkZHSNv3DDSo/Eyva5xbkbGB+oaG6xrFIxRZ4wyFh8jb4w0Sx8aqJX/vyj8NFWRQ72aqKdaUTVNlfoEeFUrqappqgrUkFYSHMYn4ansEq+E/BRUqlVVqnXKVOWTCkJJsG9BeYjYMg8S5S5VSKosf2wGzkpIUkXiARpor6C9grAh0oZLK3LmGco+EfsTLQC8AnYtBiehf6mvoEEJN1ZeFeakwrzX0MF6nqhGuMpBqsY8VYvI4S6AyMEvlnNnNzWONgyKEg2LjgjwJe5i0KaXFOSjgCNOHsmiD0fPHp1NfVUJYUy6zMGK9B3o16jsNgM7KgAHsJwAxuAMTl0c5w2ugzvcIEbWTwAFMGrjNBSUvYCcnjJsaOYq6iKfjLyuox0vdXyhLMlUJHkJu6FtKUf+UREZRxisciCq5k0lrRUlUBejuETT0kbUYjdqBadqI5NsDjxC8ayPlDVX5YnI0VY7j7I//rYapaVcWs28usxXSFI5o/ATWYe5kxC5bByR8aiEfiY/iP6nc1ycIFym8k/rlOIPXCeYIUydk11zttpNJiioUvFKEsm7KKGQCdTFUtVQ71wpxtGw+cuMARVEofKck0hTOc5Omytv0bCnnWCbjiukJMhjYNJaAk3kMADOV+STmhyLRZF0JUqcwUM3Uf5SG85EAjy9K3oZIuWNGqJtFjgfUk0xYFQMxSYNFgZGAxtIsIVXJFK5ID3DuwAH7+KEhCwwHNwcEycNw4KYFHIBG6eoKwxGxNhD5eFfYt1IIZTUwkURiYJIcgl+WEZpRAL1g8TOYYswQG1DeYIi8/B9oJ0AqBugZTNlc9bfjwEzSQ2WLPmEBbyX+gd6NDY2qu04Cjvsf3oGtuN4TOwY1TY2qbF9YxrhtDy4c1gDE4Pq3zakgfFhgWDDmAAAEABJREFUDYIx6kzs2K7hkVGlaZVxO/lKVb5Wk/dOjnGYzjgftQnJJYRTA+GUMuiEEhihvAwomgPRJXpiXHAdJWHXAfw7ZAX/wUkGyxO964c+ER4Eon7shwz3RLb7vlYSnzAO4DylRB6UstFkngcFlMLWycbauhZwTqd5u5/GuTxvfxNmfkPn5tc1ubChyfk1TfGmPz0zq9npGc3NzGhxYVErq2vlJmijEZ8ubTY4mS5xbb6Ag7mwvIoDusZzRVtirr2CvCKbSFdFZ0NV1lYPK7iOPCrkO/QtFEF5livnWaPUJ56YwhYiNHJDqtBUCcIO5yTinEQMecxbVGkhLyhpjnxL9+ooUVfedZBBW17tTWplaNNDU/hI2GC86ypxuRLKJ2WYOGHLTy+ks8kkbDsp6UY97fvYlWdRefTcm96UyOmrABdoJsezojcbwtizvMP6zJRjiwo2n3K9UK+gjQAK7FLOIajLTfAFdLod2cEqIu+Agm3Knnl3jhRgX8IO/UuwRynPeWmlLnNgEpwYDxyIOCeZcYZSFmz2OXYoRxmzIiqn0SjHTElkM2sSWSKZviN0CzZfIFLnAhxhxIgsnBx2x6FrfguOsgKROVYhMeXAkQRwZgKdBOogRgXaCZQJdBqpb3aioF4gIRgtAR/kk6QI/14VGk2BR86JvKsoxR5X017Vqr1KGHMs+6AI1Mm00avAIObWmRztkIdco/TkOImHYH0BMiJ9RevX0ss49YijxlSKtBLk0JUCfSu4pQ0M1kxDQLABB6Qwj4R59fYLraDK/NsfxIR7YVqUhqiIw+TRBRaCQtaS0C/RQa6I5gnNk8wJCdigiPNjOsTMydFWSmeYIEYQQRCJ5Vh6enosQT9rH//TPKCczTmXE3oNPCcHJg6NDUxkZFqcK5SY94lRc/m6rAD2QVWU6/C2Xr3w8gm94mnb9KqnD+vVzxrWLzxzUC9+2oCuONSvWtqVx/oHl6hQqlxGJfOMu0WbhdxWl7fkRqOheQz23Oyi5maXS8zPLGLMZzUzNfkUTPP8MQPmwCLPHIuamV7ULFd3s7MLmqWOxUvMLFF/mWeXZU1NA+IltTB1pig7BZ0Gs+fnNcdziGGWp5LpLUxNz2pyelqTMwbCs7OanpmjvXn6n9PM5LxmedKZn15Sg7dZG2vpvDHmaIsDRa/Uqurt71XfQJ96+uqq91bV00NaT0V93BL093gN9DgNgn5WWW9vSj7orUANhCnXU4I4+XXChjLtiXLk0WaPoTdRvecp6PXEfxi1uldaKeSTbkkr9QjNVe2R+sZ75IYxPkMGp7zfqaCdCBx9JD01pbU6PParv3dAqa12ro/F9bO4M41cSWsjlzbYDJvojWGjodjcUCAt39hQ1mwq5/QVbTPtUJZ3ba23VTRzeU42lVDF2KRSdApY7cAmuEkLBZPxU0Ah2cdR9kl4eeIeg+ii0HJDhH4/rK5Dn50iBYCCEiqkOE6pOVDEI1bfkEArbHyGNO8qtltq4mgszM+jK/M6N72i84stnVvKdGq+q+NzbZ2Ya3GVvKEzOC3nF5s6i+NyZm4F52WNtZAIFlkfti6cGu1cs8sNza+sa4lr/rVGk8NCV7CzCcEt69OziVaoZXx4+ElIS6IoE+Uo3Ide7N41rkMHd+rwoQkduojwRaO66DA4NEramC4i7aKLdkL36uDBvdrFLdnQcJ966mmpL7200ddXVQ+0B73rgfb2pSrTt8J9fRVZXz0XdNLqgqfGe+oV9XDTUWMqE4yHxxLYRuBKGuRsc2NjkJxcOVcJIQMV5Ak7y1JkXAXrKuFg4zngMLmKyCDSpryTY7PxVHE+Uv4pYP7Ex+rLE0iclEjBBWxQjknrQjOZgxNpkRLqMg95J6CfOc5grvIvKqOfrY0uzwZttZottXEmO+it/S6L0bb93gtPph2eRCyes1EWNFbQZgBGC8Zg4UA6HKpg3gIKEJnPyEitPCtBOfHcidEZnxFeo8oypBvFP4Bfp4BzFJBZtAFxMyEObsLRcHZAY/04DmGesKMCzdGDgNtEdFLkS1400HlkIyjoOODwKKSUq5TYbNPLfv+m6Bbs+0EFDrrFRR1Z/WCNGazNqEj8BwHD8jjFKQ5mgt56kOB4VDKnTUhJXsgF9g7ciMScWRxRz81H5FbSq0/O9ynFWUrQmT61dHAo17N3e12/K9W1e+p6+oFeHZwY1thQn0ZGBsGQhoaH0ONeeW7WAvtRQE4FNHr4VSbBk8OJcfSbKCj1yMmJD/kxmtoQIPoz+GWoP72jQvSmQypgMTANBnkvbzNkaShQ4LkncnIRyhKDxHypvy4969Kdev2NT9M7X/ks3f6LzwRP0zt+4Sq9+eVX6YXPOYRRyuXMwalUMAJRXbx2j7eaYCAc1tQhmbzI1Vhvan5uiU1/ccvhWNTs3ILm5hc0D+YW5gjPa560+fkl6PImcGZmt5yahXnSyJujnTlLwwEpKfF5y2NDKKmF51dlf47/QnxxYUVLYHFhWUvkLy4saWEL84v0BxYXaZ/8zXTCnJjt1LzIU84yTzAbjCFgbKJy5AOQaIIM+wd6NcZzyHaeNnbwxLGTJ4wL2LVzXIbdvLvv4o29pLvGZc8pu3g6eQI8oewyXEij3k7K7do1QdltsnI7yd8NrNxOyu3cNUbeFqw8/e56CnaSNrF9hEVbxUZlLMluiRwnIGUzGt+zTTsu2avtYOLwHk0c2i2jOy7aq90X79e+iw/p4MWHdfCiQxoZHlFrbUOzp85q9shJzR09U2LhxBnNHz2u+WPHNXf8uGaPnygxTXj6yDFNkzdz4pQmj5zQzNFT5J2S1VmemlWHN3OH4XPRbSoc3AWclOjQVBcUgUiTolwUH8ppEw6DfQGKqSJ67chzhBx1fhS01Z5t7o6w6abNn/eeGlG2kUSUP5ryAwdf3m5YkgoznqjFyc7+rkibmzie97VRVNTIDTVoTeuEN7jF28hT8lK1ImlcSTs2FpaCUkkp7SZs1pHTX9FFh9gAHMY7Yd1Uya8AOyFG1kzivRIvuVjI4t45sazkiSdw1M8c7kGnDl+8R4cv3qWLD+/QxRdv18WHJ3TJxROkTRDeoYsO7dBh5vTiwwe0/8AuTWwb1sBgj/r7wWCf+owO9Mr02G7bnqQ9GiB9YLCX8oDNYGCwX/3UMfRBzSnfRC+OeU0Jzp45DzZ3m2DikLWYFz3xcUSdIvINlkYRvpRgwyNuP2v1mvroe3BoQIND/erv71UvBqmnj/S+Hg309WmANMPgQJ+GBvo1BH/DgwMaHhpUX28PNwIVpUkiBFjOr81r9PSNXJ1PkG2q1AOXyiuxYsg5yv45bWHzw/OobbYwCr80g37BpFARsS+XKCJ6Q0Igg1min7IosSdpQWEbH/s7FiMqpw4zzwwSpqStSludBbUD8UA/Bi5IVLZP/UDlYPKKnv6TTaD3pvviNjlwuxwtjzIy0Ia2PlH8B4/l+Ms8Tw7jtXEzfgeNpAfrEEmYTBz1Y56r1FFzJoiXaYGR/AAi9WyDCYExA0fAo+MeRz8BnniC85HkTgYPFTqvopC3cvDmYlSCI7Y5llQFjpMViexNA9WoK/YM6yXP2KdXs+e86pqDuulp+/X0Q7u0fXRQO7C7O3fv0PbtE+jmoLw5KIwHK1LOkWjbIVs7kKCeEjwFnBTr08k+kdFFpBcs8jMJ/9M6KufMzBYIP6J6Ao7JcKisk222wZQkCkUxxWfuXCIcXZlz7RnV7rFePf3gqJ5zyTY966IRPePAEHRMTzs0rgM7+9VTwTPlpsQmv7xRMGVgMSVKWfKpvO0C8sox7p12wVV2oW4nl50+Ohhoe9fsYAg6GPIOTXWsXDeoS17Gqdtol7Su5XPaMZph1A059XLK5bSXGezamzxLz8q8Ql3qZqBLejePyi6AeAZy+ipAXoYLFiR1OD1k1Dd0aLMEG0YWA2oeQUB+QQgSWqjObckABn9gqFeDw/1g4AkMjAxoYHhA/cODGhgZLNOHiY+U6GfjHygxjBEuQf1hjPIIdIS0TfRRhrJmgMHIcJ+GweBTMER42PKsroH2x0ZHMOIDqvIco8Rpc/0zz+x6djvSPz6msX17NHEBBwgf2K2Jg3u0DYwTHj+4S6P7dqrO+JprS1qentTKufNqnD2vjbOTWj91To0z57RWpk2SPqk10htnyDs7pfUzU2qcpvyZ81oDDdLWzk9pA+cwb7clZFruDC4oOjMphoBoo1DdMkvRRO0JezQpoY5nDrwiuioMrNFATkTXgrP5KcgPJaKiqLDZFillm1tppq+drENqkEcmTa6V7cllZnFFM0vrmuF2Y5rboplGruVuog6nupj0KnAtLjYER98O50W+SvuAE5tA4HRbGPU1eQzlUBq0u1fa12eIOjAoHRj2OjACRhMdGEt0EBwifmjY6QBpNRfljHN+FI65A3mIcB4YaSGPgbXnlD5uNQb6a+rrr6q/LwFeg32AW7CBPqc+wn39CRt6osGBVAMDFfVw81atJ6px3ZFUvSrVVCkHjLRaUaVSVVo1pFvpCXEPoLWKUm5OUm5LStSqqtSrpG0iqVbk0lTRewVJsAu/knPOfhB2IKqcI5Kii2XcqAgZrIQnzxPv7anDa011+q3TZ3lLY5R4L7SP/vvrNfWB/p4aB6rqJkjvYUwVGvLol2MOvKNFUAQnoTcpV4i1nl6ljDVJK0o4VHn4thtSjy5y7lAlcUq8SlQriZKEMDc4ScXaYoRekjOuQRQ/DARs4FsonQLGUmokvATC5fiNWhx7SY1SVuaMmPNitARltiREPjWtPO2a3Y4Wpm4w0G1gjAErvwlH+bgJBSjYosYv/oIRJT7ZgheiYinm7N24SzgFChnxTAHqcIgd/QlnQjHKguaQEFSk30hrT1ALy9ObwSkGLxngzcoF8oMjnTKyNJysyK2QU00FcWdzxK1JBKEIQgRC3BobrOnQzgFdurMP1HXRtpp2DiXMd6I+bnt70eV+7HAV/fW0IVxB4QI6OLGvC07OJTI5+cTJ5GdjsPYRX/kNxlMZ+tn74X+ah8S0KGGq7RRnjEaYDTHKFL30YlEyT4lgnrhPy2nNKWP6UXNBg5WuBtOO+pK2en1bg0mh/iRXT5KpB+ObuJypzZX4KNYxxrOQKx2fKNEPTfF1JZxzcs5JLqjUI4JRKAyRCA8GMssvjci5KO8opCeREE88HDMYX+YHyhisrAg7Sm/CW8g7ifKReheoc+RswcsrYXEkxEkl5uScE4ES0UdFJ4m+ovENVan1hXJunjz5adUp4eiL+OQxYgbHNbU2LZ1kgsEICjjLZzL8E5B84r4PbivuUvKAK9uOMuqoZ9RXyAMJ/SS0mdCXB0YTrGlaqciZhfXIl3gEgXgBD5GNxLO5JD09qvbWVe3bRKW/rnSgppQNLx2oynPd73sTuapU8BYcO015UOHZo97pqNJqK+UJJ+XqO+U6vFKioyq0RnrdKNfmNTZ/q5N22tRvy+tn24MAABAASURBVHGlmyDLhHEljM8AW4JFsCUL55gHmdiFRVH5ifwknRlRCebCzG/OfBSEo8FT3ChFCZU/rX5EF0OI6L01Qg4k43SIb6qc+V/daGuK27iz3Myd5fbsHM805+zJZqmj+VZUE0Oauwp22ilxQs+DInruMOBmjlEDefrwcEb3CCxooOJ10Vhd1x8c0PMPj+j5l4yCMT3/4v8/e38WbOmS3fdh/5X5fXs681Bz1R17HoFGgwAIkDQkkKJIgpQoDgLJoARLpEhb9oNfHGH7xX6w9OKwLL05HFIoHA5JDIokOIATRIogQWLqBtDd6EZ339v33ppODWc+Z8/fl+nfyr1P1blTc7R9+1q79v+szJUr55UrV2aeqtrWb//Yjn4E/BBhh8d/9OM7+uKrW7qCI1GxEjNlJ6OtVJgZL+HEhdBQ/7wgWEPiXLncfjaMFXxuQSNX54H8RrrZTLKJJMbe5owpcpRlPk60Nbt+UIdkyoytlp8sBgg4paeMcMLsJyXyZjqY6LCPeaGUlWgjjZIoL1FWSzkZmqmolGs0lTxlPYWkXMpJSBHWggrqazpxyq0ox5AxeJF8rh8VNMKLyvK/nVQRriirwMOMTwS+3CJtzGyqmbIS87JAUqKPxjqIXfQ6SqUd9CwzXr4hu7xRRqTcSJkOX+PelkA/A/1MYix8bmj9s2/2Dl4GZWdPNeZHQvWUGQ9dghnyJe5a470KlIyshCw/lt8i5mHaIyQyqbnQRNkZOJd6KCsVeDwhkZB0ZMEGJmNcQ4gyozNafgx5xmmOwz7jSb7haTPhqPhY5Ez+lND7Vhla4ownX8rWJTyvv6XYpECaw2hHACZ3ti+QFJW4KWnbSsnXVkLO24EuZ/RX5JBgUFFAj7vofdfG6mukvo04Boxl6LNEbW6Hc1tqJIdEzUZ+c8q85ByUcYaaRBJ95ydxpDIhh7TIpg/n59JMf/A6WCaJZvkMsGYXIfOYTxCzw1dMonwSUdoShOcSxgJPbEbz4almwzP57xVcoGWz6cWgHka4ZtPs1lK3zqpxWmqcmAqUsMcL2kVaCSfCrSrCVZ2g+W1Y5GtV1w0gHZkadGp41QIVtOo0qgqvUV0t0WnV6aRnqL2OSBm+GS5pRbh+BzpslB368H7o0s8BRs299RW8dffYB5wo8QNUDBgGLbuRY9GU36VgUbVvQ6s2tJrDa5wiP1/ShvAz0MYSZvwaDHJTaNJzmtQi4xuDoyVvGwWP2uE3xOcYsrm18vI9nkjPtF8X4OSMfUAXmgJyqrW5kjUFOcxRCd/Y5hJ8UVagbN8kOhjoDoEu6OHoLBDVK/GA4wpwmPrIXQaHdnVdTxj3zsVcQmuucH0Ma9pWU0ZVBdXoVSS/qymmBeuRUNZWWa3EGPsGkjVX4k05B9oZZ8q00yzLzBSAmWswuVFoN1ASEwwyHU8Yq6QOpXU0nQdNZoD373MckfNxqzPHqNH5OGnkt3dcKbaZQbRI2RLdk/GmrTRRpN4uY9PFaa8Zty562KM9fY11pZ/0iRsDffEjm/pBHA/HF17a0ve9uKnPv7Chz91Z12dvA+jnXtzQ515Y18eu98VhUav1VP1e4oZO6nM74uj1xM1HVq9n6jJu0lRiPKQkeqrAvFtByziIuGTKEj11vsuJMfJ4CZMvF2Sk0hIeBshlILiZMoWclpRUuMgTz/A9/cJxUZTM5w6Kx0Yjclkfvi84jPW4AHx0oTjc6IUxhgJWwqRBA1g4scTJJ9ZLRhfNQZ+0pFbGwHW5lfdtEW/Rj0a+2Toyp3KxNjL55sxdw83vvBlzyzrSdDbSrGCs+XzMTepUqZkLD1S+Sbdls06UbUsEyjaxX6tleJNvrlD2UmXXN6TeRnNe8JcyCVpAkRl5YXsN/bJCg4zyjJuHDM3IZn7wpYyslBPIJbzgJ8KAOhffkoHggvKTdLoCxywoVrX85iibqUlJLUigpYIGh7vltth5LQ1M8NIFJcyXsvIS1Em+C6dFHkYgefuoy8sjK7ISkoy6QAaJeNJFespGmDQa2npe5ikDz0hxEB8kR6OA82JgQX2+F2Vl8glhvqIYal98y2zxw2QwgkT/cwnr2cdTHDBsPB4vg8Q+RF96/r3Tm2czkMWc5oJ3tt5ciPQJp1//3Y2njw909PRIp0dnOnMcn0scPTfX13WNp4Jru9u6fmVTV66s88a9qmvX1ha4Cr1K/OqKrjm9QvifCeS7Ashz/dqqCgiXMohfexfWdBWe47nMmq55O2jDVQdtu3ZlQ++Lq6R9F9y4tqVb13d149q2bt+4ohfv3NTN6ztaXe0qYFhz8M19rpYNKxEuxhaHLXSlyIbiCOzSlctzSxGWiNDn6GkRduroEnd6GV1VK+9ER5FyI3yDhtWOcj8qDDqqVrkdWeurC3obK1rh+ai/2sdQSWk+Ugua+XBJR2o8juFu2zHpY2VuOzJPCkmtLEpWRYmjZLIgQQ2EYLIlAmz2J0WcK2NDcPj4PAObTIAfCm1k1iggG8wULSjK6QIBc2OWZYaBUiOJTcNaGXlFPtmM8FwhNMg06HJaQLTHaIhF5VCBmpJqtXhq/nskZzgfp8NGJ2dzHR5PdHQ613ROeu5hPLvIVkpsFvjnDJIpmKnCaaoClLbWtCFwU1HjHK0PTLv+13J3B7qy3dXVrVo3tmvd3qp0ZzPoI9cG+uj1Fb2yW+ul7YrnnCWWYee/vFPrBZ54bvPE88J20MvXOnr15qpefXFbL72wg67t6sUXdvXCHccV3YHu7q7hpNBP5iWYjxHIEgPANyunLN9ccs4+GiT4N/MDIC96+gyMbwYCRt+MdGMUDGn/On3GK2mJMnOBiDsYIsU6qtvraLDSA30NBl31eX7pQXvoZg+97KOffcIXdMHr4IR1NShpHcK1eisd4oTh9ZDvosvdfk0dtIw2uqPi7aeXtJR5p+3eB0diTMQ8VXVQ3YnqcrDo8izU52DR9UNFJUV0MKJHET2K6E8kXOEQ1ShvVQVVVVRkzs2oj+vk7J5IlpSNfgdoYHwl9vSy0TfIzEHDuDfIXlDnzYnPSbtA4+Em8eRMS5uMMyQARb0T8bagxblKoMVpcriz1aLDSYlK09IhkGiUzwGbdC7IcABspl6ORLNb2u2wUMmsgm9q2qwZZfnvDs4J81VCLnleGeWY5Ava6C/IPhaUVb5eMPXJQVueUcKZNFpA/rSExy7CTv9pcamU4eV4W55R518CDc3ZaHNWmzPUqI/WGbj8pd0efSfbeW/H4O3RD0mM2fse6slylvJiKvlJiMlFH+nEIhGdYFFIp6djPX5ypCdPjglPNJ0mNrCs3Jr63YFu3bytV15+Gbyol1++rZdevKkXX76hl1+5qVfBK6/c0KsvEy4g7PG3gTTkXn0nivwt8t6ibPJRpv+yn+MV8jtehb5a+JTxKqCMV4i/DF4h/yvOK7hFW4DzXrpJeTdLua++4jzHTb0C/1XSvxteeukGG8NV3bixq2s3dnT95q52r29rbXtF/Y2e+pt9DbYHWt1Z1RrO1ca1DW3d2NbOrSvavXNNV1+4rqsvAeq59tItXXP68i14N3WF+he4oSuM4RXq+m70KjKOa+RzXIV6/IqXT9jL2qW+a14PuPLCDe3cvqbdW1e1c/OK1nbXFbkGaCcjzcfcjE3ONZ8O1UzPC+YeHy94CZk0mzDvOF8Y1gYDtEAuBq6F18JL7OaJa+JUaMJwJyU3ICAhk7B+b4cwtEs00Abj4vBTI0AxZWYgL4BzQJSw83zJ+QZBHpwOcUWc2oBRwyHBsWg5fbbwM6fSzG1JS9qcOk7Pp3r0+Ej3Hz3Vff+H8h4d6sHevh5CT8+mGGtjDUQZf7z+hZFsaRzgFK12iu5PZGmqwO1Jl01tk6ewWzi2/g+TvXRrRy/e2tbL4JXb23rp+rpevrGJw7GmO1dX9BJO9svX1vSRG+t65fqaXgavLMMvXl/VS4Q/glPymY/e1Oc//aI+/ck7+sTHb+tjH72lj3+M8Cde1Kc++RK8F/Xii9e1vjGQ2IzdeRANXrQXlgI/AGMhB+Mhh4cx6HJYli4gwlp+PM2jhTISUAPFn3G+73ZuLwrIU2hiMzf1el0c9hXata7NrQ1tODbXtQ7W1te0tr6qVQeO8ur6ilahF7y1DdLA2uaa1jYcxJFdcx5YXR9oZbWPs8HmSmMybS4wfoLS/0KlEIO6OEZrlLO9u6ntHbDt2NIObdqmPRuUt8n4beGwb2+tant7XTs7jg3t7m4R39T62ipO1oC+RZlZGS7XYd+Ti963uei467nDhyKVteD8pf47U8ZA0cL8HAsG8ZTVNknNJZSyiTu/bVplZOiuvKgyx2QuFEYCHhZjIheCehw2ITjMXQZexMIhSZwtsxL98U19hl5PwdzbTfsSbc3oTyY9G2uKuN4BxEpNTnXxycQy6wSaSSVWfi7C/HT+ZZBvIUMbSxiZQj3uYVKfyS8SiDIGpJUkp/YsjoRossRQk0zdes+PGQLvTjHG7D0T3i36vcfBEnzvNdpnkEkpDfeZMWbW5y6bK4iUSMGR14wf8zmLCANnvPxFrgTMak0njQLn3YCHbRFhTh9+iyCuusXJ0rjuDpx03g7ycMMQOLW8Ha3CZVlONKHIzBWRj8aGAA0FM2Qdc6iX1yBzKT8nbaOsWE5IWTXtqrnhqCgz0qZoc+RnAEo8PCtzTnnvD0MuI+/9c9oE2jQI2r6xpdsfvaOXP/mqXv3sx/Xq5z6mVz77Ub386Vf10idf0Ysff1m3P/aibn4UfOQFuSNx9cUbuorT4LjCRnMVZ+KfCzgo1168RRkXuCkvt/BeuoXzc0s3X31Btz72km5Ar7nTgpO0i4Oyza3PgM0hhyzDmQg4DwHrFTFQEerhQLiA01XmyjdjJNPSYPovFM+5PZvjTLTJ5Ma0Ib0hvUFXLkA2pbmE7cP42tsxJ87TSvMMEdmAbFhQysHXUaYdrqMONEy5bLARyo2Iv103tVLbU04D6ACV7qtNXdpUqyHdMW8ityOmCc71+Wimo5OhTk8nOj0fazSdazSe6uz8XOPJRF6Pr4FAScESOgKKHqFfTtHJyPVz4CYn8LxU+S0K4dqBflS8nQecGMN5iZqwoiaUMVXFmujFVo4uOuR0hSeaVW7Y+v4kxDPlalda4ylndRDlT5mmkSwD87f2kWIYgwmYKVJe0UfqYoQl3zFps/gEi+hxpRAi9QfKiAqqFB04a4WWcIS3QCiSUmDxG9JGyrvA2Ns/DeiDkT8YJfpAOopjaRLhLGFXkvLlPzgV2bHk0WA9izvfQS7PU3JSVPayCqXA8jXyOCOUmOukqKyua/W6PZyajqo6KsYg53W7tSqcywq7UDMHHW5aFoiMfVTNDUqHm5c+Tk63rmT8cd2Q75CSYgjkjwq0w8xktoD4mC3CZgsakCVYZEIwLeKLNDPiFimrArXqUEMJx0o1TzEd6q6rjiriVUQuhmf5KdC7CLLcSXF4GzMcifEAhTL7z3pTAAAQAElEQVQOmXnJ2eTO03w+4+ZmXqRc1g8bcxZryxhz7hQ+Fy6v1LIBlDD5L2jKCSmfQ1vSrJQvgVJdIiV478RlOcKlrZcpefMF4IuPLQFZpMDnyzQgSbsKH0pTac9C2ui3keCA/E9fRiCAD/KXKXx385jidzOd49KgqqRupwN6LJYOJotuoqm+YQU8ZW5AFVnkuZ1J7QTjNmOBteqw6AOGXP5WiJEPGJi3I7Gw8xIeBqhX2RRQwwUV6YC4sVwWSKjec4g8DqN8EvhmWp8W+TAEEQSaHEOmnQmwyeC4WHFgGhlt9HYGeAHnxbweNhkr6XMtKHIeJ03IG/2pO0HGZjP1pxA2pj5PNL3tDXU2V9RZ66nDk0rNlXboVjJuKRIbW2K8GsZpznOJKCNfgkr7ky7z/nnDpQ76mS4hB5OiiYmRBdH/BZydMUjNZCrDqWCvU8ThqEAs8aSKeY4OBVWhVrCKoqKC3DkIarFkCWSc1kU44yC8FwQfYCDTZbRRizhplONlJcpy3qI8Iz0VI5lSkhtBN0yJFrTIYWN1dt5of3+iJ4/HevoY+mikx3unevToVI8fHUPB4xNuAI/LDeDT/WOdnY0ULKrT6bBh0acouY5k5tHQ27pjqqpWMc5VMzDuKHTrpB6bWB+Hot81MbVa6Qet8dww6FFWpAz0gx6h+yb/XaVODNQjiXkW86/sLc/wksTYG/Krg7520JudnU3t7mxoG2xxil9bG/AsUUnod+ampg6NHAHnR8QTay2nWSkrMN+G/jjIwJfVw0ZEddx4tRwiZprilE3Gcz3HTBOebsu/5VH+TY+ZZpM5aDSdOlrNppcwaTUH7SxTfZbTBRLh9hmaeaviqELnOH7TyUyOGWXO5w1pCyT0rF3Cnd0G+XZG3iX1v7m3+Ft58Mg79bZR3nzm+amzpZsyfoRnyCKcgdMlAhPrm3qNIfMNPpKHoSqpMRpT08rcRuEJmzudwFinGZrhOVI7RwfnjOWMaZvJHWZTVhWiagxg8HIo1ExaIEuki7nTkqbU6p3ITJBDKLUR9ry+Lhd20hRgXCDSLboiLy+XMgle/pZ+e6qoNQu/AGQvmrVnSr7ukKcafkqN9wk71EKT97X0uSUtgUX7M+1K1HVBWzI7EiLvBGZCizqpn8A70987brTvMmgv7cwXoBled860Ygky0D7/Ikv7coFgL+I01xPFVLwdziDFbBkgXASc/v8JUKH/7/X0X0lNTO7lCdXlyUM5ylQ2kjVJkQXWQfU7LER/e+dsyj3KnDPYRAFjGYGfJCOnyQBqNvLaN30qCBjLwAL6VwfTRVnG9b04EWau8lXCmCCLbDgVm0ytGBcIoVJglcdgipYLDKUPjEGgX0GZMpOCh53/rniSkSaMVttM1HBqzSxqNxpxaaDEQk/zKcZ6rGaKDE8iiV004ZSI8QvIV9RdM7ChaRTfgdC27+K9U+bt8YV8wPAbhr2AMs3r4ugTEwu7maudjNWOx8rTGXPZypD3PDU3FB1uxeJMijNTNQuq51EVNxs1NyNOHcYtWWaDE7cPRlpMjC3PKYHxDj7uOAs+B8odLEX9DlQSo1qADugyGNFncQ8XBEaekWZeaD0jnpUsSehmDlHGfAYg62g6DTrYn+qttw717W890bd+6/EC39zTa9/e0+uvPwIP9drr9/X6d+7pzbce6N69vfKPb+1e2dHNm1d14+qWru6s6SbPMDevb+r29Q3d5PnlFs8ut2+s6Q7PLXdubkI39cLNLb3Ac92L3Ja9yJPdi7eu6aU7N3Xr+nVtrq6otqDEJtuysTeM1Zx1w34uxxyjPfUbJtE3xiNBq6qjqu4oVnWhoduROLXjq6mxrDlwGqB1EGutRUcbRV9XwNA3c10t64sRZmzDEoaRT17/ZKrh+Ugnx0OdHA51DE4Oz6HnOjk6g4KDUx0D/92ytwG5U+RPj4ZynDg9Hun0bTgnfgmUeXJ0qpND4HSJ0+NlHP5p+S8a3p7nnbyTwzPqXOC45CHs7SHv8GSkGTq50LkKfVvAsAMORkKOECpGOQoFUmY8jHGyTBLrrMXRaWczH27FgDQJAc27QCRs8MykiEDEboRlPOHQNMUGTDRnjWfWmLG2C1h7vtaFAypshajLaWZdZpwBFX6rBW1kLkPeBPWy5v63Zxw4D818LP9l3TnxudsV8idks6/rC7BO8jOYPNzSdtRNiBSQLFjURee9fTnJE1Iz03w2VkPZ7uya6xNOr+gfJaFrKnmMwrxc8TExMhaVFJbwcEXxEYQlFvHk68GB5qaCcClPXIYveE4reMDzAPEp9Xp76begHk90LC3b9Dzufcr0awlaQvblTw9JZqbLH5P/ucz5cIdR8++dDrrSMpVva7ARM0M1PdHDILC+M4rRstASSmJuGG2uhBOSy2luroAzgo1VVSNMniKLEpFNyl4qQ4Ph1GUIHrLl6zKehsKUeKGe7nmdQ7ikLymGyI1TRukdgsoXTgoIR4VQq2xkND6YG6lKWYG0IDMrIPLP/WVkVEXjNqlm8SaJMfFTcgUdYYDPHj3R6ZOnOnl6qJMnBzp+vK/Dvac6ePBE+/ce6undBfbfgrJZ7hO/jAPih2ygh/cf6fD+ng4Ivx+O7u7pGJljZI8ePNIhOCL8LL/HHz7WaP9I548PdEL4bO+JTh881hH1H75xX4e04cjjBU909OAp5Szp/Sc6uP+44IjwyaN9DQ+OOImPldlojdGLFhSW42mEF4gyDNgCQeZ8OfUcZLr4GuOHLqnAw46FM5Isy5+eMmXnQD6QY1QIFXqHIcMxki3mODPvTRuYikDJzEvsSjgvwboyIHQjsTn5vuD6aGaquTJfW+njmGzqGg7KjWubun1jVy/fvqJb1zd1fXcFrOrGlTVdB9d2VnR1e6Ddrb52wO7WCuEVrQ062uSZbHN9oP6gr0gbzYIMhBDl7Q0WVbE4qthRJL0CJqlhw0psFmbLVehrLiWZWZELVSWLQRl+9uMpDmfCscxtK1LUCVFVIJRdhmWWDVkjAE+xlBF5EpCCEo6K5xPlGE4pFzdiycqpKNcYH0e51XAHa5Zwsls2riWIN3hZ7ZQVz43IDMy5dZmBObcy80LZ7KCeVoAzXG473BHAeZ6DhvCcm5D5O/I08N6JlluThKPnyNTf4pC05BcOdWm3t5m+e//eBeeDyqKCBfknmMlvUGrGlWFlnBql+VwoVIEfNoR9E5ZCbJNGJs/J6BFtiWVZaIXqqMZbrCpTXSBFbscM5SrwvB4uNEts+mJeY8iKZsgib7pEnZdpW1aPmztHhxu6LuFuJ6rj6ELBRb0xmhzmpyNRBTpCFVTDvNF+15mWNrSE3cn3eELAIfpoOCBRjfxmrp2dMw4jGYeowHMlE49eNBK6mXCaUqGplJ0Z80SZmX5k9C+hfxdoQ60mdNSCZBxlQWD9FZAWLoO1G0o6a9jQ17chyIqGR2Xk+CFv/zsBU/LhLchEl2Dc/eYZBuVIgfH5F/h+KLN8oMci58SE+Wz62JtCALZosjsULYZKlz5mZf7FXiShiBaC5q6sZAm1qzfqH6XcCShmLmlNNsmVTTV2r1LCkWDpqYXfUnVpAYqdKcura+HLorKZ0H3gNCypoMBbTbES/HYRT7S7ICMPKFqZdFG2cSoNsaYdUV4HtlktAth1DG7i3TWVeEI+W1Ci/BY4zeR3flryFxSZEg+lDjfkocmq2RR7bJT1XNw4SOdPj9nwcSrecDzUwRsPdPjGQx29uaeTtx7p9K3HOruMuw/g3S84w1E4I+44hZ6+5fwHOsdheT+c4vAc42g4zu490hkOywnxM5yK0cOnGuIYnTgPJ+cUR+Ycvqcf4Zh4npJG+R4+Iv8R6Y7i4JDvwlk6ePBQ+w/B/Qc4XI+VuInxW6CIoYvsFAaEbtUxYtMS45mVA1x4LTLZMhIt/FZu4C8ga5QL5sphVtDaBLmpuEYiz5wLm2nRqzabZkzmmE1uwoROoGM2wBmbfLYk8fxhdUsZc6Uwh3qdgPqTMrqACG3iW2Y6WlZkU0nNWLW1qqnN2iG3hBNVaawOjrejxmBXOOIF8CoMu8MNPFadMuhTmpcyM2vD1xhqpYx+JzNqzvKxEYY+A683u6eEMvaqSpExMuKBdhqIbDQsKYrICqRFSqgtqnLjzq1VDF3CXRl6RyWKpMVQQR01eSpJUQGeWSWzIDMDIo8pSAomGaNcbgPEh5Oo0UyV+kyRPAGZgNRlmBkcKSoAqEnRBEyBPBEsqCmGBSAKytSdZIyPUceiXiMeZDnQ5vieiIrkfY5ohL3fyUTzySOQQUISKvSO8UtsxIKapIhOdqpKrpsG3283/dbACwiW5DxDNqBfkVIC7YFd+kn2Jc0Ek3rdStvbW9rcWtfaWl9bm2vyX67d3FiBrpR/wdb/FVvH5sYqvAVcznGZ52HnLbCqbcra3lrTFo7v5sZAm5tgo08ZYBMQ9nL92W8Dh3hra0Pr6xu0qSvvK0Mrs0g7GW364y12wCjp7nxV3MwN+l31u7Xc0el1A+GglV7U+qBWvzb57XgPh2jQq1Ujb4wpBUg+90B8fJ8YjiY6ByMc0iGO4zkY8vw3wpEcghMc0KPTsU5O3g9D0s51fAy4lTvxGzluxU5PnD/UKeHJuFVOQQn99P0ptbmEM/2jGRctk0dTYi7RFmcm1lb2uEl8VT4EzExmCzjvohyZ/KvyMYIhWAl/CH+E74k+PdNcWutT4SBYFLFQQkuZRDzQq4QBz1ix2hUXZJTX7cQMo9uwOtAhJEzsHUquBO4kVF3FqqeKE23EYQgxyph7oxyhSUbBHk4YLcHz8Lsh8kgy40ujSh6itAkGAedLsiCLjqgQo4Sclp9M+RnjnxzU6wqdMUiSSQrAaM5lCgtDJU9/RpHxODAQyV85yO/hmoVUzaXAtX7k1FexWKtJkqMmXOB8UIMK1MhWLGZH5NRaFZBnyfN45MT43RA4ZRrv8hlDkTEKhrz/DknFKfOiXI2mykPgFIinmoB8YIOPszlPOzScE3GGlycTibBIM0614nnAy/dyxXW4I7AhB06FkfG0Muvkh7acwIxN3+dQSrKQgXzEJcYsMD8JRVkgCRuyQEYmYQqBIceQiqGVcfqP6FDCfTg7m5bfJXnr7mPdvfdY93Gm7j/Y097eIx2dHGrajNTmEc7Mqdp0DsaUPVOLc5G4snZkD+NwJNov2luhc4E+BJyOAC+CSnNV9K3yMHpdAe/nQq5lM3Q0C0oZmE+61oIEoPRbz0DHlOlR9i6h4uQtdSbiSe6s+OY4n001HY809f/z5RmI4wjOiE+h0+FM/n/DTKCOMfM5Pp9o5BQsKDLM7QQ9mKJz5Xc4cOQSjh2NYEkkSEPz5sqsW4dBjfXhWK4A2kZXkDRjNozwEsHbTtj77CCIbEZSS5qfUeWsAvqv5ceW1AlFIStgwOnbYeKDrmipJEZ5nmdBM2OZKT/JbZJoJzElZMilGKOqqlIEHjczVfAiNsvncLrx9QAAEABJREFUveHppPVnGZ5LjLnK5POyJdPiY5QfiFmJ+s+I7tbk73Yr9bB/vV6lfr9Sr9/RAKwOelpf6S8x0PpqXxurb6eevrbS0xpyBeRZ8zg3b55/hXJ6lNvDYeh1o7pQh4fdOXL0kRkMeloZ9Km/q6qKDHNWYlNOPDO19CkxZlmMCP0Sc8tAMfembqcqdW/hPG1vrmprfVWb7ux4GOdoB6dne3MTPs7P6irlY7urSv7xMcqsz5ayx9iH8+FEZw6cFHdUPHxyPtbR2Vj7OB2PD0609+RQD7mx3QOPHj5hrT7RIw87Hj3VHnjMDfNjbncfEXa5hy4HnnD7fHo6lP8uVPaZsCg6ITm1sKT0/UJ74BnQBcQngSyZVKQg7/+1Z0nk8MF7Fv9QBRi57+X+PJ8lV2rviXNYA2J9KkTjurFWZKEmN+wkGAmZ6Q91pVDVKEMAFVkji0Zq5kkNp9yWU2JLngKMYsa4y48qbGiZU3RiY3iOGWbjEnxTcSAnrlgzqQ5RRub0mygnUw7NkKHH8rDz2GhSwVwtG07ZmHJStgDsXwz0zte9G8NMgOJEcyRX66RFl1pTBNUSMXlc8HL5pdOKk0DE+AbyP4dKs5/Hs9jf5V15P7hRdYMtyqE3YipUhQBlDuAFGld5exn/7GCz9Ukx+A5GgSGjHhrfCVLNWNZ0pg7iJGXEpUoO2u3lYZy8zEXellxsdMyblmgyzk1kA2SeMjzzhpvYOBhzykmcfo0rX7OezPoKNlC0Vega8fUCqa+UIjojnmwqmXpKTUenp7n8EuyjvZEePjjVw4fHevT4UPuHh0rM8ZXddd26yTPNnQ298CL09pZu3d7Q7Vs7un17gVu3d3Xr1hXdvnlVO5yCUV/qp/85KdDvmLN8XgrwkEJBYA6C3Al1BHp9AR+HC4jrckfm6TNbowuoTJIkHN1ALUaZZiYzcyb8rBlO4Gg40ng01MhxDj0faXQGdZyOND6baHw+A1Mw0RDnZDgcQ5cgfeiOSnFQZprgbE7BjM2k5Qo0yBRZv4F1YcyzU4dFyZHhy3xVZbWMQ2ZMMuv1ORJqBuhbYqyeoyV2gSX3vfIitSg9yT/ee6cUyje/CzBkZt8VJDL31EnbE7agRQ8y9Rj9dBsVsFMtfWiwNy3IpCfiCVvQ4kxnHFcxFqUdMuYiELwAcWKLr8lsgRiMNWbcyIRyw4DZg0pFl4JUlXSnUgwLVKYSrijDeZUJuVx4NFWBcXdn1VEF1lrMClVWhMYo6AUyskmirw7zvjqYL587M0M2IiOZMj8yVPQrQb3cwI1JpQHPkn2clR4L3X+R2x2XbqdWr9dTv9fnVqanbrePre/KsJWYKsbZJIvKVqlBh/0WE99XnKmAcTAA8J03xeb734o7R/9GHHJGOMzPMJpruIyPl3SE3BCUeJGfITPTjMKyAj2MAEr5CbTY0wsk1lUreku7WtLmnJDx1STyyUziKz45MwzQ7/ZdinrO7yb2PZ0WPuCtZ5re0UI4xiyaWUkgqswfjzjHO8T6UZcVuNLrosBdxYCyJKQQbtqsljB7V1FiVwRRHholElg3CIkPhZFNDmFQshuG4mxg3DjBUgq1tqC5BI8DjGJ2LBfmItxQxRz4hoiKsrAtJsnlKC9hfNIFTVNl4plNJJPjvVTVu38BfbcPg8H6oCVZrYdpbSrwn97XBQyeIzAgBZTJEKD8mdHJEnlFhawp+ScT93Am3wK0kgzOS8u0d1KXW/CyDEtXcTXr8LIbDHLLacoYl0yfsxhHRykrKTEHBUrKzIWRZhhwvAE25FaBTSbQdmNuxRwbDYkWFIBTM/PmgyyEQSIMSn3LurxjyMkwMAzaGVe+hwdnOjw4ByMdHEzBhPBsiamOjqY6PplAR2Coo8MxV8EznZ+2bOCm+Yw7jrkjEhYOcIth7cj/TZpbOCO3bm3hkGwX3LmzcEzcQXHn5Patq/AX8H/nwo2/Ge33fnp/ZaKHdMd8CEEAkXiAOkhnHOgikrlAjGMB41hoibdlTDPhrCwhuUCQqCEXGCmMOuPrRtVvOwq4EXtGuTb3XwSdcdtW/jaLpxXMNZtiwLk5e8bn5qz8vgebQ+tGGuPu8RkyDc6p6F/CQW3QiZZNOtNvukIbBExtkphmehGUmeN34lkXzKSCeInSL+ZY5HsGkX4B59PntKRFxg1ByVNRznNYqEiuJGhi87mMNtPOS0iEvZ1JRpujzG9p/ZAUonLwNgHCbcqaMQa+4XlYtCOUdJOYnkw5on00hLgVZC8TqHyYxbyAj6MYJYeVNdPKHR8xpsYY6xmyhFF0Xobn1NAHWkSpSaK8wlumCapSLvmQW4SRKzyn8Al7GWYepl7qd7kMP7PeM23IzLEjebxtlC4hM/eFj5zravZ6aJDRZYZIDjEnmWOJI3GgaJmDMu6l1VEtjkAOtQTcWUnMcWI8M/nkadDEWKbEnJDHZbKnM5/Z+aQX6vk8DryOkoc0i5Wyy5JnwQvUGdUQb0nHMqkhj8PDDm9nQzsdGRljzo0yLJhogp598rPQ+wbMLMXoAzN6X5nv5QSm+3un+blMWPnBPJqYnEXjFywZtGOSH4S7MWjA9aY7KgEliChAREkDyhxjRxIGAnkvoyw8FkhkIdTMdcWo8JWVP4gWq5Dki9J1CIWQo4qm7waXQfdUQIEWpchxpOIk0OEKoCZ/oD6hwtk3W6jhsKDiijhDkZ2FbhDO70IgLdBhx0Lu3TLOD6Vek6jT/8n4zABZbQq0I9DRBSVOWyKVOS+WNHhQI5+Q9zwZ6mEVXlAmvZRZ4raIFx5hynP5fEHhC2TGwCH4RtwheIm+tyCplXxMApNTkJSY0IQz10IdbqiyyymJSeGbmamgQEHB2DByBc+BYSKcl0ikt88QpBCUsHK+CWRyp2xqE22ngROesx4/Odb9B0/Bvu7fP9D9Bwd68OBID+4v8LDQQz0kbe/hARTZu0+0h5y/Zc9nkuVaVeiASgGjlNvMXBrX7F2c5w6nvxpEwlYwGED7QX2u4/t950ccmkqdTpTrnp59aKcZMUeALpAV0FbC1CV5GnKFLmIi1VG4ZUFl+cclne+iXoYsMrphAYOClrIbHyOEPNxSRwI5UR/I3CTlNii3lI6cV5VTZtlQh3+fwWt7DqPcTDmJsfHbk8QNSkpJpT3MkYWK5lTMeGB+orLVSmVOu8q6jA5xR0W7l0AuCfnvgqyOknWUHYRzJnyJposyvN5LyB5elpuhGftSAN/TCg9+KvD2LNuBTuTQVawHitWKMn1oE2nwQ+hJ6EvbRjVtoL8V6bVEmVIlob8wlBlLInwZa34uokbI4wCBRcyYLQcS8JQZ1+XYmkmGDXkG1lvhPaMSwy8LUHuHLPlUPiQw17ZEYZUfWbRCIZgi8LApEZY62ItOFeX2z22Uv8p4uMYelbQ6IhNVYSPErCdss7dRXk5kTBQ0xaEd4fyOWKf+LyyPcIrHhCdNFkH5TckE59dvRxrWtHxujLG0iO5YQabN8jQHrRXlJmiCtiBZIPkyyBuicoyF35ponRH2eMR6GTcz0rRJ8naMaYvjcnjMU/YEjGkgzVO2GlRqs5W8bZaS/tk/QdaaWdvv98n5z57ve0UyfMAb+h6DjlbwRY9UoEsf5xPN5Ko4mdR1T24k5r7Yc5ervh4KNSiYpy4U4xY6KEcAGFLyk1XyArwcNCUnOCgPBcGXIgukU9eqq6jquyLIN/rIIossrKosvoqNZoG6rlSzUCs26YVMFiILRBWKiBwVdukCkXABMosr1Uw9+q4Ibt86QXYJASMQqD9SqaPyMA5IBIGwQR1yilPjNBAuab5ZIhMoz+MOI/4MlFnC76TIxGW9/sSVLAkbQNtNFWMZgjAcbeGFKIVoCzBGYQlvk3k4BlV1BehcwPBgUIQBN3Vk/iyD0c8FPRZ8F3QWYBNqQTLy8XST2BSkuuTJ0MxmlCmHA6yGw5mOj4fgXMcn4PgMCpzybn0MPTo6VfkrpcidwDs8PNbJ8amm4ylqlOQOJCZMC7QLyiZh6JVlsd1YgeGgGjdoTtFGBTd3uRW7/RKMlal8yIY6hoK2lIgIKc6H8EWQLwFk+LkME7r0dabJXLeXXGKLgkrc+GnkN8YNtpkySLBpSUkTrbyAEQ7AqdEmp+ITTCKbIAsE4hfzyoSbwSCf+Phay2ye7pxk1mCGny2yTiPX55L/i7mHxyMdn07BTCdnc+aD8DHgFuv4ZKqjk7EOwcHJSAXHYx38M+AQmbfhaKwjcLjEAXSBkQ6OFtiH7h8NdYFn+b1+2lna4dTh+b2Oo4kO/b8ooK2nZ41OzpvSl0P4B8DTPFzKovwjyj8EB4fD0rcznsWSjxXwr8959sH1CMi6FCFsSwjquIib/JP5sUDWu6nzniMhsYhdhMjM1+cvUnp4BjFvJDz7+nym1MLN6nYqra30tbmxCta0sQZ1rA60sbqizfVVbZV/LXdNg0FfNfYCJV3UbeghOjNj7ZyOpjr0G06eCg/PPDzR8XCic55cxrMkxznPhf4U405KonahS2K1ycO01nXfoBVldupanW5HERo6HYVODbrAwxe0o9jpqur2FJG9kPNwJA+eAo5JoyG3gGfUfcYz0AJznfM8VED7zsBw3NDGFvkWh6YVPouyLxaQzcqaezaAy4A55YcZP56FhTUJDPH/5KD4kPz/HsyNoVSXcdEoX7iTLM1j0ISTyMhWdZ5XdZZWddqu6iSt68y2ddxu6Hi+ptO8rpN2oEOu4U+aWkN1NUwRpRFX8VnNrFXbZFk2BasUUXBCiiEuYdAALuIevuB5OCiEBWIMqvEy6lipipHyrKRV8GIIlBHkC6VCrgpGXMQlRJfI0KwqLmjkNuHCQXHe+8FlAnkMOC3ghEQ1ioVSHrTcyDyjSUZY3FqoSspQAzSTMaBNpventL0KpLMJvY06j7QaZk3l+BgKGJqQk2r4/jdEuiGqYmPqmKkAfgfZLuiQr1NHOXzMjIGpMBaxqjVvs84x3CfnY52dz3AsGuILnA0bLdBCFziF5zgfJp2fJQ1HmTytRvBHwzl0qilPEHWno96gB5xW6g+ietxu9AaCl9V12nNeTyuDAeiDjgYrHa2tVVpfr7W6GuBJK33T2mqt9bUe7+q1gqSAXlWqFbmxiYSjTFF6Bpcx4otvXpCFqVa2LOck6AKS8xJOXwEmjpkrvEw4a/HHqGOBQAhkR0THowK6b8TFHIh5kefDSTLCpox8pg0ZmpbUw5m+PEdFSiS/y4s8ogyjTQUBeeB6FJjbEALSSKAHbZuUoA53TghyaMBNSxXzG3Q+avR0/0wPH3JjtXeih2Dv0Yn2oA+hDx+d6jLdg7f36BjekR48hj4+Ifz+2CP/3t6pCiX8sORHHt7DgmM92KOsd+GC7/Q5Hu4twl5OCdOWPcp89ORMj5+e6/GTofYen4FTPSL+6Ml56dPd+4fc1B2V8KPH3p4TPXx4RD+P9PTpmU5wfhK6khnbAuZfhB2wxZg/N2EAABAASURBVOSI4Zd/Snr2kJjfQJLPPNQCOYyZ0TO42GUkSTkl5iAxL4AcqQC+UyrJpcKAJLNuUXKgDV7LBRAlA6WhQ4E577DxD1b6WltfYX2syP+Gz8bqAOdkoPVV+ITXSF8ZdIsz43kyrWwLMu0xTXB2fJM/Pp/q6Hyuo7MZzslUJzgt52XjT5pwPeF/g67cVGAfEu1Ky37TUGK00EyRNtVVZE12Wacr6vsv2xZ4GKysqPc2DIj3NcCZGqytaoEVbEFfwiaN53ON5g17CG3gJmUMJsCdJC58cEYytzsZpzuIJtLOtsjKKnV79BlE9ogslaGDPP/SXmMWnzMIYbhDgK6AD+HXu/YB7taiedm8iT5lUIhHmSumKstYoMZU+mJpSWiCacRG9y0MwC9+60D/5Jsn+qVvj/VLr030i6+N9cvgl14f6Z+8NtI//uaZfv7rx/qHv3miX3vzVK/tj3WXU8v9/VM9enykff9PBjkVz/HIIwoUQq2AAbcCY9FfQJfCgfACQk4ibFGBU35E8SoQZFLKBQZZIDtXnraAluGkYC1wuoSrN0Y//LOCxR3IYznT/gtQlhsNeGVDgRpxQ5aGyajzIpypx5TlYH9hQ83vgIirOBfuYFTZw+8FHCzqqSXVZkXemlbmfzOnbVWT1oXfIX0BU02tF/ByPRyQkQLfDgYr6ux8wnwd6N79J7oL7t1/qnv3LmNfd4nfvbevt+6CS+F7PM/cv3egu2+R961Hun8fPNjT0fExjkZPt+9cB9fArm6/sAO2wAZYA053dec26beu686tq7pz56peWMr5L73evL2mW7c3Cm7f3tbtW7va3lqXG0XzPvjTSCtZMpABYRTedSJLYkhAZvQBzAzSMyRmK6k1KA5r4lnQkZm7DC/DKxT5vAQFUagXbFCAO2TcGjmEo2RUGnBKQrnBaWTlVqdVICFQZlALLwGn8NEZdzKfI6MLmfREJYB8VCQYsgAJJjMoPzyeyd+2jRyJDTHTYVj0GSFvm3UkDg4tztNo1DLX8+JMnp0TPmtxRBPxXOg5DucQjHA4n2GcNRqpOKEjD78HxhfyY2m0xHhsWkCFDjn5jC7jWTlpkYe08QTZCzpjI32GgMMbNJkFboKiWm5vZ01FmxJtT5pNo6ZgOEo6p1+lH5Q/pi2TCe0AE9ozmwY1DYOIXcmMSmIynfqAZsbTww7JSImMYZQUoIs8Ip+YYzl1PhOQgcjryIY48DKclf3HEi7ncDlhXw2InTHJMGWOUGjORn0CTo1UU7AAnJpiCKqiQUlDPwNgX1eMQRW6QZLcplPCQrdRBjeVmXZkmRJltfRhnkwz1s6MZ7AFJc4GMIM/hz/PhqbGIp9E/z1/zsoUVnSMMBHU0lNNNY3o1h2chJ46vd6CdruEO29DjYNVdSrVJa2rqtNR3elAaxntn7ujTTuzed1RTh0J+58CcaiAcfsbqI+MtLEqciFWilUtoy0UoeefvAzSfiNsRB0Q/9I7rXjgQwjv2we2W20Ias3ElAhNYs6ysJHyOYpZxRCGlFC/LF8orSRD0Ye4qv/oN17Xf/lXf1n/+X/3i/rP/9tf0v/tv/lF8Av6z/6bn9d/8d/+Q/0Xf+Gf6D//C/9Y/8Vf/LL+H3/tW/qZf/C6fuWrd/Wt1x/q26/fh97Vd956yOnmkNPbTE0OshAVgKGIosbM4skY80zY4+JT9J4fmQWSAK2UoXCGwsqCChSUc8YotxicRonN2RdOSrkU4zQlY8FTsrMSbNIW/ExePcMF7/0psuQvTSztJU6ZXr8jMbqOjIBvYotwpnyghSwixAm3mbE3eVtF+54DQa+D/lIF6SYlGHwXlFK9j754cUgy4TKP3ifi89lM8+mUcWgkxiW1jbyO5PKglNnQHpITIFktRiqpQ/EVhn4uvwJ/8vRUT56c6NGTYz15eoKDeaZ9Tt37OJwHjoPTEj+A99Rl4e0fnnMyP8XBOdTjp4eEcUwPjth0RlrhNHf16q6uXN1aYhO6rqtXHRvQDV276tjS7pUNsKmrVzbhrZO2CdZ17dqGrl/bhG7q6rUt7VLW+saKKm6DDGuc8PiSDzBDZmYKgK8smNxQX4CBQcolGQcjVuDhlmlolYtzQjoGvzgmThnkvISWn2yeZ4FE+G0oeVokG5nmwGmr0gbmhSqFBsuUoI4Wh7ch3KIXWWI+KVJm6DeCRUVkyiVey3A2grucVsn4I7JkJjcxqYlTcUJnsusQcyucplxokFlE1I14Rc2OyPjU8CJ6YFTrCNBAHODMuEOTeL7LuSOVcqK8vHfC05x3QT18GaJuh9Fmpyq0krADb4szCgkbkWj/O2kmLZdyKoWqo8jGFNmIskz++08pZdE4MRRIBgWjzwpa5IlI0XarkaHv9C35EyTj04JE3xpoA/U+N2zODe1ol2haU5McQQ1P3TPCc8qYE/Z4wwbfgkQTHBnqcyIPSMyr+NAe+iVaQsclaDYTolL56SFHIt4CDy+QKSf5vFK4hyXSvaM4vjnNqWaBRDwxu4nyEuUnReXQUY490CWlVmsVNFJ+kBijgmBSIM7mboytQTPxbCaLQRa8hawPtTIcdwsNI9vKKMkPZNnb5jbc22SSjB+U6aTovWVYWQoOyqJ6L5thZO5SseFt21KmKTDHDu9n9vLoC7m8JmoX+kmtFFzaR5q8nXWPG/+Oxrwpn+NJjycj5snHRNQrPpTga5gDQzbsokkZSKYsOgcVLPCh/HoPP7gdCzUTa0yNmOQkQ9mZK4Umq0JDIsplKAeqrIaJnzOX7HJMWxY399prpQdJegTf8ZDww0Z6OJP2Cd8j/RG9fwyeTMVVW4c6ujIMaWIxzH2Ru2GILBTiLZoxR/Hm7UwtRrVNTqdKUHdUEka2ZfdsmpZr6QSoONYy+jFvsyY4TvOGJUg5ouxm3mo6ncnl/YrbMXuWN2mG7Iy+8tpA2N4Tc4zLrHnvNOdz20j5UsPgNJTXzJPmUP9HxBZoNWUMZ4ylx+ct6bS1WaKFtsu8s1lDv8Up8Hn//OpyMms5Hbbwcynbyy+gf/6vcc69zhJuaEsCGblWXldLvS1j2jB2M9o1pcFj3mi9/gk3K1MwZwzm3sc5dU8zp8xp+X2E4WiGc0LdnFybJmLsuizajhIGu8VgZzRBBUywSMdYB/SmxrEJPB0kwgl+I1NrxpQEKG2jLd4m2EIhZGYKJgVKjyZyODI0yW+3FGbYmrliTKBVRjcMuKwvsAtDlzCQCkn+ZNaQpw1zNaCNLfXCNwm1kPH+5YhVUPQwBQVoVeLwiMcLVFFVTfsc7JsG3/M+QwyUFxTI7zCXAfLrKLz8XFFv1SgXsCCIG+1hkUmBPlJ+DEExREWLqkIFgvwGqCItUL7Dx6lBdxr0JSuoSYkr7KQGXW8Zb1mPcexJhDM663o4wyltmrlSbtCrVg35mW7N5xF9rZSawFgKSjnoj1mQQmAdNMqWKbstNNPOYKJWkCVjXs3nn8HMAI5Men+UxJIRofQ2ZCVlg4eO2hIBXlBWoA3Pn0lV4s4rKDJJLmeEvSNZjRpshduPnNE62t02Ew3PjzQenUqkiY3aqM/oqtedyJvFB9vnfWlT0Bm3K+fgjJufU25dTs8b1sNcpzxvnvHkcepPHv47OacTHQH/nZ0Tni+P4B+dznTsMsNWw6FA0njSstEa42OKgYpTyxwbbRcqEAo8ZoxlZj4z45uTlPnj/TK1Mu/PBejnIp4oI6M3RrmA8fLx8DEL9DF4PnesreE2ZKY5jsIsZexR0BTncpJqbHKlKbdNU9Z3Ij5rsmazJNGORCOa+Qz9aRkliSTlGD2J/rTK3h5SMuNqpU1T+jKlrTMwFzlAC0pPkEyUlZTRXdEWu4C3k3BGAmGRWcpZrnMVPyIjF2iPAaH/hrMRKIOlWPqNCBJkY2gj66VbVzz5dtH3RsMmacK4emu8b74GjHo8j/iEkCXGJ+WZMu1AVAtEJewS1cihD+mHIfsA94y54cvESMl/MiERA2kKSmyqCWXIKEpLuGFR4UcIvSdVcmVtTfII2VAUyanDJz9EyfUpmSSQRJ5ZVsO1rFJHhkFt2eh4UsQgmlqM5ZxNsgE5RVHlEuRByWYY0BkbuG/IDZU3jTQHM9+cPc46cN50kjQezzQaTbjWbdTMMwY5aZHH6SWQ5un/KlCcDFZBQ1sdc+hleDvfDtrFeMwBe4iwAwpWlcXgffe+tD7AbAQCGcPpSGw+jpaBbVlJ2BDWrCnLEQjHS7iIQwVfTgPFYZSY24YyEhuaz4OjYQ72D4f65jff0m9+7TV99Te+pd/65hvyW5PJjAmkHcK5DJy8jAluqLzFUTBjgtEg+QJ3QwUChhFbJncA6irIf7elZsN1dKHRJP9n2mmNgmVaZ4qUw56uQF/iEkWXSDfKNhyQSD2R3jo8nyMiFCP5gRsc/z2guhPV69fqDTrq9DqqeXOvBz3VvL93oD1of32gwcaqVrbWtLK5psH6mlYc8Ap/fUWDtQHv5isaDJDl7XxlbRXeqpwWILMKf7CGDOivDFTA7dCAvAOnjrU++XqU1VNvta8u5fRXV9RFvldov/B7yK3SljX/zwG3N7SytaH++rpCd8CmklV+N2A01Tmbnv+i4nhuQt01GqfiTI6hM9bYDN0eIjfiTWXMWhhCT46HOuCW6yk3W47HPLM+2jvQ4ycHPLmd4gQ3SixaYwayMTM5K6XEXjJn/UzVXPq/pgJjznTJPylltci9FxrKaP9pIK+XsUCirEy9CxQHHl1FhD0rAwMXVIQvkGlfYrOdY0+mmpfbg1bmulM2oYTWtGhRQ/kN5TfkTaQbOhol+jPFoTs9Pddrr7+l175zF0Bfv6vXib/+nXvQ+6RBv3Nfb7zxUG++tceT5p7efPMReKA339iD7/E9vQXvjTceEL/P8+cjHR2dUafJP25T5274PFKQy8/yg/bKjSwwdD2g0891WwohFMQYFUmj9/TDx+MySknwW5AVqg5jYzhYY+0fn+kpbXl6dK6nrPXH++fae3Kqh4+O9eDRkR49OtT+wUmRnU7n8gPNlEPeGF2ajudqsc9BNXXXCjL5OuyxnrtR6tIe/122bmXq4KDjJ6iuDYi486AxqVPQqo+jPgB9+to1qQc6jiD1yd+vtKCUETl4RMamroO6oLZWoZ3jEDXislT9Xq3VbkerVNqnfJueq+ag2yFPYBxpuNwx8j2tIIk9TiJZ0YKqWCnWtXx8W9IyOqdkEn3Uh/jDUP9L9e7/s5l9ElgbzA1KbEL3NGMZz0NQG5nWqpLxXhi5pWjZRRNGL7sBw/vusTnuVNKdvvTiCliVXl2XXgEefwHeC13pDnhhIF3tRw0or1P1FEMX5YhMfQfFWFWnXkC5y3txwLGIaltkiKeCjlpO5C2OS6LubF0Uqauq6lJWT4F4FfuU1YXPJs9GmrimzSBYp6QbMhY87ECOeAAVjlL9LwHPH8OiDZHNPqqnt9PuMu70vdAhvScvJ7UViyh/YeHeAAAQAElEQVSCuoyPG4NMX7wfCWfO6Ttx0c9MKSWMXOIklHACn6OLcewAyiUthL6yX83T7+BXvIxpYnyzapy7hIEaF3p0NMGwTpgTYyGTV5X8NqpBF3JuJcx9pxt4WtnQzdvbuvPCFfnvkVy/vVnit25s6wZPMzevbuvWtR05vXllG7qjq2y8K91K1jagBdAmQXMBRVM8YXjCOc1tYqNsGZdWGafIgfcpR5pPcXbmSjiwGflaQSudnjbX1rWzuaWt7S02+k31qLPH5t/dWFV3fVUdHIoOTkQXB6KLk9CDV7C6WhyI3toaMs/Dffg9MFhZ1buwuqIBWFlbLc7LKmU61qDr1LNO2hp5V9bX1dvYov4NdTcd6+puUcfWijqbA7CisNaTcKyEUxVwpHKvpymL9Bin5Mn5WE9Ox2w0Yx2fzHR6OgUznUCPjsfMl2OkY8KHR1A/6QN/onv85EgPHj4tG+Zbdx/p4d4+zsmRnvJcd3oy5hmQ8WeOzaLcOPtGyp6jYJIxIaZEoAWNUp6qacccVMZil1BC8D0RJHxrvWfaMo9XkKkzW60C2pCWKHGrqLlapF3IvIMKGRa/cpbcUZqjV01O5MvKISgFK7AYZdg2zJha0l1u3rZKeEB+EHPQZFnKdMsWUFAEgVGIHmJNGvbPWDNi7Rjr3tSXYU8Ca8qwATlFtU2mXJPIa/SvqnuyUEtVzWbYpW2MjdFGy8qMr9Qg6+CkY7PC8/Z4++apxelaoEnpWbilw4lcSUZ5Dsr0uEFBpu7ZVDpCBx7sHeNQ7TP/+7p3fx/6RG++9UhvvLmn1759T9/+5pv69rfewql6oL0H+3qKvuw/PdaTx8c6xqHxf2qeyxLGpFJF360xRcZ90O1zY9HXOrq/sT7QOnC6sd7XM2x0tbne1e56pStrlXZXI6i1u9LV1dWeruG0X3UQv4Lu7w4qbfeytgZgLWh9I2qwUWljq8eaXqGcFe2wrq6sr+ka6/oma+nG5qpubAx0g/VztStd7zlMux3TVidqLQb1gqkyEKS6MlSmVqIfcxx9fFq58xLQIYsm8wAalc3y0K/D9OH7hA90l5iIiwaylpRYyLnGEOCSJhayK7/8moKFvNqpMPomP7FWLKZP3d7R7/3iJ/RHf+f36U/8a5/Xn/qJ79Of/jd/sODf+33fr3//3/h+/cmf+IT+yO94Vb/nB+/o869c0eZKYJMZq20nki9KjICf8A72j7T3aB/vfV/+v6MmvyXwjRbkC6iScDAs1ChVpYDTFFgcvoAbrhucpjaraVrKdyRUi0VKHW58CrCtrG2MRgKe5sjI/4vD6yxIXtZ7AaORHO+XdsGnAPnHFBn7ghAlGX1KOG2NxqNGo/K3YOYace08HLUacQ09BKOhERan6KRz+GfIvj9aDTlpjyZZLnN8PtHJcKrzccuGE1SzuRvGNufAgrUyjgy4zIICC9fBmmUBt2zUta7f2ME5uaoXX74BvaIXXrymF164oldfvqlXX7qpj0A/+vIdwrf18ou39NKLN3Xn5jVt4SxUwYSdUED3YghQA04dkTAo4xEW44KTW11CJK2KlaoYgBX9lJtqE/GgallmxenI0G3jtCdkE/rXli2AuXeKofcNzeF835yZNplZAQVLFghHiTIz7SbC1+RpZlbCgbS3wxB3BGgES92NtSxEeVtykAqIZk6KBhXIjLVob0a2VdCIJ8zhtIVmNqgK1Jq3Xeasw2bbKXTaRo24lRsyt3PCc5zeOVf4bVsjUzMyNb1dYM6N2cT/bYtJK1/mYq2ZVcy3z3mmCaaEM5rYHNEEmdg4OcKkNFbTDpXyWBbnmtoY7vR9MbUptz+T98VYE00ow8uZaqwCjwu+RuSD53HqmyzjTifL+IKONcsTWkieZqTh9IxbphOdzU51Pj/TqBkWlPjsTBP6QMvVuCMQ5rI6K3SzahzuqjbV6ErN2Nd1XITRn84FOl14PVV+pczEuU1BfRifyERWIChYpRgqGX88vWlNLQo15cbXw3PCQkY4WgyihN44zExmSwQoum2hpjxAffHCBpLPHNShUk4l5SipIn8l55mYZ+uo011TVa0y790y/8n5Dg4rGUcjoyMJXWnmQb5RO8/IFzl4OfVyk28Q2NnAXiCcP7WMGajR11Uc6VWcikE3qt+J+NUB6jCo3oZeFTRgfFdqaIc0rk56PeTAwMFBdhXnZJXbz5VeRVmV1ntRm4Oo9X7QSlfqhqx+DIsbk34PmY46xCvR+9yqw/7ktyg1zzYdPKoez3o9eB1GIKQsK0C4zfK+eJeCgiqLisyntZI1rQITF8jnuq8P6Sd8UPuFAbaaheANZB4wUK0mKNwITFltCcMv8/njGg0D1fP3xmlWN0qbK1lf+NgV/c5PXNEP3u7p+66YPruV9PG1Rh/pT/VJ6Kd3TD9wq6vf9vKqfvDVTX3iVk9X1qfqdc5UV2N16iR3dobDM5yTh3rrrTfx5t/S4/2nGnO1SKoyCy9hJhMNyRYUYlTESASUXJaJmwzqBrRl0TS4wC0KmtE4uiYLJgVmACzXPzy9DVIuZXg5/6IIlBFNegbqK+ELanqeZnp7eCnj7csspIZr9ARNLIyEOWnapOH5COeN087dB3rr3p7e5PT75ltP9eabTzj97OutNw6gh1wxg7f29eZbTxhPx2Oow8PgLmHwHa6e37pLOVxRf4fr6regjjffelhO1HOMkV+ti0+gYaiDfIwz7fExgsWYtTI18qvXqpYqDHyskkJsVVUtRtEKDTanvyACQ96BUcvkbeZjyp2BpqBNDUY8P0ODYvrvJLXU29KIBE2W5L+z4EjMtaOE4SfGLINEvozOJspz+Ik6F14SFS2RtTBUS6qskPUMkXBMpgsEwojQAq9By03caSb8HML4LSBdUNRRDjLDE/VSD+UZbQrMb0B3A9fRambKoG2m3GaAyUT+771MxlOc07nOuSUZn88JNxoOW53ipB6fTnTE7YfTxS3KSE/9l5R5xjn0fxuEW5Qj6MnZVBN3WpqollN/YoOSMXGXESopmxJ9MBBMWuPmZ3dnQ1e5BbsGrl7d1BX/xeSbW3rp1Zv6+Gdf1ae+8DF94guvvg8+ok98P3jf9EW+j/3Ay/roF1/SR39wiRJ+Uc77yBdf1Ed+4EW9+gMvgAX1+Ee++ELhF/qFF/XRL7ykj3/+FX3scy/ro59F7jMv6iOffWmBz72kVz8Hz/mEP/79tPuLH9Onv/BRffLzr+rVT97W9Tvb2r66qmv08drVLahjG+rY0bVruwtc3dFVbgI31lfV7XYxMT5mSRmdEZ9CjaFk0tu2la+lxHxLUbHqsUYGDHONplbA5yMy5pVShuIkJpC5Ac1tR4Imttzk1MHNZyrz59ttlzwdUFE3cDmHyyCbCWfmecrN96yhKMqXUSa8TDixGSefb1ZyS/uSBWXamLn9SR5vyZNE2XQM2xrY8GscusjtmXDwAi5pxCWswkwVzmFwHrA0keE8hndhppAoMGXa3KCHDVZgQgnjghkO6YyypzgVDetX2VTWJGNY8QbenU9UTYeqSMe/UYd9oFNVqjBABsUYKXtfWurImZ4k1RTQCVKHBV2zVxCFT9ykLtIVNqRiYVbkC6CSxIWLushWAHnODDQY/ofxGz7InXKjzRwoRKG3tazLwgGzqqOpdTS3vqxaU9VdV2RhKRuLTYpM9u5mT9urUQOUc8AJZKVqtcomtNltdI1rueu9ue6sJt1Zz3phM+jF3Y5uXenqxrU+i3xNV65uaHtnTd1ewGufaDzhhMM7+WTpnAg1yhcLCJrNlNkZczDUyVBuVJGwmUlC4VHohPJ7nzKci+9FOCPzHPY8Rv5SNsqZl5BT+N+VusxlsCBSpiUYJZqhfJmSlt8G5MSn8Gh/oSwoTmy+IjNmy6t358Do85Tj7SHvxk+eHKv80/CH5zr0f1zqYKSDgyFw6hjr4BDqaVzJHhSc6YC8BeQ7ODrVwaHzyHfo4VMd+/8YejqizFOdDzEuwQ3lHL3wNmVZaOnPTNn/iwAcqLYZK2GEAvwQkhK8hAFLnl4osmy4CUOSMGpJc8YbHrqSQyORT+QTesQ0C1tZkLhKKYimFMMCzDE3sGqwFA4u19TCc3h8bllT6pzhjLQ+5ia5EzPHoXbeHL1oSZtzE9DO52oYy2bmFMxmanhfd7STmVrChU6masCcd3fHjDGZjSaajR1T6JTNHkynmiI3dUei0Cn8ySVMNS7OBZSyxpQxoawpN1aOWaEjzXBAJ2DKNbJjfHqm4cmpzo/PoY6hJmcjTZCfjRucllaJTaZpg/x3TSbcgIwmjUb0YTyZl98lmUxbTZe3I+MpeZDhpQylizIcf1NgTqIyc+2Qx7OY4yRDkd0RdXXc3dnUretX5P9f0c2bV3Tjxg43Ztu6feeaPvLxF3FOPqHP/PBn9bnfDn4EvJP+yGf0uQJP+xxy743P//bP6fO//TPg0+/Gjy750O/77aRDP+/0bUDG6/8R0qnPy/u+H/u8vv93fJ++AL7/Rz+n76NtX/hd30/88/osdX36hz6lT/zgJ/WxL35Cr372Zd14cUebuwNtb69qd3tNO8DDTnfgbXuc57gLurbeU7cbGM9GGX1LHCyyA31seXZsWQNipjJ6OR6P9fTpoZ48PeIJ9VRPDs6g5wUHrMv9wyHhEWt5yBofgSHrdCTnlzVeZM6ROUdmAecfst4XjuhYB6z7QxzSQ8oqlPAROMQOjEYzpcysx0qRzTxCK2in01Gv6/3oqg8ddPvq9QCOV7fbgdfhhqLWADu9sRYZl652tmptg92trrbWo9Z6Ur+TtNo3rfWJ94PWuPFYoCJcL9CvtLpCWQNHRz3CPW5L+uTpkdf3gt6go7rXVxu7aqoVpe6W5tUGWJXqFcAe1Rmo7a5o3l3VtB5o1llV09/UfLClEeEz62kUVzTtrKth75pS1jzUxZ7kIDEM2DbJKqk1g99RrmqsVORW0thbxFhJYj0YM2sp5UE7IAbvQ/ZlOD6YPTIsEN49W6PlbJHbk6hTTlenuaszrei47eukXdFpu6bDYS10HGNGX+hRjeI2ihqyc5ylSsd47IfQM1Wq11a1ttnX2krQRj9rs5e0jfJd2+jp9rVNvXDnql588bruQN1J6aG0UqtsWaEKslgphEqGQoXYYTF1QU9V7BfqjlKsuvI0X3BZpguIsFmUAQHnmwXY8T1hyLixLppKnTQAO10tYNAlMvQZVMnDJQ98pz5+Xl+BlnVdUOoofJd9VsdSJiwpMot2RBaG9yeURdKykhiV0nZva5bYkFqQCthrufmC1wgnz+SnpPk8q2kSfEeW/02et4G0phWyDWhLeoNH5UiUX3drbWKEr13f1PXr62BDN25s6tbNbbCjmzcXuHplSzvbG1pfGyhGo7dB/qeij9H7StsTp5PMDUrLSavVnFlulKxVClkcEhW5xu2vD3SB3vqKesR7G4MlXVV3fVX1KhT00K3+xqp6PA31oF3kd5T+BgAAEABJREFUu2t9dWhDd3WggpU+5XaVcHamOCZjv41w54Tr6ZYBa90pWWKOgzGfTjTDwZiMeBbAMRiBIRidnGl4eoKDcKwRzoKjOA2nxzo/OS7885MTnZ2e6gzZU2TOHeQ9PzmHN9Tp6ZD0UcEpDqDjDN6I9DEYHZ9R9pk8XIBDMj4e4rBM1YzmanFGWp7iMjeXhjNSMcod1kUn1mIgpWJtg5g+5pz5xPGa088Ew3Ullx+IJQIecQowuFo48knMxBKEmS8BY44iCGrVZRx7nahubUDqUHVBR+qzuayudzVYr5mvDvPYUW/Nw+CClrS6pPUJO3pOl+l96GC9o8FaRyurXdB7Dyz4g5WOBitdcEE9vMQqPMoYeHs2u1rlALW21ZdjZbuvwRIr8Hqkl3auVrS71oD4APkKm2WdFjPQqqqWiNDYqFoiwq+5/e10pYFvwrR/baOjNfq0tlZBK60SXqUtGxsr2mKNrK2tMUdZj58e6OHeUz16coizcsrN8Qk41cNHp9rbO9WjvbNn2Ht4XsKPH5/q8eNjPX5yoidLPH7iPED80aNjblcdJ9B3AplHRzrYP9b5+VAtuuHWxSxLlhRCpp+mTrfS6mpfqwOw0tPaoLcIF9rVGo7EBo7I1SsdvXB7FayBdb14Z0M3r6/oynYPpwUwhjuM787WQDubYGtlQTedrmh7e6CtnVpbu7U2d3raYk5cbhfZKxsrcmyxxrPVeuvJmb78xpF+5a2hfvneSL9yb6pffzjTV/am+vr+XN84nOs3Dyb6ypOhfm3vXL/2CPpkoi89meqX9sb65cdT/eqTmX4V/q8+ONI39s/1BA99HKSJSWMwwW4NQ0fjzkDT3rqmOERtvSLVtVoztRJrgy8n8jPCH8Zv+CB3yhtnodIER+PR8Ui/dX9fX+G54Be/8UR/9ee/qv/qL/19/d//m7+r//ov/j39/C/9lk4wmOx/Op0kfeVb9/UPfu01/Q9fuau/85X70Af60nee6mDSKHRrFnRWrwIhqYux66EMPSxbr9NRl/RuLwqnVb5QctGBqGBRM3bZ07OhDg9PwJmOOAEcnYx0CI5o4xEG/II+8V/i2j/RAaeRQ24FjvCiTpA5QdZ/qasA+eOCkY5JW4SHhB0jHXF7sCiPMOkePryglONxr9/zFuq8d+C4xMc6Ph3rCLyNluv3Rdqxhy+A3JGHnQLP4+mnXNmf+19nhJ7Q7jNOzjMWVuS0M1gZaLC6usSKVljMjlXoKpv1Khv1gq5hKJdYW5cbyOdY18rqCpvLALpAj3fcXr+r9Y01XeO0fOeFG3rhhau6eWtL129u6tbtHd25cwXs6vZt6K1rGKcb4Kau7m6rU0UZc+heVZD/iaxsU/lAfB9NpGcMYwlDxcZXoQe9tYGeYbWv3gVwPPxvtPTWVtSnXf0N2g1d2djQyua6BsQHOCn9dcYDrKyvaaWkk0a8xrhaXckR0LuacKdTqfawg3iNIVoAOQzSfDbVHOel5RavYbNvCDfcuvjNS4tetlwze1oirV2iKbRRO2vVFCQ1LBL2AqhwHAyEgrYJbBJBqTWlJiu1jBBrL+F8qGXM2kpqayl1FuCwENRlbGvVsatODTpd1VWHds7V8jQkxtVAItxwBd5wcvcwHgj5Whmn94BzEpAxJeItlbYya6HNu+D8EFoZDmXm9qv8Q3KEtYQZeUAmnrghE7cFBjJoiSfoe8HTWm4UnCbk2jRj057J446cGprc/kuCMvwGA/htRkv7W271Gq+PNif61fKo0JKeietiDKAZfnJwEyKc6mf9pZ/CwZamjMkCOY8Zt6m6XWmTw9iVq+vFkb9+Y0NXef66ds3jW7pxfVvuyG9treMEdLBtc03Rlyl6MvUbrlnilisvQQ1TMAmaOqZOjds4l2m5YW41GeclJVxux5ImOK/42Jo59fzvoJ7ut2pN0wgVVwwGzbS/BfDYhiPOSreOOKBRnRiAqVMJQKPQt0S40Uo/aXMjgKitDbBZawMnbzAwrfaj+tj0PjdKTge9Sv0u6NXwnTqCuv1W3UGjHnn65Fnpd7TW62qj1wFdrfQGHJykr755oL/1a+xDX3qov/LlPf21Lz/W3/z1x/o7v/5EP/fVR/p7X3+g//Hr7DtffVN/88vf0l//5W/ob/zKN/Wzv/Yd/Y3feAD29Nd/nXxfukf6W/qV1/f1ELs6taAGnCdpb9TqdW6mfvPxkb66d6Svsf+9xe3TmR/ikGkZsFbBNcIHTB/GT/ggd8qYhMxJd5KCHp1M9K0Hx/raWyf61W8e6md//nX913/pS/ov/+Iv6//5V35J/+BXX8dBEVdgAZr0G995ov/xqw/0c197pJ/7zaf6+7+5ry+9dqTHbLqZXaim7OjGsZ0r8iYYkym3psWtgDBOSS0nW+WsgGymHcpRE66iHz06lP9rpfdRmL29Y/kp4tGjE92/f6C7bz3VvXv72nt4pHuE7999qgfIPSTtwYNDPXhwII8XWuLw7l+Gpy9wn3z+2+z/8jjQfeq6Tz3flbrMBZB9QB8e4N0X+vBY9+8d0fZjOc//+e2H/h/kPdznJD5Wl4W7e+UKBtCxA8X4Xd/QFXD1xrqu3FiT06vXtnTt2rauXb3ADuHL2NW1a4v41aseBld3dBV5xw5X+uvcYKys1hqsRA04JfYHQYO+I2qFU/MKt15rK91yezLAsFRu9Jhry1nGPIt5NpkEjLkVc5slJ2yRWf7HzBRCUKhANFlF3MMYytCJMh6ZnRcJd7yObkeRHaHqdnFsa/JFRZy2qlMT7yjWtUqYeN3pqK5drqMKLzjijAQvF8ROpbpbq+501KFML7uHc1bDl120UegprfRGO9OC6IKMeAUikQo4jeh6WELo7wVGw1nZUCbcgPhfAZ5MxBOMNMS5P58mnbFBDdlMhlP4M0fQaBY1nlUaTyvkHEHDqXGACJowpil2ylbZWlbTTjWfj3GCRmr8yQ2IDbmATVlsyhmUuG+yHna+b7S885ujlEYD8oRlSAPhyWb0eCZ5WS7PZm2+matBpiGtVaT+wEwqt8hleMZrXVDFODjicmw87PAx8vXv/ApbU+CyHoYGdMbII8K6NIbvDJsq6oqSwIUcYQPBKgWn/AyUEyjPddEIxwJjqwmyLJcoMObVyOddsTaXPljKMjkStH0GqdUCDXQOpgphrk4vcwCoQYdDQY2TXxW6xs3KykpHK6yTQb9GDwOlJsYwky9CxcdkIcjM04x4KMj0w7yvoSrxxttWd6QQnyHJ8yDv7QdZtQQVNEPNiIdaTo3+BwvkMPqfFVirkU4HYHjJDucZ8xlEOnyPB9KC89iiI/2vcORiSDg5SSxVuR5wNqFceJbE8iJtmZ9yogkZQDgw8CE0CnGmWKFLlBdiRD4oymi1qWOmGFkH7Bf+L47/Jrchv/7onBuSUcHXH431jUcjfeXeqX79rWN99f6pvsntyTfZt776xmP9+muP9RscsH8T/lfunekr98/063dP9LW7x7q7P9I5a46hlKhnin48HDb6jYcn+hL5v4Tt/fK9A31r/0zH00zrOvJxTMxPYsRWVlAMffg+4QPdJbSmZVNpmKxzTn2HeJSHeOk8a2rvMOutvUZ3Hye9yZXZ48MJRjvSHRMOpg4xvA9xQ+8PpQcjaQ96MDTNuLtPuYuKV8hFZQxJtEoOgxaEqGCmig1mfW1V29tb2tzY1tbWLhvxis54az/iFuP4eKyT0ynXk3Odn811cjzltmQIzrldGXG7MgYjHXPL4rJOy/vrAWmHnjZeyo0KPaRjh/DfBfIfvg8OnI9XfQC87MvUw89wMOR9eEjbhs/oQalvJKeOi3o9XEA794GHDw/GyI15e55o/+lIByyoA0/jdmgymXHjsaLNrU1t8LyxwZXp+lZf61tdbWz3oPUSHdLhbfS1gZPxHCvEn2Nrc5WxBk4pb8vf1sE6+Xq9IGGQMqdMY5kGjJIRd56xSRWwYTkVp2W5AVNWKJAMKnTK0CkjZjn4TxBY5oThK7sckhhKpayMIUxtqwT1cPYnCtKcmkRefpKHYpHNShgwv65uXRELMytDUykLwUQe6jHqFlSw4BTickir3OYYCRRNBbKARKRNxJOyEuVlmNmiEpRUxBZ9CNlklO0boVMp6gKpjZpgCJ88OcaxPuL6/lB7ONx7XNP7vzVxn5PaPU5sd8G9pye6h9zdxyesM4Azfg9H/B5X/Q8en+sB1/sPuep+4jp4NtU0m7saEs8t2HY2hKwB87WKE7mGQ7m50dXWZo+1tMR6Txvr6AJYJ7zO88eGA7lCeVpx6vx1niTWiK+vdXE8e1onzxro1FJgUzJ0wedazAujJKctN0rT0VhTbgBnYM7hZMZt4px1uwiPVfie5ijp8JCZlfBIhZI2PZvIfy9nej6Gvjdmw6kKsA+z4YQwOHfeTHPSmtFMzXAJTsst4QLnE2+QbaAtz2dz6JwxbT0ffOfVKaqDvQrMtEn8fDvoNLwsQ2+MDVkX64GN1xysi7IJEw7c1jjP10+ImTFshbmVKSmGTFGtjLUVXI58WsI8zngLeD65LPV1cKpD0U/yLhvneprFH+L8pGSKlcNrMVKIiERg6M5iCpOMdRJIegaKFGvO0Hkj7FUWUEKRged8eRmJ8qABnWe5llJMQcGi+Ok10WTnWAmb+FCulrBSj7w6ZZywxHhnHFUiRZ6macqPc+o8I/N5iBpWvYIph405Dsw5bTicZB2zBw1nWVx4subEAYDwVOUGhst+XYBLffmztk9ZbLNiSjRKGkL3zufcpEiPJhL+kI7YB+f0JNMfeR8tMK6hyH8Yf3yge1ZUmEWSsy8epiOY+KI2UldSDwxMLFqpi2Faq5NWQJ/F00FjK9I5+Mo7GZGr+RFwQtow0Fnb0yiua1pvaGbdspRFHl+IZfOjDH9P3r2yo5u3ruv2nVu6efuGtrY2FfBafSNpUdQGzWrYiHzzEQsjJ4w0Tx6T6UwkKxG/jLY1sX/Bl3wBJeIF75DzPK3zKLN9D7jTdpl/OX45fFnmInyRfkGdTxe4fcoFdEl0oYTndGIRz7SZxcB1v7e3baW2TSKZUQ5lTEIM8nUTqixHdMMXk8IzMI+Vx7Ni1HfBMp0JjMBPQV5WxCoZc+SgUr4m859mMjNC/s38WMCweM+RJLcAjsLPS0MVoJGlfgGPU1aT1fBsMh1NNJtMNRvPNPPNbsjmBJ3Da3li8SeVBWaaj5Hz9LI5sdGR13+JtYFffqkV6jJzHLpmMlfjdDwnH2Gs2BydmYEpZc/A5XjDhBianBnw3Gb6GyULIiShH0YPDGOqZwjwkcEhX/AYSMIWOhpzS3LIc+PeowM93DsERzgpR3r06Fh7OCMPwN7TUxXsQ5+c6iG8h4We6eGjUz16fKYn+0M94Qp6H5yyKU9pV6ZNSd6qVqvcZF3ZWdetG9u6c3NHtwtdhF+4tas7t/w5Dty8wFXdLvxdKPKEb99aUp7ubiPvuIn8DceNK+V6PtAwL9sAABAASURBVDKnBoLrB3UrJ3Sz1Rhn4uTRvo7vPdTR3Qc6urenQ8KHd6F3H+oQHD0DPNI87jJHLlPiezpC5vjeA8p5f5yQfnLvvk4KffCc3l+ES/77D3V8/xHY0/GDJb3/WEf398AjsKdj4iWNdOcf04ZT8gyfHiqPpqqZ31g2zIv5jcyzh4OMPwKGPqh8fB4yoYQMCxY76mNjjI/Y1gyorIVWnTri+A205YeLNRxAHMKFc9jR+kZHG47NDgeNrtahaxu1VuGtcxDZ5PDgzqIfINbW+jzNdrmx6avmljFzePDnrOSUA0PiqewCbYm3cn0WdtCbtWyiN09G0x3y/iTBC7Jk8rjTUJxwkzEmSjXl1EpNR5bYGRI7BE+RqanhV8q5gxMQlXDQM/KJvIkhaZrMQTWrhXKZLs0rJW4JE0+ZzTxiB6N46cLxNvHaqbmZZqGSP8VMCScOsdapGJNV3b69rY++ek0f+8hNvfrqTb3ywo5eub2hj93Z1Gde3tHnX93W9y3xuY/s6nMfuaLPfuSqPvsq9JVdfealHX32xU19+s6GPgE+8sKmXrqzrhfurOrmzRXdub2ua7srjKtkjKdEB8QgKdlwyOlbH75P+GB3qWHzSH4g0wbX3De31vTy7rpeBR8FH9td0yeurumTV9b1/Xe29OOfva3f88WX9RNffEm/83Mv6Mc++6J+7PMv60e/7xX98Ode0qdeuaaKq/aHZ41eO0r61qnp22dZe9zKDH2zVcPEz5TTRJkrZN8UO7xbdnmvrGqpy1Xo6mpXfajz6k4QDrQMwxhxfiridTeiQJHN19Tp1CrX9d3LtFKHuKcV8A5avw31szwu51f7b0+vSK8oY0FLGu+oHVADp+8FTyvwukFd4GXUlHeBShWLrfI+LNvUgXq84imj4imi5ONJo4ZfgGGLfp/KGLDMZVgUM0HFJ0MdWtIsKclYWOZj/T5QTr4VL+HyAOtluZWKgWvlDlzCULcO2O4spiTllJVzYtkS4adKfYk6HS20lXB6ZR4niMELS0SMVqS8QDw3CQdirqH/0ujpSOOzkUYnQ3CuCbzp2ZhT8YTT9Ejj03ONPe34XMPjU3Ci0fIXTEfwxsg7HeIUDIl7eHRy/jzP0ZnODk80hA49nRN8qc/rJK+3YcLm5N032hZwRgJGNnCiFoa9gHBOGNd3ITJWAUBxUGLVx0GOapogfCHhY2k2txLGR+J0B38OmggP6kaa+ByklvJB60aeerL/dVLGq22zGHaJ0Z3N5zz5HWsyOZV4mun3TBvcevjtyabfjrDxPQuv97QBNtf72izU4/3C29jowetqkw3vIm2TG7QNZP1GxTfCNTbSGr30uRRzbpL8AGO0w8epwQk8Z1zPn+xr9OSphsDp6OlT4pd5hJ/ua/zkQCOn4DKdeL5HjzR5uPe+GJM2fvhQowcP5PQZiDtv+OChzsApcqcPH6lgz+neIrzknVxKP4Hn8RPkRvv7as9HiuilMfdi7As4ruULML9CN6QgQ5edOjxsPiYO3+wZp7JGyphlhaDy1OPPrjdu7OoGz7C3cAxv3tzUzRsbC9yC3trUjZsbusZz7bWb67p+Y1O3bu/q9p0runZ9i/BVvfDiDd154Tpyu+rz3NryDDfnqW/OE998PkHXRujYiOe/CZhqNpuqwfluuRlolpjPWjlmXC3Mpg3hBpmkdp40X8Jl50UePmPSop9j9uijg7kOnk654Z3q6GCqw/2xjo9mOsPmn5023H43Oufp5IzbqVPW9RlO7DnOtf/twNHpnDUpjY9Nk5EhO9MJh42j0UjH/reczod6wlo/hDeiHRllM2xf5FnoEx/Z1R/+/b9Nf+IP/5j+9B//cf30v/vj+vf/2O/S//yP/pj+zB//Yf0vfuqL+l/91Bf0H/8JUOgX9b/8k78N/LD+/J/8Ef35n/oh/bl/9wf15/7YD+g/+qPfrz/7R76g//AP/4B++g9/Qf/ev/P9+pP/9uf1U3/oB/W7fuij2lmvmOE5c9xw29Jw5E6mD+knfKD7hWsd2GDwD7TLk8BnPnJbv+MLH9PvYZL+wI98VL/vh17Wv/EDL+sP/fZX9B/9we/Xf/K/+WP6z/73P6X/7P/wR/Sf/m//oP7T/92/rf/L//GP6//6f/4p/Sf/p5/ST/8H/6ZWrl3TX/3l39T/6xe+of/q739Nf+EXvqWv8cY3wgOPVXexvFm4ol5ZkoHEpjhtRnBmGqx2y3/4duXqlnavbGh7Z1WbmwOeLgba2lrVzs66dnc3dOXKpnYdhD2+u0vc4TzHVeLgypUtZN8bO6TtlHq2KOu94fl3kbugHn4/XKHeHbALnF6OO2/Xy6FNl6mHHaW/1zZ1FUN07fo2xmlX16/v6sq1bW3Q7y7OkTsmmVHKOYsvCEtEZTZQsZkJA0mqFjKEEHxXWM5P/hM4XaBlh26ZiwaD1HDiaTjSzAuyZhgMfwtvEzMHKJa8vm4NKmUcpywoWPwkxlfAp3sBk7H0jTb6ps8BTy3GspkmtTyLtBhEqlemToHExt5yhdtiSFtuWFpuROag4aakYbdPGNd2NudE1hS0xBtk55TVOCat5mDGlf6Ma/yGO98Wfuty3Kw0lOmbrMPrUCP0s1IMHQVVOO9RPqbehjHPBMMRxnfc6pwyF2g0pL4ROAdDyj/GKJ97XcyHUU6seorovYcD8RC7iqGroI4y8+X1xFApWoAf4Gd1uCnr4cj2cQ7wyVWZ86Q+TzsVTwDtbCzjCS7Q4AiC5uTHmJIWgfMFL+AoRvTFeD7wdWbEgyWZy8ALahULUqGhyLYy6jN0IRMX4ZSSRNj4KRltDKpoc8jkYB4qdKVGZ6qmUQ2tuf57hqZV3cJ/Gy8teEXW05I6OGE1Xth3gzsPFXLvRMmDYlbUFWlDoL7YMCbzRk5raE28Jq1QjyNT06boQOkq+tgJWR0OBKKH+QL0MTM6zisgroLI0IQyGobsM5jJzOSfECQ/XAXL6nJNubrS1cqgo143aMDtV6eG38nEQU/qDQwE9Vcq7GBHKziIg5WOVnFAe/1aK6vwsI8rqz3Se6XseTPRbOaYajZfYI5XPMMx8dvCGeEpnvICc02n0wUmE5zc6TOMWVMjbiTHS3h4xE1mAQ6DOxv37x/o67/5Hf3ar/2Wvvylr+vL0K/8xrfKf41x9+4TPeYW8Cm3gE+enJTwY54wn4Cn3BLuc2O473+h4em5jggf+3+58PRATw+O9Bgn997TI3373hP9+te/o2+99kBz1n03Zg7PjQZ1q89/6pb+0B/8Mf2+3/tF/f7f/Xn95E98Tj/5r39Gv/9f+5T+wL/+Kf3B3/0p/eTv/rT+4E8Q/olPk/apwv9Jwv/W7/6s/u3f+3n9kd/3/fqjf+AH9FM/+dv0p37yh/XTf/BH9Wf/nd+lP/PHflx/5o//6/qzf+r363f/6Od1jXGv0feAkUPDLVtra2v6UH7CB7pXLMzADhIxUis8DQw0U78ZakMTXe82utVrdC2OtKNDbeuJbnaOdaM+hQ51vTrVjf6Zbq2d6+bWlCvjrtauDPT1vSf6K1++q7/ytSP95a+c6Gd+7VhffTjUMW+Gc06NmZOl4ZD6wLgBNBMGHEQphKQONyqb26u6xnX1da6tHR6+wuZ95eqGrl3b1A3Sbnga9PrNbTlu3NqW4yYnkxvg+hLX4L83dor8DdL/VeAm7bhJm/xkdAGP3yz8ba4QL7AjT7+J7M1lWonT3itX17V9ZVU7Vx1r2qHP7uisb66o26tlDJqZFQMYOOU5jJP2Al0pd2ViII0gsjngPBQEZazlM1BGSXM5kMiVKTyTNylwAyC13Bxw8JL/o22FtpLTJplaHIxEnkQel38bdZ5FOT8T9jrlbfA6yZMV+BllyBSokhlgw46gsp6q2FeMPZlqKZnYK6UsNoQsS05DKSVQfrSoAjZM3zQjNCiSHsgfpBKqVFtX3YJaFc5D4CktOGX8IifjwHjKebTH83vY4BvpQxyOvYf7euOtPb0Gvv3GnhZ4qG+/+UCvvfFQ33njPrinN3iueLR/qAlOUEvbUw5KThm/Fnh/AnFHRds2Vga6voNu4CjfxHm9cWVD17lmvrG7quvbK7rCTccWG9ZGP2qbDeoaa+MWcreu7Wh7c1XdTqCfFMwgBdZxYIDMwYBRMzXkAlmWCr8t8qakgNf4HC4Hz/nAZfXsk5WzyCd5krz9jHEZdwuMWC7Af2Kc9S5Uejfvsmw0yTItoo72uyDRgu8G8TH6FFPi5Pt2VG3SBQITEYhHZEv/eYvIDpyW5JTOpgswju9y8EmjKok2+1i8Dcy3GHE6JDHeUpKoxyw7F1aWEs5TbnBapAq7G4vD2CLWLKAsw0kNPjCEA2vXjGy0bT6fyZ0Pb28MQcb4P2+fyC/0LS/h4QtkuZwoT8uPO08ogbxsZ3l3vJWZgMsukOhBlkJNzkrzuWEbIuUTx95MuVlpWCMW+hLrK/PUk3j68bBZn7J75OsC5FVLlJ0SZbYgebRSjgNNtaKjUdAxtzRN00GfotaitMH49NHrPN1XXY/V6w3Vr4+1Vh9qHazEA/XCoXrVCfxT9epz9btD6Bk4wbk5Bkda6ZxotXOqtd65NsBWfaadcKJdsKVDbZNvZ0Pa7M1UcYjpuLMsui3XbRSe8IfxGz7InYoxWDBayGQkFH94eqiDx/d1BKaE/T9bWqkTCjDnuv2xDp+8rqdvfUOnj74jmxxopZ5o0BmrTkcYhDPVsdUYz/1sLs1qiWdG+S878SSvhg0gcW0awkAh9pWtVmZD8OvrzNINoULpkxpOOW4k2nbOgpqj4C0NZOFyYmzTTE07BTMWyVwJ3nshc6q8wHulF15qyA8wFulfEpn8Xl8p933adDnN++G44HnYESvJ4YbDESIjwyINTFJKLX32sWA4nn1RLzeIjK1kvtolp88gPvD5qSK3kM9lvTnfGOMlFWnkc+OUsEcNVqsFDXmbnBmrC4iwgaBEntYiNMppxqy0BcwtNJH/Ai3lYIJVqAUlh+dPhsNDXBGdYABCR2Yd2lWpTUHFQUIn5mweLRtLyzgUA5eETEYmqc3eHkAdWSZHgocNREa0lQT0S0b5jFW+ADpoXp8jdhViRwo1+VFeaKi7MnhjDNaTgxM9OTzTU56Hnp6OtQ/d57bk6fFQ+zwbLXCmA56eznkuSvSNzJJ5e0SZouwgcz5tjyb1u5Wuc6v2ykvXeVu/oY995Ab0qj76kWv6+Mdu6FOfuA3u6GOv3tDLd3Z05+amXn3hij75sZf00p1b2sWx6Xe7ipZlOCgsKMpP8s3Qf58oOL/AFGUyc+g5pVWBuWXkFUwKxM1M/jEz5LL4wZd2EydCR+hPgrSkMXfi0/i8fDewIZW5e1+ZrGxeR6XAHL0frPTCe7LAhdxlfgikhaAAYgiK4RIsqCa9AvSOMVMp0ZARA5BBAD5+iKrATHzfAcaAcVts4LSdsBTkyPI0xicnZSAlhZABqYhUMaj/V81kAAAQAElEQVSDLtaV99VKLhOflGmPhxBCP43N3KwmX5SZl5nFMFKmCnw8M/WaBQXKCxfj5uFn8PxeD2X6NyZZSBK3Z1lzymkKEnEMOOWowCIiQLQ7I5+hbW5Yi3PWb1bVqcuzdeBWiFYrsdYcbTLSoxJtydahsJ6ycE5w9BOHD9GfXAU16GQrtC32Nc4rOkurOm7WdNhA5z2dz6lfSTe3O7q2krVpBm11FY+lbkaqxkfqzk7VSyP1NGN/yqpiVIhRFoIM2qkq9Wlf10TNiT2qwUGdKcwn4lpVgX3E8kyZMtL8VPPpsfL4WGk6ka+dbjBFM/kfxj2fnelD+Qnv7tUHh2N8xBS4rWmylFi4raFACkoo0ywHDedZ45Tl/6hNE029tRUZE9+4wjLZ1kxZSovJr3Aq1s20Rq+rsYTucHUr9QxUtWJnVU0EeUBlfWruYlNrUBFGoVNHCafFKNEsyqxSoE3BF5wFBRBDUIyxIBAOLgNMkXTkl2GPm4IM/mXIogqC06CAfPyXRiy1VLTvAlH2Nt5F3Ol7yXhf3OBk8jHcavnhpzgzk9kCYrkXGQzTM4pJyBjCAiWMRSavwAX1MMjPkWlnwgg+R1DGyGQZ+bWAoCAHk6g/QQuItrSjoX3+7DPn6WeGjnCTLG6SNZsHzWZBvHiAVlP0xDGjnZPcaoIzN06NxjgcUzasmUSrK2XmuHHQtlkOmtO+psDUYCF8LFraWEAbEu0p/RDpbVbjyCKf1OQMhedpoGV+Z8k0aUX9Io086I47YDPGbsSV/5CnilHTajhrMJBzDbkuOgdDeBPKa2KtBqelwfC2mLyG9THH4W4ou0Gn2iVmTcPY0ynalxinlrYzuDAyJDG2jRJjMJuPNMfYWpgpVFOlfAZOlO0Y/lNuYPYYxydSPlIVhwXK56yVc0WbqctNY806MPpH4aXszPgmxrQ0gLFYOHKJ8VhgEc8kJ3k458ymCBg7FVAdY5STUV5egMKJCilCi9pIZZ0mZfoWxNrFuRObzfsisFF9FwgHMWVbNCHrn0oTfXaUJhf5rCY5mNsUCVfMMUiV2vI7PQuaCDegRSZl5DIyDuSaJVrK9g2ZnUzP0RBuF+AQxu4mY+M2Nu4LCC02ywqMlDuGVQwK6IBJ8CSjfblpuTxp1bJm5pO5/HmzZQFk6q7iQJ3OmjrVmgz7OJ9Wmoxajc9nGuIIj86HhEdqUOKGE99kOBeml8GKIDxHQ/xtMMajUcvhrqWyNs+V8kxtnqrJE1blTBleQ9rMf58lTVhLC7Rs4i262pBX1sqqVgndm7ZjnQ6PNRyfqSF93tDG8Ujno6FOz85V/oHC85FOz0Y6OXXeRBNvN+u6ZXySOynozCgP9PrjuX7xt47189841JfujfRt/1uWPGHefGFTf/j3/5D+zB/7Mf35P/pp/ciLu0r372n+8InaJ8fgVOO9Ux3fP9XB/XMdPJjoyYOpHt6f6OG9ifbAo3tjPX0w1sHDiY4fTXT6eKrhk7mGT2c6fTrWMc9NhwdDHeERPT2f6K37T/WQp6dpm8SFv2boZMPsJaAP6QfN+eD2jDWjJNaDWESxUog1cZP/y6PwFXEq6m5Poeqw+ZgODkd69ORc/tdlJ+xA88lU7XSqyMKr5hja6Uj90GqQpR5Ypfc8ser09FT+xvjW/kj3j2Z67P8Lq7//F68IQYxqyAk1SKpyVieYuDxQQFGygw0tsRB8IRktrJGtoSG1NP45hNzb0QqLzpJoQSJHZkECFK+lnhaaMEhJKmkJqewgLb8njMUsgNTb0uFRyEWeRLsybcy5VaJNmU1a1Cw11OSgXSW+oBk5Efc8dAjjlyWjQOSzn3SgMvK5kYBvGEIrBrJBFsS5LEJDU/It0rKsGNAEdbSykv+d1NMcLk925kyUrYv6KNOIOzJtTBizlj41OBh+23WBFh1omMem0EYzwhMsqGOGgZs2c01xYCfQCQZtAh2RPp7N5eFxkW80ms81cd60gVIOG37DWBYwSy1taKANdE47HBPe4UdgUsqdaUzZY/JNoBPaM6OtY272JujoBGfEeeMmaUgdR+dj3sBPdf/Rvu4+eKK7e/u6v3egu4+f6s2Hj/UWeHpyStsTs2DUalCfLRPqoyzJN/DEnIiYGYwyzkmZfiuzAzGW5uAi2zRWDFN0fSJjM4h48cHnmA2DladI3oqTbkC+ZSNocGREWmQeYpgrsEEYZSb61gLXHTNTdGfFfPJUPib+wDd7J5Vg8SPIxGbmMKhJ7B8SOiPfXA17gMPo/VP5GD8j9XdArUBuGAqGREJ/0GFvi4Oe6zKyx5hDlowyg5YKgpzmnOEliXLsPRAY0wtEtwvRaN4SHgZhyQ8e9q4EKQAj7N1zPAujy14XDZdVtgCy7pQ4XDZjw8Q8vCdcA1iDXn5grBZUCsyZke+C58PT0ucGHXXdzQy6WVBknkIVFcgYGV+zWAY+paDZNOv4ZKKHDw/0rW/e1de+8pq+8pVv6mtf+7a+8Y039FXoV772LX3tN1/Ta6/f05OnxxqOZtjmrClOz3SWFtTDBY2m6H8IpqqOqjtRvW5Uf1DLf69lw58PN7vaBFtbtba3OnK6tdWD9rS9vaTE19ajVlal9Y2g7Z2Odq70de3aiq5cXVOnF+T/p9rhybH2j465aTzS433w9FBPnhzqgE3/jHU2Y2236IoYi2zSOYeCr7/xSH/v1+/rb335gf7R1x/p6/cPlbsd/cTv+RH99J/+/frjf+jH9NN/4g/o86/c1Ld/9Vf0+pe/ortf/aa+/eWv68u/8Gv6+b/7i/rbf+Mf6mf/2j/U3/7rv6C/+7P/RH/vb4G/8wv6H/72P9bf/9uEwc/B+7t/8x/LZf/W3/h5/a2/8T/qb/31v6ef/Zmf089CnfezP/tz+upXfwu7M5UUgBXtSyVM9EP49V5+cLuVzLAPviYVUJzsGyutRX+UWVi+2Sc2lcAEZd5s3vjmE339q3v6xtcf65tff0sP3ryvMxRwdnSm6fGR0uRIH39lXT/5Ezf1x/7AHf2h33NHf+D3var+7rp+7c3H+vlff0P/6Muv6Ze/9pruPnqqlvr8F6G6GOMB3nnAIA8qyf9Kcw9jxVpSFyNQY1SqOrPIEieMlhuZufps+j3S3JkpclG6oKxDOViTqimvwnBZzAoYpEy5sVspsWhzDEqkZYyGxUrZiNN/mf/IspSFFaX3QQHrHVhVhBQwKoasfKAciGVkjXQjzOApxKxen0W90dFKQa3+WgViwWC91mCdtPWuVsHaWl/rGIp1eGvE1zEeaxt9ra0/x7rHC7+rNcp8jov4kq51tPYu1FqjTsfqeoWhQcb/KiNtWl2riXcL1qi7oOSvtbba0Rrpjg3PX/jOc3S1st4D/SV69K0LOhqQZ4U+ra72NVhZoA/tr62ov7oqv4nrra2VfyW2C29lbRWjucbNAM9/QTjJc05yjdzhsRC0trGhjc1NbexsaXt3W5vbG1rdXlWH9rScamds8jM2Ff//efwfMiugnIYJactcUyY64/wccQVwfFvmdM6Nz+HRWA8eHevegyO99da+7t7bl//jfXfvPdZDHJYTTrAz5H1qUQiVTZmNKuOsdWvT1vpAO5ur2tlZ5clmXdevrevqlRVdv74GVnX16gBDPoDX19WdnnbZDK7v9HXjypp6FaWyxjqhRseiLEfFXMmSSS1pvi5x3jIIkmLgZ04yHIIYsox2iLBv9FKQhQgJuARJ7jQlS+RqlyBsnkfkM2VWfrIKOeRNysgm0smpJKH68JHMFiTKzYxXSuRzmEnIB9ZmZP1WtCMyB+5YCacr4cZlxluMkUEr4pXLkC+w1lIWtxtJEX5EJpCGNVKB106fjH4G2iMOJ6UMr4s+16BifXn/Hdzmq6CWavh1RblLBJ6oLxAJux2pO+K2IquDTXHUnKI68OquFL0MD3eC6vdEVIVxqUhbwIg/R+wYZZhCHRQ7zCMGKAd6Z4ynQ1mZPmV00mi020ARrjsdhrjWCIfDf5nUnY+9xyd6+OhMD7gpePDwVI859T9+MmTzP9fe41MdnU404jZlPGs15uZvjPNdKOERm79jwgFyyM1Gj2eZ7c11XWH9XLuypVvXt/WRl2/oM598SZ/4+A196pM39clPXode16c/dR16TZ/6xHV9+hM39OmPXyd8DT7hT93QJz56RZ+C9wnHJ27qM595Bf3eRF8yNyqmJgc16EjCHtIpSVkJWw9hfoMYBngzktpyODmjvWfTpJl1ZN1ad16+rh/9sc+r0znX9rZptZvUQdc6TVYct0rDmRLOXDMN4uJG52dZ5yeNzg5nGh9NNDkcarJ/qhE43T/X8f6w/G2jg4Mph+y5jpA7P5xqiuwMOnvaqD1KsqGpmhn395JRn9BDAwoSRpAfH76vd+0D26tWFW0zmf/MEutGwQ0IMNcmjEbGUPgcZa4NR2dJB09mevJopKcskLPjkfwfWJr4XwHllFmHVp/7zB39R//B79V//Gf/Tf2v/9y/pT//5/6IfvjHf1Tj2NXrD4/02v0TvcWie3Q0QjkxElVQHyPfwVCv9KK6eBVulCqchxp+F74b8R4Gx42Jy3XI0wU16OB0eLwA+U4typBqaAEy2AfN8d6Hk7GGo4mG4ynXkYBbnFM8+1OuI8/hzzltMAzyD0MgMyvjkZukxU0ONCUWG2BcEobXwfJToJIYo0I0WTAMJv1ic17fWNHG1oq2dtY4daxre3cDCnbXtUPY+dvb6yV9a3tFm9sDbT2Dxx0D+E4dHh4g8zy8ud0jvQ8PbC3Stihrq5QDb/sd2FrGkd30MHQLbG4OtLkxkP/y5Q5t2vE2b69p+4Iuw97mLcKb8J1u7Szav7m7Sv9WtAX1vLvwd3c22bi3gFOwDZy3u62dKzvaubqtLYzm5ta6NjbX5A5NZE4Tm1bbzuRGomYi+4O+BqsDDQZgZYFVnJr1jXVtUObGFs6LOzAbm8itKVYdMZ1yI5ktKIVKDQYTW65ZCmh2rRx6StZFpoNsrekscvNTaYauu+Myh86SadZm4Z+UthibpdKYZk3U5dS8g3Py4q0r+uhLN/WRF2/o5Reu6ZU7V6FX9coLjmsl/PKdXb30whW98tJVvYoBfumF67p5Yxe7t4LTUYnGKLWmRNsSTkouCMoYe9fJRO2SlT/yjyX0LBPXEos0U5DR3yyV9ew/zNeyy8s/WUWylEv5yNNFZdKFg2eMTMhJyuUroyzPRUPk5UQSollhNanVlNuplDLjkxBhJWSAZCJfCkhDXTjDb5GbA5+DOa6JYiVf59GojLIyoBAXpwTJ7YDDDxgV6zhGU4Vz4s5/FaUKZ8T/qYJQeGIcswJOzPvBSlpGLsnrdHj5wfNfgLYEWvDeMAVaxvLW+yPJvAzK82FaIMvHLsP30cmMoY+H3yhYjKrqjiI6XtUdmUX0sNUI2zRloJrGsF3Gc19Qiz42jdMgpylFSnJ46SJcSoZ6+AK0Jyd1O5UG/a763Rr7ICGdTAAAEABJREFUGNTDyVrlJmWdg8T6atQGh5ZNbknWwca6ycObzuMAswW2OZzsbHa0zcFok0PSDjZte7OvDfJvcIjp96M6lJ0l9DiDJIymMutlzk1fUlTsrqutNzW1FeXOQDSEsGmWJbRHM244/UDsdVy/skKOkaajQ/zToXzODR1CPZVZG0k41jyxtqlDjT3FuIrNX1FtPamNslSDSiaouhL8bH3l0Cc8kNmAOQR5RdaAOWnzjlJjrEFRR2YcC0ySjUcjp/qwfcIHu0PvGHOPGj+Ayf8sWp8TE4W+JRaHT3hqg9p5VG5rBTHhKEnbSDEE+ab0kY/e0qc+ekOf+thNffKjt/XiCzdRQJNfpz/liefJYdLhWdSk7St2VhV5SppzikQjlWKQoeiJEwoHSRSzVW1z1Zy0akuiaXKZFoNlyFKlzI1BJA0DZKEl3pR8Rakts8DnOjw40v27j8DTxT+Xf/dA9+8d6PGjIz15eqDDoyP5acNkpdNmbryTRP4QTQtkuTEzr8eSDIjTY6ZtKbcodZKPVdu28k9dd9Tv9dXr9Vg8HQxRrbrj6LCYu+p4GJlinOhP7Q5WR75uSXtOOVy9g5c5/QmZDN+WNBdej/y9rqmA01z3GaQuaQ539Jy6TL8bkI3qMd49jFavS7hbUVZUzS5Q11BOgxVti5dBuTX1VAVS1QUdqYZ2SOtQXod8XfpVQLjnYcroktannpVerbV+rQHhPrxCSa+tVeB5pIBxRdN4+pMqMxAUZYB2xQ55V7S9vq1r29d0ZeuqdjavanN1i/y1hsdjneyf6cjBaenweKZ93rj3/UTFrckhTrJfqQ85lTUYtewnuNDFMNXoayULGCxqyqpU1zUOidRDv/rM/wr6tkpbN/qVtle72lrpaKMXtd4NoNJ6p9Ia/VqD9wzEV3odrbiDtTpQb9BD/ytlM+EDUWeQAnHQWtACsdBE/AKZ/qOWrpoegto7EBRyIA1kETbSRdwIO88BTySqlYB57WxkVW4YawdzQFzwVdLnjMIUTLjhgdKA2GGyq4Ha2FcD2jBQAk5bNoLGupqDxh3Bqq+27mnGnM18XKueXFkS49tiX4ySg4+/VbQnlLZ683wtpcS6oi3uFLDksTOSr0OPG+0IgTiUZarKIqjehUi5FYiMrYcjcv+8CFi7Asa20Iv4O2ik9RFeTU8cVWmb9zQpmCPLzBRoeKfbV6w6OB9SziYLUSlnzZtGmX6bj00W85eBmD9b4iLs/AskZFoZjp47mQ5j3KzUmRRohxnp2KsAZTmKJa6aQAwSRB6PyPnNVETPq4KsGh6aWeqO2PuKTT8qoCtZSlPVyFlqFGhzN5h6MasTG8puFVn7M5yJ+8dJ3zoI+vZxR7/1ZKqn3P7cevW6fvCH7ujHfvSOfvgHbugLn76qV29uaoX2+U262laB/GJyGxqZsaet6xI61ViHQ0elOU79PGlBc9QsVZrioMxyp4TnOHLzIhPUQGdgQntGua9xWNEkrGoK5tbX3HpqQwQmipQUQQAfzu/3Vs/QNbE4ylSY/zQZxPwHVFiMYEHRagWUI+GgtG0Hbl85deVOSvD887E6NlOvmqPYE3WqVjNOA/N5ixIlTeYGas1zVylgtBSgQTkaCsTCRMETTkcKLbWioBhI/90UdF4yZFwOuIyQkyUJGbHwZK2KA4F6+eB705t5o9OTEbc/pzr2X4p6eq7j/TEb10j7/vf0eaY6PDrRlGvR7G0BWcamkSlFyhSSqKMl1lJPBvIFGZOcFhDO8BxYcCmSjwZwKCaX5KdUpCnLpEACMAf9EFFZlqjD2JBNSRc0EHdc5hWjQxveTsnjvJKXsBsmwj4fjCxVJC3CUGXiNANqDp+zgkS9jkzvrYBGSYRkSJrkY1HAHGVQCnK++JQyyOv9oD+wlfmjZ3whbqosKILKRDzTriSj7WJzFCcugzqUfO6ThNHzOWzRn2bWaD5tNZ00Gp3NCibDVrNx5rSVQKvJMOkMB2T/8bGe7B1r7/6BHvK2vbd3Iv9/nfZwSh89PpJj/+BE48mcVgYZhsloV152BSKGUTFGTphrunF1Vy/euKKXb10D13X72o78BmVQmyp0L+Y5BrtRpA+RPkTmLkIXm36LTCrj21Ko60Nm/p0mxsqpj2cOUSmYEu1YgLCC0hJZpmxG02gvPCJaIEAdpOXnsBzkeQyqS3wKoCTa4+uF0imVeZAqNsSa8Y60PcDPzF1SRrxBfialCZgp0wZWtg6mUQftQPvNqvYb6BRMenoy7ujRqNLesNL9M9ObJ0lvnSbdH0oPRlmPx6ank6BD8k9yTw1IbCottwRtGyXsi4WOEu3O2ZRoV6YZfFVAJBNaIEmEhZwxJqZIWyvwHjRHRANw6rgIX6YefieMuVvwjDpEu74bMAVlPN1muYkKtLcok7z1lMU8R/fqVWmGPZzOs+auBDhQCkGGDsRoqqqM05BUY18q8E5aHAjmsMJWVtDoFMTYqqRRec1CM/MxapTRPX7Qf75ZEnUa/TH6k8G7+sQo5jKutBkqDqdqK/JFIJllhdBogKN+hWfXW9ev6IVbV8Gu7ty6ojsvXteVWzdwBLr6R197qL/95Qf6u1/Z09/5lUf6ztOhPvuDn9If/3d/XD/9p/81/Yd/+n+mP/WHf0w/9OmX1W1nqtukbqiww42enh1r7/Rcj8/GenI+Iz7T8WiuEfvKrEmaYhum86RxCpowxyOckhEn3DF0klRuQWc4O7Om1RT5USudI3eGo3IOhuic55nCa2Qii8rw0EWJydCH8xO+l7qVmZLsswKMSTLjZ8GyG4ZOsmlAkIw6GzZ6/ORMj3iyecqmf8TmP+ENFSkZhiw25xjrc1U2wcAkFqDkOp6pJKEsEDUo4FRBxmksszCVZyWvaYLwDKAqLCL54kHZMrIti62xVrmoEZpWaGKoaThfEsi3iBr98OSE8vpvzWMJldjg/NkmYRRm00b+C78TePgxLIaACLCgZFHZKfqZTGyhCZ4UuFXo9rvqrw40WAMbfa3yRNLj+rO30SW8ov56X8bG1dLW1nLJl6PpAgyKWD/EM6DtkfbyNfon2mxLqkKD9Iy3CImPwYPw05wU5Ew4IX+BMm7EMxUsEd34E06Nac7br8+Z/22B8flUo6FjpgmLfzJqeOOdg0YjVvSIm4YFiI8bDcE5cue8CS/yeV7HRMMh4Jra08/QiXPC/o+aTWZJE4zKhHEf+VMbcqPJjLKmOh+OdD6eYLAZZ/qdGfuW/rjhOR2OeXMf6ojnxMPjc269TvTmW4/0rW8/0De/dV/f/PZ9/da37umb37yn17+zp4d7R9yKTYqOnp3OdcZ7/fBsqhHG7Qwjd+Z/u4BnydFwqKaZM3bMAc5E4uYm42gIhyOji7mZqmLeNnhOcuN7G+fk9s2runXjqq5e2dbqSk+mrMy6CKwVGQrogFeUMBP3MNMiJM1MfBWYkmDOAU4BpSiXDUTv+JCoBTLU0VJISzjBToRToULPDPyzUImhVS41kRl9MBDRm0hhgQRDILORNg7kGiW1JLScZEfo1ZvcRP3Drz/QX/+1B/qZX9/TXy3/6+wD/bVfBb98X3/1lx/oZ37lgf7yrzzUf//LD/UXif/lX72vn/nVu/qrX3pTP/vle/oH33iir+9NdffpRHvYELcnhziXqIuSdZUD4NYlWaU5Y8ky1rzNKjRlsd8UsD+JfaeEG9KfQ/Bc7p8H5MFJW5SRqM/hdVJGqRPqdVzIvIO2ntZk+YGtbQ3bJ5GtoGVMW+xKshoNq/X0aKiHONL39g51f29f/o+W+Qba7fe0zjNq+XeRrgx4Dl3RNnR7tw/t84wKdoDHwRbhkkZ4+0pPi3APuYHWN1dVd2vJAjAJB65ljifYvHPW5mjSasgu7r/PUsLwhwWNznHeR9OZfGNn+MlrzIkpobxJrBn0IfD8vr7e0YsvXdcrr9zQiy9e0R2eN28Tv/HSLe3cualpb1VfevNIv/ydp/ql15/qy2+c6Cn25fbLd/TbfuiT+p0/+nH9+I9+TL/rhz+uj/EUWjUThdRgBZJms6meHh/r/v6JXmes3nxyIv9/rB4fntHuWZl3pgCdyNycGE5K1FhVcVQmjPcUXZ4j0LQtutCoZa3O26Rpm7nFByjOhIPPlA3AZfzmyifL6C0jVtpA8EP59f59b3XMZ2UJK5Qf/iXCV2atZIlJlo5Pxnrz7tOySbz27Ye6d/eJTo+HCr4QmplyO5blqbrcpKwMMotECh2p6iTKmWuM8X86nusxm99xE1CsoIDi+0mg3BqgWBmjmf2mJffQmS5LolKiIX7qXLzpCqNuIIBYkNyRYffPoISJG4sykC8G8wzqsWBXMQIbaxta3+BKcbCmyHNLRoZqlUWZgTJjUJJwTsgGNeKdXler62va3N5U+f2JHcrYXtHaZl/rOCobO2ta3RjQzyBvY2lrID91ZyDCfvtT4GPJmLalFuRZWHofZNE/0vJ3gZApoO8ChqyppjeAk4I5iCdODFOM0jmb9snxSEcsdsfx4bmOj87lzubxwUiOI55Fjtk0nPrm4Tg4HOngcKhDqOOI55IjjO0xvAscwjsA+5R/cDLhWW+io3NwBk5HOoT/9PAUeq5D6tynDSenY03YfRJGXKGWUzckZ+xYJ+djHZPX4Yb9zXtP9K3vPNC3XgevPcBJuaffeu2e3rj7GMM/wgAF8ncAJ74cxFCrYn4jljbmlvhchhMS0dGQpwpONUVmpk7VqCIc8kS1NerVUp8fXZ6/qjrIn7xqnsRCNNZCAygvSAw0c66CROQyMnXDkquA0QZ5GwqSPKvPrmVykBayaM9zxGU8ZqPNJqL0K4v9D1xQEX4HKLjIXKaEk8O8naZsAVRS0R0SvJGlRYE6HJUa5sMdlRZnwZ9qzpuo1/aG+rkv39d/94++o/8W/IVf+I7+wi+8of/+H7+hv/RP3tBf/sW3wD2clIc4L4/1M196BO7jsNzTXyLtv//Hb+pncWB+5duH+sab+3rtjcf6zpuP2KgPdcLt2DxFtcxCCh21OCiz1uS/DzRLggrHwRZooIA9Bn4qmLMBzcCcTWlW6HO+py3QLmUv6IXMIu6b8oz882X+QtnMZu/gXZQ/vyRXHCfalJJht8ICjHMK2C/0uuX25Jz194AN997DA/p8oDf9l7If7csdgt5KHydjQ7tXN3Tl2rp2r63pytU17UB3obtXV+GtaJfwlevrugqcXrm+pl3kr1z3dHB1HRu1rh62LsQoYx5FO+iChjgnx9wsH7E2j1iLhzyJHkAXGOoAW37oB4KTc5377+jRP4YeByWjF0mN2hIWoW4vaG01aHXNOLRFDmgdVas9RRx7W9/QrNvT4VzilUeHeAxnrTST1OEJdHVgWu3OtNabglb9Osl48jfWQaLOLBPnGR0NGx2ctwWHw7n8nwZoUqYUKSPL1KhBb+ccwKbqcMStNWX/mLP2m2y0VsApMEPW1EJJUvJSLq29SNwRSPEVscLP1LYAABAASURBVEr8w/j1vn3P9MtQhAUWTWbOCaAABFwBMsa08lnjpNmmpDFPIq7cT9nInnD62X98qlPe++cHp5qfDTUfjTQbnqjfyfq+z9/Uj/7Oj+tHften9cXf8Wldf/Wm7rJZ/d2v3NXf/I19/Q9fPdBvPjjXEzT3EON0hiKeDbNOh1EnXBWfFCriSaec2s8cnOBPONWf4OCcjBJyGZhOhqHgmPzHlHM+Tpq2roxRKTAl3GxsbK/rxu2run3nOleR13Xtyo7WuBWpLGOmE5tDq4jCBvosruxt6c1HS/K3Wn+37dYVG1dUlw2rQ5ndDuFOpR6ocWQC46k2S+wG0So2ulrlHTwHBQyXJSm0YjG6TFZmcSU3Hu+DhHH5rvCWU08KUXmJ1vPAb0vZkQVZ0aTA22yW/8b/kBOS324sMNcQR8D/JoH/OwtjjMAEo+C3KWNOO2PGesxYL9CUm5UxczCBP2GM/ZllgaQZ8TFzMppkTaamyQxMpTHxMYZ5RJ4Rec+p45xbmzN0YQidYImaRhicyMAADHpmPNwQuQEqw6mKU5Np5G0nzxBd8DKGoyntn8pvZhoMm5hrRpZxTfJ57MWkrbWerm6t6hpO5HX/Wze7Hh7A6+rqdlfXtnq6sTvQTU/bWZHL7PqtWFcKOCotutBy/ZxZAwEvIrgyBNqLIWvVMu5CEJhJzgfy8BJGkrcloE9WjtiNAie6SP6KlkZQnjOhi7CYPZABeeOSuvEWeYTcAonU5zDSSpXvolm2zJNoW4O3NGecWtCA1oISVDQ+U0BmwC0HGUY/80bfgnnua5p6Oh9H7R1k3TuW3jpudfck68FZ1t551uOh9GQExtJjB+Gn6MD+PBIPengm3Sff/f1WB6cAR/bw4EyOUxxdf8LLNDAnWkv9OdNL1vCCF+Q0lTjpLXGQkE0IJjatlJIW4UvU+Z7uZV2mzi94u6zbPNjUlZUIFHg+hrmkfReaaLvYHB3/b/b+A07T5KrvxX9Vz/OGzt2Tc9jZMLM5ayVtkoQC0YBBBJMkIYJwuDYZIdBqJZLA5vqPCb42ydiAiJIBSQiUw4bJs5Njh+mc+83v8zz1/57n7Z6dXQnMH/vez971/53+9Tl16lQ+VXWqqrvHYa/Cjp0himGLOXL75dayznNlqxXUZD1tNZkkrDlF1hRbR0rc1hbjWMX4hSjk8kgl1ppSsQAFhTXErEmgWMzlXaWiIi86MFMIgLakjGsLj67G/DHY3PuSoH4VYPPc5iW5yLsMe8DW6QuHwJwIs9WQMugZ4Mmnhd1xcamFVqyltleFW8qeAacBHJj1AxHzUCryDOWypnygzUldWbshMS8CY6d8zCNyt7qXqXfMTQpjHYrMskhBXhEOV+wd6VNlODSB+qQ4fy2c6GbUpXrUrQao+y41fFlNaA5kTVdWi1usDP3AmBgybJ8sKEvkvgYrKdPL9WNm8ZJsG4PpqJgB8sIv5i+DxHdGC73rIgPyNtdkLWVMokyuYyyuhE5J7ZZUxxuvTM2pMjmjpeERzY9cVndR+uqvflj//F9+s/7FD367vusHvl13PP6wzq0k+p1PntNvf3xE//GvLuqDn7+op09N6OT5aZ27MqfzXAmeG17UmStLhBcJz+rClSld5KRl9Dz8uSvTOj88C0x/Xpbm/BXTXSTNvC4Mz2lsakVLbIYt6tticiV4BV2DZQ1xuljPRrSBK9AN3Hj0FL1iNp6CtYprfuMjJkyB6VBihhdZsGMmuJhsab2G81VRs2Ko4ow1ZP+3S8qm2WajbLPxZjyfqO3kgJpOGfMvZeO2P7SUskEnbPpt6pWyQCWg0UxVZ4Ou/QPwpfTqLdLbogOqOdq80bZVbbVU4Zp2Dcs8o6yYI4JOM81km5JiBokFThGtxckJwXNS97KFQikbAGGTBRbdjJuZHFlBGQjcyoSM9Bl2YDQtKkvoxZR4br/EYuBdF71fUkA/TSPSRfRqUXHUWXwyTstSAZ0i5cbEe0CfZVKaBRySTBCWPUc6n9crY0MKpHBxJDE+nkU8hncEDUSRrg1JVPBt9ffG2r1jg265cYduvnG7bsJJ3n/TDu2/eSey7dewf9923cxV9c17t+vWm3brpr1btWGoh7pmCthHcEG2ggUnGRWLpN2SJYG+ZM6k1DClpil8hkq6ClLDBXlqFLMYFoA5HD6THI0z+DWaBpzX0JHDW5y7ngbS5AhylGNV6lALi/6BZpnydKt5uuvCJOEEKbX8KpzMVNWkLfgRsl/PDig5+tjZ2ISyMvXimPSpnvYoCb1yvhtIthdjIrL+MFA6LVQO8aF4kQ2bcqSo2IWJxXKURxSJJadI3iGDBhQpVp5/EYNo1OCwO4cNvhCRXC5fo74TJq1WdV9AkbsvkkcSctPrwK2G16jPww6dNQg+r2cmGVXo0LAaDtYJdEqg3wL1C9YuA22kE+RwVCI2Rmdh5Bnj2mw01KzXlXKr7Fh7vBJigjz5eObMixExzyI2a5/F2MkqjDcwP72loWwPFIIC65hYs23zD5lV2FFpr4z8zdFzzGFHOneNRvSltd0oY2NlgXxMWD8jnHUnJ2uHKNPR5mIkFSLqHHluOVo6cXFenzs2pWefu4oTuqAH7tumNz16g/7J6/bpyx/dqTtv3qSyWspqFWWsUSlP7g27XammWrRDKvtDDb620lbK+lnwRfIv0C9iBDIOkCl8Owf+Gl3r1eCtb2qxqgmedMeXWrq61NToYgsHuq3hhbauLCbQJJeNcSs8gWM8wa3vJAfrqbklLVRqPBVlEm3T/wYf/1Jt4xNPPOGomwHS+cKMFQLLqBm0QUgCdgzf0TA+k6dVno1APlKGYTK/0PQyA6tX6/n/RpvWm/JsgAkbeWhV1ddX0MC6WD0DUtdQrLTsOG3VNboircTSDE702EKiaYxqdrnJe3SVt9mKruJcTEwtaWJ6XlPTc5qagnItarJx3iInwcQqxqeXSbO0ikVNTC5qcmZJixhdgs35uCCsWW2u9RMmRqom7W1j7EGxc0zIIHH3GSmTp83OBWuwlGWySR3SDCcsUb1a09LCsuap0xz1meHteHJsWlNc1U6Nz2riKm/JE3OamVrQ/OyyFjD+WdowzTuzYWqcNoCZ8QVZeHpyQTPTi+S3rLmZZc2DNWr8GtZkRtdgccZ36FL+Q79ztHl2dhG+g5kZKH00MzOvWepsdJ7JuMwzSwPHKEkcTfS0McYZ8MBJLKKBRTRlEW3Taa3Uq5mAVdrgit/QTGLkMQtDpBqLCBchWuHmxGidcIvTU4tTc45WJLtJqdstSj2oAaosQPbMVKm2CGecIjPVeROvcVNTg+Y8Tl+Np8BaI8njqvB1nL+ExTVQv8AIMmwMXaDuGTSFJoxiitlmcjH1xqlkNVWpXFa5p1uFIo4QC2lwEnuWFDmaHINIIcJBcl4C3n42ykXcFrS4nWmpySLaJtsGtNZMkFEn+Cb90kpjbqVEP4CWIcAHZIF2G5CxAFdoW5U+4IZdDfoHX5FbJsn6q9706LsOcGzreAsNvAiTNywO1JA1SdeiP1vwLeKfpz4/abbQy2+uckrZjEWDOXYNDdHflMkYNHCa66DGzZbViwMzDm1K3RO12uiRdqHGrcey1/BSpMsrkUZWnGZJ08YpXLdpUJu3bdCmTUMa7OtWP88TPeWSSqwRBfq+VIxV5nmsWCoqjkvy2FXkI9mc807MNSc6XRkDEdgYbCzNWa/UWlrBLsw2qjjzNv41yqyuom5152amwQ1NA579XdVaEEuQqg0Hhc+pVsNiHA1hlaqjQx410lfrpIGv1KDkWYGvIjfK6+LzaShjBVQsDr0qsPgqfdqhTmb/Fca4YuMNqrxL1QzYbaXRUoVbvybzLsUhaKdObXvWDFLkY+CYi2luxxl9kuVOG/MTPnwJpJmw9w5M93oEDNzCweE9uIKkWMGoL2HeXRKHh0wl+r6olANChhOSU55IUpChm7oi7tIavFIcnXaW4qQ61tJYKfMwtXLYO1o4QstJppM8/f/p357Wb/z+EX3gLw5pnmeib/jaL9e7fuht+rF3fIt+/F9+m77uTa9SX5xq7uo4mNHs2KwunR7WoWdO6POfO6KDTz+nY4fO6tTRs2ry/LShr18D2NFAV0H9PA11F4K646C+rlhmd2VukuYXl3X89EV97tnj+vTBY/rEs8/p48+e1N88e0Z//cw5fRR85JmzOf+Jg+eJP6dPIPvUsxf0+aPndfrSuOYrCY64oz88a4gDetl+/P+bWuZYHKy+IQSJL+OdQwrW+IAhynt1TocoYffBlF2muOAUwXsM1WGkcebUjdcbERZXeSGrSq7KgNfVJpxKGLlYpDtlpEyQUrlHKelSjD4jN8eE9ApwbRYyQ5B57MpKEh6/xazBoSVZlzvZx1PPKCJ1ljHZ28qylgpsRI4JFkcZrU1QyxSoX4oOnAJtTa2IHF4ZJ5DApM7sNET9xG1R4FYgYYNusjkYkvy2oKgWG3irzYRNS7QBcJNgcQbboJtsKM1mxCbs2ZAcG1KA0v6GVwu0WfDaLHwJT1OGdiXT9UiqmRKTWTzX6Am6qfEGwm3iW2z4TZ5lWgYchTaLecLGk7JIpk1xEhGnFafA5uc5+RRYhGL60aWRLBzTPsfi1WJBS6JITfpjsdnSFAvM5PyKDBOLK5pYgF+oaJpTyPRiA3lVV3DKzly6qtP28yCXJ3WFBWd4dFYXmPRnz4/qEjdeo2Nzsh9iPXX6ss6cuaLz55BfmtDFi+M6fXZYJ05eAOd18tR52V/OPHrinI6fOK/nniN8HD7HGfTHZE5MRt3tRibY2FNno8ExboxuwAwC9W9nQSk3RHblfH5sUudHJzSMozaGE2d0eHJeIziIV3AgrwGn8QoO7iWczss4kmMzKxrlCXN0YkHDV+dzjCAfJt7aeeXqgi7SVtM1/srVRRkuQy+PLcAv6DLpLo8v6vLkii6OL+s8bxwdLOn8VQOyq8u6AC7yBvJiXCCN4SK6V3hXuTKypCsjy9dweXhJ10Dc8OiyDGs61+LQu8Lt5PClOY2cmwZTGj4/rosXJnTu0pTOMB5nL09Ax2X/s+yZS5M6dHZKf/DxE/o//+yz+uU//4x+9S8/pY8eO62eLZv1rd/5LfoXP/A9+v7vf4ve+PpX6/FHHtQDd9+mPdt5Qt04qL07N2v3zq3auH6Dent6uMnq11D/kLo4cvOSIdlYMW8zm2esF7aZn788qqcPHdeRE2f07NFTOkhZh49f0KHjZ3WIDevgkXPQ8zp0zGQXdPj4RR0+dgl6ZRXDpB3p4LkRHV3FsZOjOnZq7IU4fVXHcoyxuVkcOieNgmt0VWbhHKM6Dj1OupNnJ3Ty7KROnpnQqfNTOnNhWmcuT+sk/XaK297z2MWF0Rnsbhr5VR3Ehp8+8pwuXBnXwkpNtUbKuhPL+Vi2riaZWBeD7G/MNJKEG6tU9TWK95b/1eU0U4M1y9AM6K6iBW1JHL/W4NVmbrSymPwIX4LqAAAQAElEQVQinnZjtXCKGhwsaji5TWiTdarJbWcjKaoJ6qCBvIHD3UDeRL/FuLSiAvk6pcyvHIQbrNNpoZs8IzZ1yqQNjahb041YY6xLc6k0x7pTxfkb6i1oU3dbG8tV7RjM1B2W1Vic1ML4uKaHpzQzOq/xKzM6ceS8Pv23T+tjH/msPvqhj+uT2FqD579bd23TXdx83nXTTt1x407ddcte3bX/Bt120x7dvG+XdmzbIjpRV6dbml/JQKo51sAFyp9vSTNguuk0ZYCfQj6BczkNtTimjGZxSpuuoDZOWQY1m2ynjpVEL8uPf6m26tZbb/2Snc6+zIYdZP++uO7WHEsWcdvg5ZyTQ8nhnAgf2xlcWxyaWGrIicmEZ8BVnOR8JO8l8YbvlCpi83POK4YWCj3EO7U5YdQ5BgUciKBMAS89M0eGt5GM3dVBHemjzPEUI7uxBKZnSNFvIwRMowDStE6eNWVpQ96lIFOatOSZxHalGFgJvIsUxQX5OJZnwhkcb5gdFGRUURlalqIuOd4xg8oKnDzs9GFhgzzxyE3m0fG0ycddkhk6p5IkjdROnBJO2gmOTEY4IA84O0ExdY+VshiIhSGwMLCjSlnhGhy6jmtdQSPgcCz8ativhsVC4lRQB7FkzhULSABZ6uiHDiwc6EMFLxqV6+V8cNTDIXPyLDSBm4TgIxZNxoa+arJINtuJ2u2g1NoCWklQgwXWTrmLXKsuLNU0z83MIg7N8lJVVY6SVY7kizg109Ozmpqc5VZpSUs4OwvzyzIsLlRlvwZeXWmoXm/JTs+tVsjLySgjS6kD/ZLQb0nb8cLmlabK2yP6M6+7rC1Wd/Fx8g5Icg47pEfstLq0UudGbo6NYUxnL1zRuYsjunj5qi6yUVy8MqELw4ZJwh1cYNE0p8qeEy/m/ARO1iSYynGZU+IVNh6DOWIjo3MaHpmV8YYRNiaD8VfQzSmyK1fncFbmNMIt2hUwYo6RUQP8ME7PZW7hLuPM5YC/Ai4jN2doeGw+d5BG0b8eYzhPhjWZ8YarOFqGcW7x1jDBbeOM/bcVrMgLs1UZ5udqmsHhtD+iOJk7nxXZf5A4OVvRpYllHR9t6ZnhRE9dqerIWEUjy6m61q/T93zf2/WDP/gv9a/++ffo67/2K/SG1z2iN772Yb3y/jt1+/59unHXdu3dtk272UB6uVmpLC1rbn6WcU6YD2I8mZcMU8o4JaCNHbawzya2VedmoYZzbVji1mEJB3ypkmoZulhJtAhdYjNawnFfxEFfIG5+JeWqPpHReZ4HFgjP81wwD521G1qu/GcXm+qg9SLa5jmiBf4u2spP2AuUO0eeM4sNTc03cgd9gv4bx5EdM0cWXJ2raGqxJuvLceN5SpjjyWGx0tIic2K51lATRyNgq5nzHIacQnD0SapKta7p2QWNjk/lGIGOXJ2UwWQj48ZPEH4hhq9a2OLGiZvU8Bjh8WnymNHIxHSO0avThKdlvzU0yqFijFvfMejoxIwMY9AO5nQVucVd4Yb4ErY+hh1Mm80stZX3Of0+R39OgdnFlNvrhs6Z8ztVExfhakqs5FIhcurBIS1FLZXcCmvwMk9TVUVJW3EqFZnfMY6R5+DnWKsc4x8Yd88hsIs1tNdFKodEXUI/qaqQ1cmnxSqYsBe0WfUSFXh2KnA7HlGmwWNTPhN7BALKyMP0dcTa5l1BQY6dSByWxW4hwuo4WegGRcqctx0tToOL696vLS5k9vL58i/VpmzcuNHp76ldCIHJovxjvDEhOIa0wEgWQQzIwGUSTonBuYaca8ox3D5kGEYml3lFeO+OQReDHrP5R8jSZqrEkGAcrVQtm6gh5XRV5L2/K8f6dV1at6Fb6zf0AOj6Hm1a16stYPNgn7YM9WvT0GAuM/nGdd3auK6cY9P6kjZv6tLWzcjWd2nDQI/W9/dqsLtXm4fWq8Q/sdnZprjIRmq/vrrIptpBVYtstDlYYOw3S5bZPFdY7JY5hi/zPrrM7FuBrlTaWmHhXOE6umKoN1VtttXgOcJQqxPPHbEtODU2X0O90ebUZGip8+ttqRrtVPU2MiZsPU10DRlx9GUDWgc14qvA6PUwmf2pa8unwe5tJyv2eEZCaktKvFeKM2i4nrdwFkcypJFHxzFpA85BU0kDtJpKmw3QVFKHNloKtC8z0I6UNiXIUsKBzcTj9BQwrIjJbc9ikXcqFSLFLAwZzk3aIj3t84Qd9VKWyWB+hMkibCRiMYpIb7zHyXI4KLnDBg0pqbAfsYA5yvLoW1rHLUmOIHmyzPk1it2WeKqJOAUG8ktxdFJuxAxJ6nEcAafJJImUslAmIOVUmeIgdhArw3m8HoG4kMtK2DnAWQw5jDewAObhgoTjKJzIPA1zIaUdGTLL26ghsNRmIcYZpCziggoKikGkjDZmFibeaCccsXi+ECl6qYuV8YSSQW2TX0ObvjIk6FwD/ZyyUKdsACnlt0GTchLCicnhAzLnupT6HrWQNRizenCyfDOc1yL9mjZrKsZSueRJ0VKRdaC3HNQVtdl8amxCNcVsKJEdMtoN1oMEPbFOgMB4xU6ODUwG7FQgOK+UsUpw1tuMtyGwdmTc8AUOAzk4MGS+qAAy6mxtDrQ7sAFlLtI/GtQu+3sRMy4FZYxPujomgfINGekSyk6pQ4g5tHC7EKJuxqSsFJ0MRFFZnrY0uZnMQpp3QggZ620q5+gQSS3iKrwX1VkjX4waa8uXQr2ZcSubsrYk16HNM1brhWDe1pizNdaqOnO81mhohWfraq3J01NTVVvHgIU7aMn+jMTFC1PcZI7p0MHL+tznz+lTnz6pT3/mpD7zhTP6wlMX9KnPXdLTB8d06uSMZqdacom3VRZnQopwNmzdoGX0XYO2NqUswS4iFZlrxbSkYitWibEeLBe0eaBbWwa7tbG/rE3dPep2Xg47U6uikktUZpIX6avYZfJKcXZaKoamWPa1b0C6oV+6cRAKv7NL2hJLm8DmKNNG39Z6bHMdz0PrmJ7ritIGQ7c0WHaKyd+RPxUUk9tLme/Ry/ND416aDevr63PUzADpfAVMJwS+r6IjFZPGYVBB9gkugng0SRoMBJmqLrTllAAmGZPN+cB6E2E8EZMtUXuxqnSxInZhZTgkbSZGwmblXEaaBD0pjoK2bd2gG/bu0P6bdmn/Lbu1f/8e3XLAsDfn99+yUwdu2KZbb9iuAzfulv0Q463QA+jfejNxxOf05l06wFXgAa4CD9y0W3cc2Kc7br2Z68B92rdntxIm4MWzl3TuHLhwWWcvXtGZi8M6c2FYZ0GHjshk50xu4NR99tKw7Pr53KUxrsNXcXFM53miuDwyrSuj05yuJ2XXtxc5kV/kdH6Wk/rZCyP5id1O7ZZfh44iG9XFi1d1gTwuXoLnajunl0Z08dKoLplslb98ZUwjo5yORsY1PDKp4VGjExomPDIyQRz82Hjn1MRTxghvu6OcqEY5eY1x4lqjU/azPDNzmgLTs9DZeU3l1PhZTm5zsr+8O49sHt2FmXktwC/OLGhhak5zdgsyNat5bkQWZma1SNzK4qKatZpSc2iSVOaM2A/+NVj82oxzmiRK04TTcks5b2EcFrMe57AjmGzV7syxSbOgFOeFL4mNyrFAeUXyLpYn7LFDc2Kcc/KSLIcc5NGhyj8ueBlSnKc0yVhvArqePGJFriAPnGLKiOXZXIz3lOEUyWDleAtTnmPTEZu/IZAukC6QJoPaZmow3iA2rkAeIp2MXg/mjc0zXfs4OKfAd5Pn1HjQ+bJ445ycc5J3SlFKnZh5YJVeC6OaoSPPPI1ofxQpwOfhVbnxch5NEtNHon6OdgpkIICct7oKPdoRRB1xSlxcVMatY8oYtXGq22ymsh/ubDXUVYpBpHLJAa9y0avIRhCxEZujW69UZPaQSawWyp3njDqmtD5DJ9CiQFywspxTBgJ1s/pkOHeBvs6oS15HkxNOCae0JSON/c0hy+sFYD1KV5G51f76n6Ap9UssP2jwjr4lM+tf2iHg6G9fKCguleQLRYmbWdGfaeJoe6okyZgDKTYYFJGHrZWO3rC10HtPFpHysSDWNF6MLETKgs8R4Nfis+CUZh4YjVapoB1kWZDNpw7N4DPi0pxSjdWvsEohsAEwCLL508RZauJoNJqx2vZn4XHAMxz1NCsrDThhrls+xjPAwe6mD7b2FbRvKNLNm4rat6VfQz1lmZ2kOBRy5M+3QJ8EnlxCnXpwo9SNfM/W9dy87dZdt+7TnTzj3GR/S6W/R12xz1FwQXaTnqVtMqH13in2QQNdse68cYu+7rU36c1vuFXf8oa79A2P36avfOgGvf6+bfqyu7eCbXrtndv1+G079chte/SqW3frwf279BD8Q7ffqJt3btJAKZLPcLC4rWfBkKzT9PL8+Jdqsy5dusTUf1HtwovDLxQEs1aMIyjrOCwWvTrjEWNukidX51wnIyaRYwFp1RM2tnlNj01phuvGiZExXR0eVmVpXgUWplKUqGQ9xczv6y5q3WCv+vu61NdT4s26pB5oT08RWlRftxeXIRi702B3pIHuGBTUD+3Pw5H6ezwyr8GeWIO8e1pcb9mrr2zhLm0eGuR059TkhLLE7cn8cl3zSw3N80QxzzPAPE8U87wNzy3VueoF3KbM8Awxs7CiGZysWZytWdKt8XYtPrvY1mIliEsYroxbmpmva2ahAeqamqtyDVzVDFe8ls/0Qo2r8yqoIatpmqvhGXRmuAaenV3SzHWYnl3M/yjZ9MyipqbmuXKdlf0HduM4CeNcv45PzinHxGwnjmeACZ4QxscIj81ojGvZUZwm+xs1oyNTGuGp4iLO1MULV3XxwpgugIs4T4YL0AvnR2U4j/wCTtPw8LimKbdCe9vclphzGbjtsRuUhBNYi1NXC5q2EmEUiliYvHey33TJWIia7aYMKZtPbiBrtuG9XOTRM90O5IyazNDhWVOVsECk7Mgp9mdOjOWbZinydo7U4teAjoUtHaJ8bTG79eQdAUoV5qtAZJZmoory2KlngzO5SBjYfFDQCxEU2ACCHCr+eZAFWSljHuRAJwOYsvK6ZgEqEEhvIIEsF0NmuclZeRl8QAbVKpzR1ThZ/wEHAifPgGMf2NQyTnsZjQg+VXCp8nAuS3I+18ENyAyr8tR4YPkoTeXoW5c6kY081KBMCtRd9Jl1TeAAkpmC1ckWbqsD9TWnz8mh7NXC4ezq7lZUiBmXhCxSZE1uE+tK04R2iqYFNrNAzUUNpKTAmYV8E2sXKXKltcXEyqZwh63Ixwo+Ar4D4uQp10sMILIsh+gXGoEsvQbrm7V+CZQc6Ie/C3QG/Zj8/SAPy8/ysLIyWkJLldFHzmeKcMqigpPlldJXKRtpoC/tLyE32ITbzJes1VREXT1plLYko9YHjHegP52L5Wizp/055J//tyZzkZzxqzHOqIVzEKJvvPfiqwNZzoZMjr529LsHzqWEGR/aZbIcjK2nLp5651CogAAAEABJREFUmx1yySWaRZ0lR9M8fe8cDEA1T9lkPrW53S2EhnYMOD3ANcZrbt+gV98yqBu3ldQdNyk1UcY4ZtQ9wdZaPA83ee5qrlTVrqxIzarKcaKhvljrBksaGiyrr7ck7xg5+jENiURpgb7KqF9K/RKQUm6Jduzgtvy+mzbrgb3r9Yq96/TAnkHdu6NHd2/r0j3bunXv9h7dv7NHD+7q10N71ukVu9fpfui9N2zSXXs36YZNvRoqO25pUnauTJ4aW3lVSn05fvmXaqN6e3sddTNAVr8I8SXsOEdYFRtxzmKQuEw28ZQPHKwi1odIDiq8eceQOudlPPYKZYiTTJXlqhY4gc/wlro4N6cBjO6xVx3Qt/7T+8ED+savvVdvesM92rBlk5qupAre+QpY5hp9KYm0kMSgoKVQ0rIHXJFW0auqJEMNWlM55y1sWOFafQUPv+a61OCSrhH1qMl1a913q+a7VHFF1V2P6r7vGmq+XzXCOaJe+F5VfK+q6FXIo0bairO0XaqqG/TkaRvRoOqg4QdI06eKerSSdWuJq8uVrKRK6FKFE0YVeZV0Fq5y6jB+JfRoBd7iV4ivEH+Nmpy0Kzmot8W7XtWgVerUoZ361QQlr0rWowplV9JuKOVmXVpJy8+D+uRhTj4rVr8cq/EmA5VAmP6sUG6ddjejAbWifjXpiwayBnVs0hdN+tFog35tcp3dLPaoWepRI+5SC77uilrh5FtzJTWiLtVX0Yy71Sr0Iuu+JqtZnC+rngNd8m7keqa7iqLl2612sZv84SmnWYBSdqvQozYw2iRvyz9H3KuEfNK4R/YDfUlEWvJuOdIZtXDUQ/uQ53yXmlFJLa7ojTaxtQ7KyC2ug4aVTb6NvEzS5nXopg5l0napZfVCp00+7QIy0F4NJ0Ypqw1atLsdEW9lQtvoJ6BtOqDDl2kDOshT8u3ol9UmbGiR7n+MEvUHzJ8GsDa1uA1pxsioQ+K7ldD3CXFpTruUmpx6hSiSZw3wLA6OjcEgm/OuxMYcSa4g813KpW75KOqsDk65Y9Jo1GW/QttutxRQsk1T6KSSMna9JIqVRAXaV4LSThsTym+BZo4uNU1GXVqGVb5JvVovQJExLKmN7ItRRl5Wi7Y+H1fOZdaX15DHfwk5/XtNh3FMGIOEsenISmr5ImNRUij3KOruk4OmhZJwQ9QMsRL6KaUtKTSQrgPaixOSWF8wDqnlS/vavpt6MRZmGyqKxwvZ89oa2vR1m3nVoYVrcWthown1SdBJ0O3QInlSHrac5CgwttTLyr8OKXzqYhlNuC1sE04sDDLQ9p6xiNSET/IyGC/WyRZQ95AS2iyXqCduaEOprg3xivrjmsoFc05a2IWT5RNIb85FG0ctadWVtetyaUNeLcU+wTxSObXlXIo9YSjsOyEKbCvsQcrQ8ehECg6LRBSwNY9OCYerx7U1ELc0uArj+31bfVFb/VGiQfIf9C0NqaEh1yTcUj+0h7JLSlTyQbl/SbEKwQdQr9edBV9u8C/tBrHiSNc63uWsk4QhAOM6GsZJzpm8rcAAy2fyREY+ZpkqymUdhKwggxM0RGRFF2ROOLxKmwkOck2B6+B9eKtv/vqH9a++7w36l29/vb7/rW/QN3zD6zRTS/S3R0f0FwdH9N95z/zQsyP60LPD+iD0Tw+N6QNHJvUHx6f0h8em9CdHr+rPj3TwwcPj+vPDE2BSHzw8BZ3q0CNT+vMjJrf4Mf3ZkTH9+dFhfXp4WccXpNNLXucWDE7n5lexCCXu7ELQOajh/KJ0flV+biHT2flU55aCLlW8husFDddi4jP0U11cQZe403MNnZqt6exCCzR0ZqEJBfNNnZlvraLDn5pr6RR5nlxwOkk9jD5nPLiePkd9npuXOnB6YRj5nHRyzunUnO9g3uv0fASgtPM0+Z0FZ8jnDPkYTlPe6Wu8dJq2nloij5ySjj46A04tBuqW6ST9cpI+OGVYzHRqKdWpRUOik0ttneQ26eRiorPIz8wnOk3bDMafmUtod0o/pDqzkOr8ctB5+uoceRvOQJ9HpjPkezZHorOLLdK16eNWjrML8JR1jv5dQy4j33P05bn5TGdzpNCUNKnOU99Ly9KlZaeL0PO00cbzPG25sCRdoC7nlzIZzi0l1M/QhrYZ77bO064LJr+GNmkSXVg22tZF2p/zhI2/CL1gMup5AZy3dNThHDhLW8/Rl0bPw5+3sq0/DKv8BfgvAnEXqeMl0lwi/UXyukj9cwp/Cd7ihmnjlRWnK9DLtPUy7btigL9Cvhcrqc5V24A2VjNd4Abw8nKGfqZhxm54OdUl+vjyXF2TK201OGjYSuBsNwg2v7twQLqVtpnjAcjLR5EtFDgrqZrNplqthpj9Yl9Tas963KSw4Ms2p1RSndubJW7fpuqpxqtBV6tOo1XJ/vzAMHUcpq4j1H8EeoX2XjZQx8vU7Qp9eZm+XcMV7GSY9g+jM8y4Xg/7DY0c18nzMP1hdJT8DdfzFv6SYG6MGvI01HfZawxcrURaw0Tda6LmdHUl0yg2M0p/jrMuTFUjTdcjTRI3UZOmml7TTWStGL6gyVZRE82SJholwkXNJkXNJTEoAONXkUI5WMzltKB51t/r0ZGXkJe0kJafB4ePBbDIoWWRQ8wih40lsOy6teK7tex7VIl6tBL1QvtW0auq71UlR59WcPhXCn1aVq9m22WNVQvYDGue2cpiXSuMs90kxWrKpXUpawlzkTk3Kc6a2Bscu4bZgbKmFGqKfF0RDkUcp/JRbjGdH15l70jYixKfKYmAS5SFNmnMerBGh73h3HqcLsde5FyQx0lx3La4rC28C9k+FZwXO5ZS7NSQYXf25NiuVdSqrKi2vKyV5SUc6aqSNKMMiiD7TKJkT6906yX2+V9SHf+/JJf/GzLp6upywQWGvpO565D8e8iXFKcMByQwsMKY5DAEx6Ax+FKi3BBYjCKMwuNpO7z1gOFl3HAETt8eA/cYfMBhyRKPA+MVk0csqYgnvH6wqJv3Duj2ff26javAW2/eql17d+oLJy/rL58Z1Qefxpl4Gmr8szgVz07oT5+Z0geentR/e2ocXNUfPDWmDzw1CoyO6Q+fugo/Dh3P6QfQy/GFMWQj+sAXhpFf0R9+4ZI+fGZOn7/a0MGrNR26WtGRHFUdvVrVkbGaDhuIOzxWzeMPm3y8ItM7jO5R4o6zwpyaqesMjsiJqRUdGpnTs8MzOja+qOPg4JV5PcMqeXhsWZbmMKvu4THyWIXxhiNjK8RX9Swr87OU9wwwuha+xhP/zCqeHq3oGcNIhz5t8tV0B8k/T0Mbnh2todeB8c+O1imn3pGNIL8Oz8IfBM+MVPVUjpqehj5jeVP3p8n3GfDs1RV1UKH/APV/hvinqMtTwxU9Tb3y8gk/O7Kig9BDUMNB9HIMr9A3y/TXSgfEP4vM9A0HCZveIdM3nh3qGYtnx3pmFQehB5Gb/jUg68Qvkf+Sns3jKcfo8JKeubIsi8/Loq5GD16hjqQ7SHyep/FWJtTinzU92pDHreZzkJ0s18/poox/lvTPMt7P4gV0wsu07UXIy1/RM5T5DPmv4elVPq+v8ZTzDPnloIxnrsOzxB+iLw6vgbxy/vKKDoNDhA0HKesQnokhl1vcKg6i8wzteop2PUXeT40s6Onheeq7oINXFsGyDpH+MO05dGlO58YXNM8TX+qcnI+YxbECu06WbziEnZPHC4mIi1gXiFStXpNd+XsnWzjkbLUJYvEPxrG+SLVm0PD0sk6xex9jTh3FZo9ib0cY96OMwRHaeoS+OAo9TH8coa5HVukhvIdDxBkO5/ErOjJc1RH7LaMrFR2lfX8fjqBjMB2ja7Dw348V8jZUdIz+O469H2fuHaO8Q5cW9ez5WR0dWdTJ8WWdGFuiPgs6TB8eubKg46NLOnF1mXTLOsL4HaOtx6+1uaKjtOmYxTPHjrJuHIceW8Vx+ugakJ0wIDvBupTz18IrOpHLjVZYi6rXcGK8qucME9DJqk7mqHUosk64qlPIT01VddowXdOp6bpOG52q6aRhoqLnJleU1482HqVdBy8v6iLP1Vm5W5u2bdGuXdu0e9dWbduxWQMb18uXihhCLI/dOMXYA0GXKbg2u0oHSQg8D+JioJPidCXsKU0c4gZPkU2edZtQ+z+ZWtBmK+X5OKjVDmrAV7HPKs9n9gsX9UZLjWY7j0uzSIHyzFYzo6CdYXv1hiorFS0vLqmytKRqpao2zjK1EtHUCVt1js0r+IZvOJO/3OBfqg0qlUpO/GPs8yo6vuOvyCEIoJUG1ZNUNQbe0E4dgxaL2115Enrv5aNIUYyhQYUXm7qiFjmVzeBJz3BynpltaQqjXlpqKEu9YlfA1XHQVMWopSitKTSWcLDrMm+6kQVdnpnXRdJdApdnG7o019TlubaucPK+Mpfqymxbl6ebusSEuQDO4yBcyNHQhZmGzhF3djrRmelMZ6fbOofsPLiIzkXTpz5nmXwXyHeYU+FIpa2R5RZoanS5AZrwLY1x8s2x0splYysNZB1cRX+immiqlmqCE+h4pcVpqaVx3lJHlqrUcVmXZpd1Zb6qkcWmRpZaukp+V5cTjXHiG4WOrqQaXUk0yklwDGrIddAdI/8x6Cj0euRyZFeB8VfRGcvr11JO4ceoi/FjK02NghFkI6v0CunWMEx9Rq6hlbd5hPi8PKsjtxWjOZoaoQ3DS1ADfTQCRg2M6xiyUeoxAs31uM24wvgPc1twhZuiK4RHyMcwTD5GDcYPLzToo7ouz9dzemUBCoavgXhuna6Q7jL5XAFGX4xh8r8CLl8DdkPelxehnOguG8jzooGyLrCIXuBW4CKO5aV5dNA1epG4Dhq6mMc3dXEWcAN0CXu8iM2Y/BJ6l4g3XJyty+gFqMUZvYDdXo+LhK+BMq3s86Q/Tz2uYb6m88gs7hzyczOEwTlu4Nb484Q7qMv0rIzz5G00R553gzhAfc6arYMzpDv7IpxjLpybZr5MNZknDZ2dqerMTEWnwGl0TzNnzgDL/xL1GVmoaZEb0BYLRYYzIjYW79sqlYKK5VhyIV8XmMiKmeXecWJNs9wZSdke0pCi4+RJ61g/JI/Uq4l4zNpNfc8x1mcZj7OEz1mYtl+g7IvQ83NV2lWjr2u6iOw8sguMw3n0z+ftbtJ/hga0g3PI12A6X4w6unWdpaz/X9CpW10dWoN2cIY+PMWmfeLqok6OLeJ0LekM4bNTFZ2Gnppazvv3FIeZU7bJT9V1crKu5yYMNZyKCvyKTk4sIV+EX+SwswRWdBSH4yiOy1GckMPwR3B+chA2mTkxx+GPc1g4tgqTH4E/gqOzBjssrfFHcIaO4AiaA7jm5B3EATyIA3gQx/RZYPQZ6DM4XIaD0INcxR3EGXl2ZF5HJxZ1cnqJsalqmPGbrwf1Dq3X7n17dMPNN2jfLXt14817tG3rZpWLsbyTGHg5eXGZpuVqQwuVhmZX6ppmnlQpAy0AABAASURBVM4yZxdYO5bAMuviAmvLHGvNQrWlheWm5lgLZpHPsHbPLtW1sFDR4sKK7M8VzM0va8Z+VnCxphnSTJvNLtfUaiTi4kUe59hReMB2WxS+wg1frZ2oDbUf7g+ttmJu/WPss1NNvjvvgo9hqPfL8Mu/VNs0ZhXzjmXFGDEkyg1HGE6SSRU80bnlqmYWVzS7VCHc5uqL5tgtSFxUAYckjiP8Ei9XEPDKIo9+RfbHnuyPF50+O6HzFyY0iRE3ucJFASOJVHBeRXNwKEtZTLlFpdy0NNJIWSlSy0uZk/CTcprAG6hWXs9IspQKhLIcUoaMtQ6v13G/E3VAOXk6J2UsjBaf5bxkcoMtuC3iDE3imuTTghos3oBvRr6kIc7CrMCKSl6O9/M2PWi/Emw0KzhxWaSVdlsVPHHLy9Imq+kszvJdQxu58aZnfK6HLE9DHaysNbRXw3kb0MnbazL4XN9TPwPhtXwsjcH6k5vkvF+NtzKtPIPpWp5G12D5rfWT8VbvNVh+lq5FOWvU0uV61Meo5d8K4kVXvCJ30LQwsDSGtfTGGywPowaLsz6xPIw2SGc0Hx/KyPOH5mHq0TAQzil8HTQI1wE36aoRXoPF/Y9g5V2POp2dg3qw/vJyLeV5rIZrxFvZFpfLKS/nV+Ov52vXyYxfq5fxVeKuR8XCDA5+sNZQp4OtPM4B4vVAFco2ej3WZFXijP9S1GSWZ4P8G+jleVLeCuBlRTmQW/q8bujZGKbeKcXm5RIVCi31dAcVSzQ4S/BRgrJ2KpcJOHkfKTC3CObUDiHmwDAsElftYi1JgoSvL/z0TplSTq0eBusPK9/ql1P0rV+svUatfqbDq5B4HVKFzK+BvCyP61FBtgZeXGTgpUbXgxc0/Y+Q9w914aVNvCyJFxwZb+2w8EytrSkOB7MYDi88uY7JObfxLCLxCpfLOHtpDQuJZP+h3hyGP9fKxJks1+VMltMZJsc0E3CGSTzNJJhmoswAfGfhRwv/OafGzzBh8D01aRQd081B2GT4RXoBMMRxAx3JZbG4ENIYHTxqoIOvYDDDUIvjUoXDmTSJ0U+xWcxlGW0PMjun2iqUyurt71V3f4+6B/rVN9in3u6iCsrkcVRdCHKMfxPDm8XxtF8imMTZnOSgMM2hxv7OyvR0VTOzVU3PrsjizXGZxRmdwemcRGfSHBWcmcXFqpZwUFaglUpdi9WmpnFc5jBu+4vkyxy62hi55/DLNqVY2GdI1OIJqMYtjO1ZUeSQSw6HOpanjvCSHPZpNipkepl+2DJemi3baL8vFjp1w1446bBmMBDBea7YgiqNphaWVjQH5pcrWqk18zfBqFhWVCjJc3PizUGJGT6ebMSCFRh4+0G4yelZTU7Pa3puWTPzK7nTMoujs8INQ5sJljLBmhh+nVleY1ZXMLhlbhua1XruZa8fjLUBbBwsQAtaD10/AB2Itb4/1sb+KMf6Aa91OSJoJAuvH3Ba3x9ApnX90vqBSOv6vAZ7HDTSBtJbeKjXZJEGoUO90lCvy/mBPqcBeEM/aQwD6Bg1DFH2hnXUCwxRdl93pq5SS8W4rlKhoa5iWz1dmXq7xKSU+rtBj9QHNfSv8avxptcDv4a1sFHD9fI+9K6hLPUWpZ5SB8b3wfeaHNhv9K3F9azq9RLfR1w/MF2DpVuTW5pu4vJ0RikvLx++G/4FIK8uk18HS2/6eb1pb86vUktrYUP3mgxq8q7VvI1afA/yXmDU0Gt9ZkDWt0aNB6Zn5Rmsfy28Ri0vk1t5OUhr1PL8YgT19jyPtXjTz7GWFtqLvfT10e/Qa3HIe1aR15e4PtAP+rCpNfTD92OPA2Co32vwGhy804DFk8+1dsLn+UE7stCxpdXwWlxuV6sy07Pw/wgD3dIX6WD7faAX2+/LQTu7HY5IpGLBy/HPs0YUIq/uUgwKih0LSciE7yLZoo+TkuCgi01I8hJpHLAfkBWLjfHe8T1I7G2KUYmcZIidVAQlZGXAPS+HmSALm9ziC5HEYTxPF0eSIYJeD5NdD4uzcE5j0hhW07CU6RoKq3EW/3cgiqXoxXEvSkfzZB/vJU85Hn1LswYLG9bCsaW/DoVVPipJUVGy+AhZxCHIeENkYYsDxvvVMoyKOEfYDo8ePoeFDdTH9l5B8+Hx1NR4kMsJ29Bl0DUE4ngpYXtH176c8uHNjBpMBhheTCDLkQWHvmPfSAm3JJ5yAo6BjSG+igI39O12Wy1spc0zTZJ6DsGOcFCDW49mLs/UecLp0DYV4iJPDU5uXO6Tt0gTyD/LqT3dtKlUC0c+oRHBGgilcJntmQ0mPBUZMgVl2K3zNEB8sEcxcIjQNVkOckNRNRRefl8M8UuzUfV6PXDl5ayCzjEQzKKUUArNAI6xGu1MbRabFoaUMGquUFRgtiRYccLAZ1ng5iNRyNqgqTSp85TTVHAp9pfJTlrNNGiF25jJ2QUNT0xrdHxWI7x1Xzg5odPPXtTpQ+d16vA5nTr0nC6dPKV79+/TV7zmRn3NG27S17zxZv2TN94CjN5MGNkb9ulrVvFVX7ZPHdygr/wy8PobCO/VV79un776tei+lnxei+x1e/Tlj+8Ce/TGR/bpDa/co694eK++6tEb9FWP3KAvf2Sv3vTIHr3p4d1gl9748A6wExi/S69/1S699pU7wS697tV79dpX3aTHH7pJjzy4Tw8/eIMevn+3Hrprm15193a9+p4deuS+bXrsgW16/EHDdj32IHjAsE2P3r8K4h9F7xHCpv8w9MWwONMxGG94lHQ5tbT3bdUj93bw6Cp9BNnD92/Vw1DjLd7iHrtnqwyP3r1Vj961VY9AH4a+GvoqA/GvBA+BV4BXInsIGF2DhfN45A9RnsF0DSZ/JbJXgVffu43yt+nV1HUND9MXrzZcJ7O4hwlbnNFHXkE6dB6GGv8o9LFXbNfjr9ihx8DjxhP/qIF0jwDrz8cIP46u4TXX6Ha9Fv3XAJM/+kr6/aFtegw8+iXwyENb9epXbNXDUMMjr1zjt8n0rT6PkO4R8nnsVdv12CsNxBE2uel0yqB/kRn/+Ku26fGHt+u14HWP7tSXPbpLr39sl950Dbv15Y/u1hsf2aU3PLxLX/bwTuxrh15D3o9Tl9dQntX9NbTpMcKPX4fXUr/XvmqrXgd9nVHwZauwsMWt6XwRRc9krzFKe19Lvq81Sr1f+9AO7HynXvfQThn/+EPb9bpX7WY8d2vnpn4VWAdiFvKeYre64i6lzVQN3u4X5uZkfytnanxCU5OTmp+d5+qcIz/LO0lY8MWpWawaHkAR2mm6jNewdaisnYNd2j3Qpb0DZd1A+JaNPbptS79u3Qq29enA1l7tBwd29OvuG9bpzr3rddcNG3QHuG3fBt1uuGGjbl/DXvi9G/L426G3E74N3GHx0NugOeDvMOzbpDtv3Ky7btoM3fL346YtuuPmVdyC7n4AvcsoyCnhO1Zx56rsLsIWt0bvNvmBLbr7wNYc90Bz3LpV94C7wV3E33UrOvAWd++BTbrHgGxN507S3XnbVt0BbkfvDmCyu0y+f6vuOrBNd+zfptvh77hlq24Htxlow62ruI12r+EA/IF9m7X/hk26ZS/YA+ijm/ds0L5dG3TDzo26Yccm7dq0QQOlLhUyqSjgAJu9Zz8J5pww9mwdOAFBbBnybDhKEmU4HlmjwZm2jePpVS7EIFIJT7UICniqTqmkQBqPz+AUAiHylPNICfPdgmsw7VRUwARGSS0sLcBn8G02tDpPOJ3/B6mpJgfwQF1CmkpUzva+BP1UUi6iQIeNUnAKknJWDkS97L78S7VFlQpXGCmjYN2Om2+OiTkeKYOV+YJSXOYQvBxuuPNFOVz2GGOMi73yUY+cL2N4XJjxLJOmjkF1wpfh9sUpWB4Mtgocr7ltSXDn7eptcm5JVyfnNTo6o9OnhvXUF47pqc8d1uGnj+jIM8/q/JmT+so3Pq5/9f3fqR/9N2/Xj//gd4O36SegP/FDb9M7f+jteuePfI9+AvzkD3+vfvpHvw+8A/wL/fSP/Qv91I9+v37qx75X7/qxt0HR/5G36cf/zdv0rh9+ex7+qR9/m979Y9+tJ3/i+/S+n/w+vefH364nkD35E98N/zbwVmD07bn8CeSGd//4d+vd70T2k5T5499DPd6iH/nX36Yf/dffrp/8kbdSNvE/+ja9+0e/m7zfriff+b3kfx3y8PfovdD3/uT3EAfI730/+d3I3qaf+cm3IYO+67v1MwbkP/MCvF0/85Nv13vBk+C9xD0J3ovu+97VSfskeRje88636j0/8Rbq8Bbyfqve907ikb0PvPfH36Kf+TEA/3Ok+7mffpsMP/tT6BB+30+9Ve8FRg0/86636n3gveB9P/lW6rCKd71FFt+B8W8h3VvQfZsszc+S189a3d753dThbbJ6PUk9clDP9xqf0+8mDh3aYu150vStfe/8Hur/PXoPffUe+vw972Ks3vW9egL+CfrwCfruCfTW6JPoWZ8/SbzhvdD3mizH2/U+6PvI833k/+RaWS+g1JE6P0kb30PfPEndOngrfU4c4ffSnvdC30fZeVnk92TOfzd9TDssb/BebOa9azZl8T/xPYyH4e16D+H3EDZ7eg829QR2arDwu+HfndvQ23IbfJK8nqSf3keZebnU7b3gfTneoid/4juxUQB9949/p9bw06v8Ez/+XfTfWygT/CR4J1ij8E/CP2nU2ks5T/7EW8nzbZ3xoOz3UM576KMnmCPveec79I63f5Necd8+DXKDaDcpBQ4r3hW1wvPvJ//mb/Xxv/gL/TX46Ic/rM9+5jN67sRzmpqaUq1aU52b0SpOTJO3/sCi7zi+ODagGLpxsFv2f6q89r6b9cZ79+oN9+zUVz20R9/6htv1fd/4Cv3ANz+od3zT/fq+N9+td3zz3fpX3/6g3vmON+iJf/0Ves8Pfo2e/MF/oid/6Gv15A9/vd77o1+X432r9MkfIQws/L4f/XoZffJHvl5P/sg/1Xt/GEDf96PQH/sG/cyPv1k/985v0c+/69v08+/+jlV8J3QN37XKE/fT36Gfe/d3XofvyON+7onv0M+9B+T0O/Xz7+ngF57o0DwM/3PgZ0n/8+8hzye+S7+wSvPwe95Cug5M/n703k993v/u79IvPvEW/eK736r3P/FW6FvAd8nkv0AeP3c93vNW/Ty6P//E2/QL6P888/wX3v02dN+qX0D+fnTfTx069fp2dL+deftteh9tf++7/hn8t+Z4309+q973k9+iJ9/5zXrPj71Z76a/nqAfn/ixb2SN/Wf6ge/9p7r/7htxVCP2cCljL2niBLSA+PgoYq/wirxT0qxpdmJcy7NzWpyc0jJw7UQbB4e0a9tW7dqxTdu3b9HGDUPc1pVVwHHFV1EE9d7L+0jO4KBAPsb/iDt7jfPKnJOgAZ1AfDAecD5WEy/JXgSWVmpaBCs8BbVwkmLiPbA0Kfm1QEL6zDm9LKI+AAAQAElEQVT2PbLDVhWyQJCW6WX58S/VVm3cuDELfKx+Noj2g7BVvMxG5nmf8zgckRQKirhjLJW6VeTE5KOiWtzUtZpe7VZBjYYX64/qzRjnpMyS063U93D9VlC1HamVFJSEIsZTIj5GX6rxUFltQHnktz/NzAFMTa79qs2KVlbmVCyk6u+L1FVoqxw11RW1VI4NhOO2uuIUCJlTd9Grp1hQN05Qd1xQTyFSuRB4JkpUKpK2mKrX/rAbTzGbNkXatDHT+qFMmzdI2zYEbR5qa+u6RNsMG1Jt2xi0FbnFbdtoOtLWjU47txa0Z1tJu7eXtAt+25Yol2/d5LSdfHdtjrV3a6x9OQq6cVvxGvahv2+byUq6aUdJN28v6ybyuXlHWYZbdnbp5hfBZDl2EbeGnd3odevGHV3aB79vd7du3N2jG/f05rhpN3RXj27e3aebdvfnMP6WPX3av7c/x603DOgAuJl0+8GBvX06sA/c0Ktb9vTk2E9+B/b26oDFr+JWaA50DqyB8vfv6kavW/spdz/8fup6i4H23AL2A2ub8UYNa3yHlukTYH1Cf9wEvXF7UWvYRz/eAPZsL9D/xRx76bu927tkyPuBvrghD5eJL4GO3h7S7d0e64ZthoJu3EK+W7p049YS42QoQgsdoLsP3Mj4GPZRxr68HiXlY2lhxv+m7T2MXS9purWPvPZt7Sbcoxu3E4Zfk90Av3dLSXs2FbVrY6ydGyLtWOe1fchp22DQ9kFpK/yWdU5b13vtWB9xGi1qz+ay9q7mu29bjyz/G7Z20YYu2tutG+ifvTm6tJv8X4xd18l2bS2+QOf6OEu3i7J2b+nWHuq6Z0tZe+mXvfTR7i2R9mzx2rPVa/fWiM0jxu67tHVTWfbsVbDjsstUZyFosMgreFUXFjU/Oa6J0RFNjIxoZmpaC4sLajXtZtWxlmRK2Iwy3vidgpwEMrHCqK9EGRsHtXcddeiXbuhLddNApju3xHpgd5ce3F0GRT2ws6B7t0W6f3dJjx5Yp9fcsUWP3b5Rj96xXo/cvk4P3z6oVx8Y1KtuGdArDfsH9CoLr2EtTNyrbunXQ+CVt/Tpof39eiVxlvbh29br4Ts26KE7BvXQnYN6xZ0DOR68c0gPEn4wp+v0wJ3r9ODtA3ogR7/uv2NA993ep/vBfbf3woPbDMhu6yMMzeOM79W9xN17W4/uubUH/jp6AP5At+7Zb+jRfbf0gn5A/vD339Kt+/d36cFbwM3d0B49cHOP7ifOdO890Kt7bwX7e3XfgX49SNse2t+nB2/t1gO3dVHfbj1Iua8w3N5DO3v1yjv6czxy35AeBY/dt16P379Br3lwEzeQ4KHNej23a2969W59xaM36Sse36c3vXavvvwNt+jLXnuHduwcYN0Xo6r8k4agBEmGjdiVmSfG847XWFzS8Jnzunz6nM4/d0YXz5zT4sy8oiDW7ALrfgyNVSoVcU5s20yV8hSThVQZ6Q2BvFM2K1wGheCUkTaFplhS52BNaeZwECYp8ejIsw+l7FFtVRst1RuJWjwnZZkjxpFPpBZvVy2c7SbvYXX2v0SdD7mRk8PCo9DV1UVpHfnL6bv19EuyPTMzMyFgHhlDYM8w89WqrnItO4rRzCxVxdqiiCvcEjcmcWwOhrSM5zm3uKIZMI3OyMyKzl5d0KmrSzo1Wctx1n5bZrGt87N1nZmqELesM+MroKKzE1UogJ6frunCdENnRpd0/NKMzvLsM0qaD370M/rzD39aH/zLT+nP/+KT4BP6s//+Cf2p4UOf1J988FM5/ujPP6Hf+f2/1G//tw/qd36vg9/6vT/Vb/+XP9Zv/94f6Td/7wP67d//M/3xBz+mpw8eV6W6pBLOS6wara5inCtcL1ZUdB2UVFVJNZVdXaUcjdxBKvumyr6hIrJiqKmoOuGmunGWyr6lOKsqSldUEHHkVfAVlaCxM9kK7/MrxK1cowWTo9OhlOmrKkZV8qyqFEgbqFdY5cm7tMoXtZLnUyTvwmoaS1eCLxsiq1dNpbiuUpH6FmqKydf7Fdpaoc0roNKph6vKuwrrR0U+M/mKLP8Scssvp8SXVVEO5GVQUlVl6pjLqE8XbSmbHmV0GSXcRZouLdOWpbxN3b6mLmDUsMav0e6oph5wjfq6uinL4g2Wf4k6lijPyi2pqi7iLS/TM1om/y7q1s34dNNf3dSxmzp0aFXdyMrEl4kvZw11hTqodSCjplPL9fI8Mvh0FYxBd1ZXd9ZEv0m7GioRNnRBu/L8muoOjRx52GSmnzbUldZfCPTKtLGMPXUZT12sTiX4ksh7FWXkJVDMUVWRNhSof0x9DUXfpn/bKr2Iln2iUpSo7BIVyLMIjFr+RtfCBdWJryleyxNapI+66bsuxrAMLYFCVpG3+pYyDfSVNNDfo56eLrnIq5kmSkC7Xldab6hRqyqzH5bFA/GKcEJ8jjgqqsghIuJE7ZzJJC/JSUobdblWXaWkrW6eijneqIe2ltNFlVoziusTYFJF+O5sTl3tOZWoXwF7K4Rl7HGJdAsqJ/PwC+qOV3L0QA1r4e54Gfnz6M3jq9heJUdXXFGhsKwIWsaODV1QQzf0hSAfGVawxQp2sUJ/r6jkllVCXtIS9EWwuhJv+ZWhll+uG5YYW5CBNR5aCIsqmN1bX2CDJdLnsjCvAojDguK1NNkiNmn6S+RldViiLxbVnS6pSyvUz/pokX5aVjd5d1G/Lup5jbol0ndQJr5MWUa7rJ7oWV27sLuSmjJ7ceh4+qRQaCkwBxhG2XgGY5yTIxQIZDyhpK22fDtTMYnlmk5pMwNBmIlij0OCXcQeWwmZ5II8EM5NhmMScmS5TYmPD5E8+a5BeCiBggyOdC7XEeVnKsSx4sgp8l7OOVQDdRUfRxiZPA4QcherpYISDuFpuUetuKiMGx+KkUM7psoF55Is+/87KHTH/3NfN9xwg2eMFBiMlgtaarQ1sVjX2ExNs4tN2Q8ZeRwU78vK0pgNvqnJ6TkNT07o0tS4To+P65mLI/rYcyP64LFR/cmRUf3RoQn94TPj+sDTV/VHz47rTw6O6M+Q/+khdI5M6ENHZsCcPnRoRh88OKO/gP7V4Tl99OiKPnq4pg99clq/+J8P6Z0/9zH91Ps/rp/+xU/meDf0CcMvfUI//Ut/Cz6md/+7j+kXfv3T+oXf+JTe/x8/rl/8jU/q3/7Hp/Vv/9NR8jiuf/ubJ/SL/9dh/bv//Fl94C+e0qWROQUMPI4Kimmz59bGhUTOJkZGv6eSy4IcBu9BBO/ToChDnqSK4H2ayrVboC3jC1mmmEXVZS15NgRdB+fRXYOD51yhVTioQ9e5ttZkeVo2l5wSn1PTgTd9D40IR0YD5V+HiDpEbIgxcQ4a2BhFvCM/b3WIEoVVZFYmjpqIE5tXSOoyiDQuaVBsnSrVZW1SaEm0TWlTBgc1uUtbebyj3BdD9KvBGW03JAP56u8CeSkHZSSAMvIwvANRu65Cu6qYK+KYjSxuVuXZCFVZUVheUsZJPVucV7o4B2aVLMyqvTCt9vyMEpAuzChDprlFaX6hgzmjFjYsKCAPyMLsosIsYXQzw/yytFCRFqvS0gpYAqRZMiwpLC4qW5gn/Tx6ixKnRC2Rdw7C1E8rpFtDhbyWqffiMmmXqPui0kWwsKB0bl4JZadW7sJiHh+WlhQoK5BvQM8gZIaMul2PsECeC+RtlDgLi+eXvxu0aRmsUKc1LC8rMyxBV5YVVhblasRT76xeU8ZYthiDZrupjFNym3Gr1itKGSe+KTDmns3AsykEVvckS5UauDlpJ5nazKOUOROw+gjEIGIOxgoKzDei5EjoTe4Cm0sGEhz4lFvRoAK2LOxV2IAa1KtV69in2sy/lpxrUl5NbRzMZA3YdWLAaezQuhLjsf0E56+NY9bCCWsnFWUt8mwC5rjazE1ufai0xG2R2GhlN0bAtVLmSQApmy+gXZ5N2LcyRVDHCd3TXuO98SBKArodMBUVJQ4EIGD0i2F5MOWZe9kqEqiButH3SloS9XQ4d44d3wOHwxgxDjFUBuJEfZ8HeVHHPNy5vpaMUj8H6DzyNB3aSDpHOxgiyi0wNl3yvhdns5f+LophU7EYq8xA2piJTxx54jy6EZS1FlfNpyX5rBuHekA+lBSzr0Q4BZFiOUXKWFszxh8rIMugDJsRnwiHNvIeTnLOyed5SwWX4aQliqlYzJoXu1T4IuSdUc9EgfHKmnUZ0lZDGX3gcHa8C4ok4MjPK7AXNILXZKWpiZWWpiptzdZaSjxKTjISO5cWLLGYK4hfbl/Wxpdsm1KxO/soBBeJOaQGhtLCRDKeS6Jyn4rdffJ4lsEXiPeqMEkbTIgWK0kjc1rCoOfaqWYx5Bkwy0SdYxO38CJy+4uC9lciK0z0JeIXmBg5mMh5GNkSshr5VOxX62qplqst5f8nznJDi2DhRVgibHLTmVluyjC/gm4FEF7E0JYwtMVqW0uW10Jbk+MNzU0uaXlyXtXxKTV5/6zhYDUmJ9WYnMlRn5pRHb6WY1bVKcO0aug2uFVqsYG1QWNmDr0p0kyrNT2jFuEW76r1aXSnZ1UDdWQvwOysGug05ubUMMDXr4PJm4QNbW6x2mxWOUXWBi0Dsib1sHzq5Gfl1KizoT41p8b0vOrTUDa5JhtgmxuxjDd/z3jYpIyxQs/EN1TZVJe4hp8bG9fM6KhmuJafGxnT3Mio5q6MaPbysOZGCV+HBeIXh8eUA72F4VHND49onrQLFgaLyBZHhrUEXSJuibgl0i2R7kvjKrpjXxqWjjyXx65q5eq4KmNjWqaui3n9Lmvq/HmNnwGnzmr4xHO6cuyELh/t4Ap0GFw5dlzD4ApxV46jc/ykruQ4hf5JXYa/fMxkhI9fj9PkeVYjJ85q9LnzugomTp3XGFfTY8+d0tWTpzUGRp47iV4HIydPaezU6Ryj8GsYoW7XcPyERp47oeHnntPIyZMaPXVKV0lz9dQZXT19lvac0djp0xojvJbXC/g87lQefxX+6ukzebqrpB0DRtdg4VHy+btxWqO0YTRv0xmNPWfhM8jOUr8zGj1xRsMnz2iEK/lh8pml77NaTSUXuKFx3NLFsr0jYTNoNxpK2dTbzZYylpQMW8tCgJecj+QirM85uch4NgYJB6eDgL5jzYkiT36R5Cw+QCVP0LQCm5DYjAoUaKfyFrZdx4ZXZme0MjOt5ekpLUxNahFYuDo7rZVVVKDXw+LXYPKcJ/0SB69lw8SYlq6OamXMMAZ9Ma5qZfSqcrtmfuR0mLDZ+Ah0ZFzLYMmQ65lsTDZfFq+M5tTmwiK2vWT613RM70UgzvQWsX3DEnQZVCi3OjquqvFgmTmyiGyBOi+OjWiRp7Ylxqs6ekU15MvMpcU8rzEtwi9csfoYqA/zaZ56zV26rA6Y+5eusA6MMr/RoY5zo5M6ffKyPvXZE/qbT4NPntCnPn1EJ587J8ch5cBN/brntnW679YhwPna1gAAEABJREFU3Xbjem0aKuMstJWZg8TYJuwLLZygwAFRoYhzUFQ7iVRrpKrWmqqsYoUb+mqtTlyKfZgNONnHbCmwjpktkKkinI0CiHCSHXZmOoJm5gjb/sS6t4wjv4KzXaks86xTI882NQmyHFFVimNiv7Jvvwp+amRFR85N68j5UZ0bndYCewfbkhzKsVcSOZd0p90hL+dl9s2/VNtj/1lg2k7wJ5KlILcUnFtInRbazlXSQiHJyl1qRcX8yiuBrwSpnvCNgY0wtEgYGgghVsDB8awmpWKkwf6i1vVL6/ukoR5pQy8UmGwQ+cCAlAN+yIDeIFgPv870gPEbCW9AvhFsAkYtvAG5xW0knyGwfkja1B9pS1+kzX2ON/5I63qoHdYVcfPjWzFOREML569q4shJzR89pdnDxzTHBjZz5ISm2KQmWJwnWJDHwcTx0xoHRifYtMZPnNIYepMnTmqWzXAKOk7ayWPHNHH0mCaPHtfUsVOaOHb2eRw9ownDNdk55fFH0THkcpMZOrJx5FdJc/X4WV0l3sITyCaQTUDHDp/RyKGTGiU8Zjh2RkbHj5zROOEJaK6HfJg2jrGproxNK+CkOU5rjmOBwzEMnBAWWHCGWVxGT57X1NkrmjptuKxZ6Mypy5o/N6LJM5c0fvICcZc0h87MmcuaOX0JnUuaQ88wf+aK5uFnT1vay5pDZw5+PscVzZ0CJ9H/O3FRc8+twfTgT64C+Szppk9dpA7g7CVNU4+5C8NavDSmleFJ1camVB+fUXtqUenMEoDaLcgcp+CFqjJowjNkOres1twStyrLOVrzS2oiayJrcNvQnFtRc76iBvo19BuzFaVLDbXma0pyWkW/QtoldBZUw0GsmkMKrYPa3KyqbJa1mRlVZ2aJnwMzOerEGWqr8XUc2DYObAtnsgXfxMltki6nOI0t0JyiXRNgclpNdBo4ovXJWbWmF9TAGa1NIMeBbiK/BhzrBvpraBqPXuPvxIwalob8GlPzaoIGDnx9Yl71iQXVp5Yor6LWTEXNmWVlS02VUq+4HSmpJWqzkaQ4J3ZKz+wqn1sUx2qXyhyTjA1GshWeFUOBHYH1RYEFPzVeUi6HxuaE4DjbqdniMpQyeeJRhkdFjn+edSdLg1zKZRV9NzcxowXqP8+Bw7BIO5fHp9m0p9iUr8cE4QnVzVZAgznRuDqlBnx9dEpNqPE15sQKG/fypRFVrlzR8uVLWrl08XlcvKjKpUvggpYvnlft8hVVDWzm1VVULg0TP6xO+LJWLl4mbGkuI7usymWAI2D5rFy8hOySKms0z5vwNWq6Fr5IeZe0wqFh2Zwg6jd/cVjLlLUCXbl4RSvkuULeRpfhl6nXCvlUybt24YKqxFVJX70yTB1W652HR1XlIFHjQFHHcanirBiaHFzqyIyvoDdLOR//m2f17/7jX+ln/v1H9N5f/Gu99+c/rN8gvGV9r378B9+sn/rhr9O7wb96+xt15y3r5NMl1SuzWqnOaaW+hDNS4RJyRcscJu1vk8wzP+e4nZyeXdIENjiBPU8yF6Y5wFV4LhT7ScJBOMXpwIDkPW4sfOQ9zk9Q7JRTTEMO3UwedwVgJwvcHJrjY1ipNVTjYJ1gSBlpM+exTfTs0B2Vtcy6OF1PNV1va4a1cbHRDvU0mGuVYm6Jc24lin2lVeI0TR4vty+m7EuzSQsLC+GOO27/yB133vlHd9x51x/eftddf3Db3Xf+4a6b9v1NeXDdlYVWmozML2p0YUnTeLgz1brGl5c1tVzTBAu5/ZW+SiNTEjz249RVLujmvdv05a95QG/+6lfqm7/6fn3zV94F7tSbv+IefeNX3gfu1z/9qgcA9Kvv0zfkgP/K+/UNX3U/6R7QN371A3oz4Tej903k8U3ofNNX36tv+pp79M3gW8A3f83d+qavvVff+vWv0Ld+LWV95UP65q96pf7ZP3lY3/zVj+qxB+7Q9nUDXANiyFlQsS25labS+RV5u9ZeXFHGJpVyHZ6yQRmyxQrX6VUF2icQCKdcmVucW6kqg0/Y/OwKPtAvgfTBKNfxlldGn4S5qgwZNAcbXVhFBr0ea3KjKXEJ6ZP5KpsgYMNMQBu0kLeod0adHJMoWa6rtdJBm1ujDupK4BPkbRaApEpbGbO0kSjglCgRHycxkR0TM+ZEWwBFUFCsmDGMU6eCIXGK2YiKWcRpuaAuFRQxzoH+c5WWIk4XBg/vllv0awciXpTtuMFyOW3IcdvluNX6+7GmZ7RJmuch0oo8DMEo7RPt9LQvoi8KtK/AyazIu3a57dSVRjnKtKHYclpDKYl4A8cWOMnFa0gt7FRA19oeQwu0v5h5lXDAi5YXtAsHvJhKnidQT1lRK5HnpsBzUotAzOYcc0MYc2PouEUwWQepIuRriFfLLRhFNyauwJoXgwILaIHN/nkk1CtREb0C4xeDyMoGnrHwdeLzdEYNbRWo1wvRztMXKadIPsUvQa0OMeli4mOOjDG3mIWW6CuvcharKyspbnr5hpNv0gf0seinpJmozSnVHJOM5wQ71aaccDPheHDDkjnJIAdjMiDYALLVeOMDck6nRAV5NiAfOTlgvHOeWCdhm8IeOTCzIXlF/Muoc6AOgf7IgR04TuNmE97s4zpE8AaPTXps1JvtcKVvMoPJIuTGO7Mv5pnY4AJPcRlwPG8ZfLWimKfFQr2uAs9dvrqsiGfGCLnFeW514koVGWC9iCo1xcgicD29nre462FxBpPF5GsoGKUc2TMcNwyqteXYUD1t9myonvZ00JCvNhQZ0ItAXK0psjoZZf2OiItxLGMcgAIbdwdN2lWXp76FRlPFRksR8X41TRFZRFlLC3WNTK7oymRVl8YWdf7ClK5cnlRvOdLdt27Rg3du0L3coNx+44A2DThFPKGlPM+2eBJs8NyySBsmccQnuOmdmlnULOvuwlJdFdpQYxybXOG3OAAztOwpDDvjjy8rOaeIdSriOSYgSJk/KXMXk8Uh4YGH9azJGtV0JbXjHjVxOmrc0jRUUp0DtKHhCsgtvoxOl5K4Sy1v8THyoqqSms7xoB3X1m3eenLnnj1/u2vP7o/u3rv7I3tuuOFjO3fsODM0NNRA7WX35V+qLZqYmEgffviVH3rw/gd//YF77/vV+1/96l975Ssf/o0Dt97+gbi398T44mLzHCe50xMTOn11QuenF2V/cvrcXFNnZps6b3/hz4wLByBRpu6uGM95q77hKx7Sd339w3rr1z+gt37dvXrL198DjN6n7/z6+/UdX/eAvoO474D/9n96v74d+h1f/6C+DXz7KvIwet9mIP7bwLd/3X3oGu6F3qt/9rV361u+5g7ysjzuUR7/tffrG7/iPr36nj3aMtStAvWKHRuKT/JhcC5irXMSxq5CSS5iAcbACy5G1ytm1YxYWQ0FNidiVcK4HYt3aLaVgSiViiyacSYV0I8JR0ysAv1gv+DwYsSswjnQtzR/HyLyiNB3nByYonLqfBCp0FXW+m1btGHXdq3fvV3rwOCe7Rrcs0MDUMMgsg17dmojWLdjm7rXD8p1FZWRaeolHlOVlCL1b92sLTfu1eYb9+S6G3fvJN8dWr9zu3Ieunn3Lm3du0ebdu1Ud3+/nI+oj5OjzawM8tZP8vm/iO+GPMTC4lcRkcI7p38sYtIX6GtDEb5IRxSuQywxBmLcDC4fwwIOV4RT4XGwoiwmVFBEHrFDx2VsbwEZPGlj6pmDeLpIEW0qYiNF7+Ez8s3k2YBj3vZDqynhkHg7xaWSOTMFnBmrW4E+iUlrfIzMUIAWTHaNOurqyNORtwdSRLoIu4iCFENj9A25jLBfRYQtFqx13AgaLbK4enT9arx/AS/G5h+KwHimIJHZnMP+LC96jNKKKvgifVWUpz8DjklIsErKZJ+Qvd84ibGFxTnJHRSea4gWQwWcAmMv4PT8J8Aacj14+8rjs5aU//wR/UyfO/JkuCg/YswiefoxysfJ+s7Rd1KBTAqpVMS4C2uwvroOMfzz8KTxpH0eBfm8jAJ6RWAWE0VIabtnY/Q+pgle0mqt8ZQcFYtYWwwe6onrQOQtebmcRkZlYSn6B1KPnukaYm6WYvql7IKiTPI2DqGkLGNOpwWFUKCEQi73mVHApuxyGO/lsPEI2Jx0zskZLycPbzJD5CLFPL/ZwcU5p2B2gF4cF1QoFBT5guQKajGn6jgSSRpkNsDrjsx2exiIKF1RSQ2VXYrtBHnyoKvkablHkjSDatzm2m/R1HEuW+1MbfLJiBf5Bxcro/8zUpBaGXUUfR+cR54pTTMJ3mQp9t9UWTXfrSWc6PFapivLiYZXMg0vZRqve000Yk3UI43jXI/XHXwHk/BTdWkGR3+ROjTIE8tTWy6UevqmDtxx95/ddvtdv7L/ttv/3Z233fHLt95++3/Ze+DA8a2f3Yph6v/mz//z2fv/54v8h5X47ne/O/uVX/mVy//pP/3a8d/8zd849tu/8isnXv/44yd6BvvPNNIwNVuvJ0sYxRwe9Qi3BeOLdU1WM11lcCcY0almqgXc3QaLUlBQkRm0acDrlh19um1XP+jTgT29yn89dXePbt/Vqzt39emu3b2gR3fuAbu7dYfFGYi/bVcP6UiD3q3gwO4+HSAvw63QXLazVwd2kt+Obt2+s6zbdhZ1YEek/btLunl3F+V3adc6pwEmTYl6xeymAXNPmIBZuU+NuFeNYr/aXevVKvRxIGTyBYd5hhcgn4GBvrR5AUVDNnGRyDz5Du9kE9xJ8pTlKMe9gIbn87wmz5h6yK/TvZY2BPIhM3QDyAxYUMru6vu71bd7u4b27dL6fbu14abdWnfTLg3dbNitAfhBsO7GnVq/d4eGdm5W14ZBqbvIqUFKGJ80gsZSPNijvm0bNbBji/p3bdEg+gM37FTfXnDjLvUbv3Or+nZuV8+2TSr0dStETplbXaapZ7BqroaDIwToRsFd02M/ER0ApA4lljQdXvoHUYn+AiT1knxOrZ8y5ATyEkNnEcOxy1gYM6soC5/dFgUW1nS1YlRR3jk5twryc1SSkDz/Iu9li3QhjlmUJVqs1H4ok03CKZHYMJQGOfL3ICLt9TCZpyxDBI1CxAJOzuj5DAqcgbI826KDWtkGUaccspCTSC/SGTxt8JwQMwbQsUFFvkuODdS5ojooQK9HRy7SfTGKymUs/o4N2EWevLzkfU6dOaIullMBvVieZ15R1wQnvJ1k1nz6OigTVTQEKaVfMhyKNMvyuOCc5CUjWvugx1enWW41bR7n5ERMSEmSgEw+T+iVsSE62u1pr0G28YaiPHXzbM6GiHC8Cp/rluTYwCzdC1GUhQM6ejFMH8iXJcqS71YGzQhn9HNGfwT6K5VTG9tPQXASJqBw7Z/gaImzhlN352R9lJHmHweRPigNmYTD1KTODd+vejSkWrROy65fFVDzfaqb3A+o5gdVc8AosipxNd+LvE9VaNX3rNJe6JoMPjL0kV+vltQF7b428TkAABAASURBVFEtpqxCP3yvKjgBTZwjG98WN2ctbu+onGIvFVym/C/8MvaxVdUQPHPE4JivXjH/ogybYjy9j+ToIwcVNAg9F0suIkv6jI7NSG8Q8oA8qBPnGAPRF5ndgBS6tcjzzEWeIA9dmtUXzk7r82cn9ezFWdl/hnhqqqaTq79ZejLnq7L/J+n05LLOTC7pwuSihjl0T3Gbnoi+dj70DQzO3XPvA09/x3f8808/8cRffOrdP/dzn3n7O95x7Jd/+Zen3ZvxvNB7uX35/7c1iNtm1dttbkwzl2AcTTnZ/5XB7a9aTmrSohYbZjtySlwmsbDETM0oaam1NKul8RHNjw5rbnQEXNXcyDjhcS2MXNXS6FWtDI+BEVWGr0DXcFkrI1e0PDysJd5JF6GLIyNaHhkFY+Cqlshn6Qp0FcvkUye/Zd6KFy5f0NLYFa1Qdn1yTI56DIamNndJQ8BhW5NzdZ2fbOjkRF3Hxxs6gZd1ca4tbncVWGAdx0OvVJ42mb5IE2hbBpz3cp7GA+aPDBlBWg8PwxcdIRdCBzbVjCe/jixDbliNZ9HpyC3ckftcBq/AdJR8bjgZoUDAyXeVFK8bUDzQo+JgrwqGoT7FQ72gh/Aq+rpU7CmpUC7KF7yCIz1tsgx95PN2IJErxPLlguLusmKcnwiov0uCBvJwvWWZcyPKDYVI1l5MQdbOyDnLTsIZcNRbtDWsQZmELEBzONqQI+R1CV+SNx2LX6NrPFlRf3IkN1FcgAZ6NVtFqpT4EDll3sE7JVSyRV2aOBJtFro2g8WzMjadqcUG22ajxa8Wl2FqtQOywEnOKc280hAJnxwE1sFYLnZKOM2n5Op9kHdiHF0Hoi/J312Dk+iktbCQr6EjI95kpCMnZVBDcF5ZDqdgKvRtsIJ8RDhSijVYvdqp0zIn0EWe0JZ4Xltc/UHwRZPx7Lb4ArRk4SVkS0zeF9K28jDpl0i7xBPBElf/y2CJ55AlngYWeepYWK5onsV7hSeBJa77F3hiML5lV+ySUvo4U6DvUvy2VIGOyxh3ul+i/s45tETQAaMdiE+nnSI1gdVY570U0eaogBMQa6UeNLfU1sxiohlOxbPLmeY5Ic+vpJpbSeDTVcAvp1qw+KUU3VTTSwlo55gijw5aMjq9BF1s5XEzxE2DmVy/k2aW+FlO4/PIF5fbWlpp8wyRKmFzFSd9MVaizhm1DznEB8512hOIM0i0B17/SJiNJDiHjUKvrjYjPX15QR87OaO/PjWnj51dAotgXh87Q/j0rD52GnpqQX99elEfhX70zLw+cmahg9ML+utTi2AJLBK/BIwa0DkJnkPn9JL+9lxFn7zU0Ccv1slzWR85uahPnp1V1RV0/703602vvUOve2y/Xvf4zXrtYzdry8ZerczPqVltqc4zWh0bauPAONrNtKQXMjluIGNJXXFRJdagIohjL2c2hGMjdOUcJJIzJwRkZveW2ozFxcqMl2M+OLWC1EY2h+2euzqvk8PzOjW6qOdG5nV6YlGX5+u6PFfTJdb8i9dgYUNFV3g6H55d1uj0kmZ4uidrcg4qeN8sFOOKtNC6/37Xvv3221uvec1rEuccJepl+fH/b2rVxo0bXeR9jN0Ums3EVepNVVnJk0zytMQB5XCyBbsUBfUVpKFY6sUIm7NzGj19XmeOngbndO7oRZ0/elkXjlzKcf7QBZ0/dE4XDp3VhYNnclw8dFoXD3dw4chp9JAfAcguHEbv8DniDeehF8AlXTx0GVzShWeQP31al49d0Ojxcxql3OFjp9ScmtHufibUviHduW+d+tmwj58Z15987JQ+8Ilz+gPwgY9f0GeOT2iBhTBwkjQLpJlMgCD2AqXeKYuZGEyqFptFU5HaLFBtX1Ra7FIGmvANJkpKvKV3TKMcdOALaC4P+SRwLGodZIQNJu9Q29gduh4dupTTRwAZJUs22dkJJOJMjyWxwxM2PpAusEEYRPmyic+p1oOYzbqQSXHmVEihTHr2WxYIsnDkSLrMZcp8xlbcpv2JODARiTL5Z+QX1vLPnbnAzYBAoH6rQNvq7dAnR9oW/h5klA3QdZRtaV5IO3GWTyBfqq3gnLIcop4GauQDdV0FHZSxwXG5pxXezWeWljXFzd/MYoVFqKKpuWVNz1dyzEAN03MVGZ1drGp+ua6FpZpmF5Y1t7ishDZbp2esTQl32Zky6iDa5HIYdz1M/frwNd4aQIq1sLUsJcyqp8RJiWgLeWcgNbgsLztFbkhIz3qvaqOtyZkFjY5P68rYtC6PTOvSyAww+o/A6DR5TOnKyBTUePI12eikLg1f1UUOABcuj5D/mIbHrmpscgKHZRmnDtugbmIsgmiAguz6PcXOMrM54oiSRVmso2PoQuwEUehAfPI4qEyRRSXvFxex+XhVeQ6Ynm/o8tiSLo4s6sLIgs7lWNS50TmdzzGrC9CLbEqGC9DzpjO6gM4COotgIefPrcrOjc7L8sn10D27Kj8PNZwzSj5XoMPoDpP/KBvg5MyyKvUEp8xLiiSHpdMW2ccaBzXi1ihxxnv0/rEQfZHGZdWKfTq3kOhDz1zS//WXz+lXP3RYv/qXR/VrHzmhX//oSehJ/fpfdfBr0F/9q+f0qx9+Tv/hwyf1Hz5yGpwhfFq/9uHT+nXwa3/V4X8Vfg0W92sfPqP/9Nfn9Nsfv6jf/dRl/dYnLuo3/po05PG7Hz+lSoj0DV//uH7kX/0T/di/eaN++F+/Ud/3ttfphp0bNHZ5WNNjM5qZWNAstxJVnFy7bXHMT69UkUs563ht4FC1jgPQQG+X+nu6VOIA5bF5mwEBO8GUsAbrX2BrKv2XZvQkDovtQTYXMmwlZc0I9HW12ZD9Bic+u5qo1RDWM4lLfq39J5I5Rcblv+w/2KwyqQx1KK88srnFUp+vR2m7qTL5/u/0ZRb9km0vzzz+Ax/4QPSJT3wiPnjwYEEzM+WS970+uK4szXzCaUkYiMdsimzOvVFJ/cWi+mOv9cVIewd5Ztk8oDu39OmWdT3aWIjVmF/UIkY6P1vV7ExDs3NgtgZf0cL0MnFLWphaATXC9Q5majL9hdmK5vFu5+dXNMfmMTcLBbPI58hvfrauOTBPngszTfJqaX6mpWVOWDOUMcXV3fz0gkrU97a9W/XI/Tfqwbtv0vbtWzQ6s6JPHh3Xp5+b1qdPzevTJ+b13HBFM82iKupV1fflsGvTZfVrIevVTNKl6XZZs0mPrtYKGqnEurwoXVwIOg8uzGcarxVJ16uESZRh6XSXMucA0+6LqMnW8EId5paYexKTzzFTvaSYdkRM3MhuKmpNtWfm1VpaURO02XhTkIGwUFEKEvj2UkVNTr4G00nYfNOFqvIfuuXUkICUjbi1WCOvqprLVdU4LSfNliIcMh9FciDgkZpToMhTG6oVHLUBTHbHRpRvPNTRA1ucPQ3oAJ2OpsWsAvKCLydUJPsG+yWpRGwAjs3NlFzO59+Dv8bDKGFzTHHC6CbhWGtuflkjY5O6eGVMl6+M55vw8Opmfnl1Y79C+MrYLJsvsI1ofF7j2M7VyTnZ3/tp8D7NFJA5r6mk/KbGwVgjXRArGsg7A0rYZ7IFuSMnbL2GsyHkpEYny+EEZYxtnMXtnETuOU0kAW7yQmjT4ans4IZJyZGXzcVlxn1ubkEz0/PK58d8lbbW/3HgZGlzaY45Om+YbTD36lpgHs3jwM1jJ/Mzi5qamNb09KwWmNeNeiv3e633sRJFztFcpyzJlLJWsGZQU5rhRJ2FOQdohg4gxrpNfBxY+3LOoQeMRlAf4QhEqvGEvLjclN1kzHOjscAtydxSU3PIcrrU0Nw1IM/jWprn1mM+v2FJ9MW0jcyQyG5h5sjXdOZIM7eSaIHbkoXlluYWGppfaGqWk/g0a88s61G11sbOaCvzwFolPrapWltsnHKK7Hoq5u4/HlJuz2mmKl73BGvNlRnWnplMF6baOjeR6Mx4Ag06OyWdncx0bjLRWeRnJ1KdmQg6hdxwZoowac5MtnV2Ch1wbhVniTs3neniXNC5GeInG6St6yz09HhNz41VdGZ0RXYjuWdHv26/Zb3uvn2z7rlju25hje2izdWZeTVYfxrLNTVW6koaSW7aIXOMuuQZ1+7egjZs7NPG9f2gTxuG+tXbXVZMnAuZAnM4o8F80WUOu4lI65ktXnGxLHGzlpmlMCFKsVTyLUVpUy5NkIoygAdOnTA8S5dYysRSppw3mRN2K2Fu1+SIc1nRh7i3HBW7urqc/jf5WNtfsk393OHDW371V3/1wM/+7M/e9VM/9VP3/off/W/3Xzl79r760soNSrKSY+Gx9bPAaA5192nfpk26ddOQbsMZuRfH5NW7t+m1+2/Ql92+Tw8f2KUbNmxQZNfmtVTVulOFq8nlZqzlViRupVVl0a+1MtUIV1tlVVtdyMtaaZVAAcTAaYkJucLxctnQtrDTYlNizdBiQ1ok78VGDC1qvlLQQqOkuZpXpR0zkWLFvqD+LtDt1FNOVca+g4+4FpTIGmdCamCCc9yeXGbin53zOrtQ1LnFss7Ol/TcVKzDY0FPXW7ps+er+suDE/rjz4/oDz9zUb/7N2f1mx85qf/MSeV3//asPnpsUpfnU25XSgrOKzAbMvqrAxYZyunwTn8/9UwapyAxQfnOTPXwcSbFjEPCVeTi+cuaPXFWk4bj0GNnNXX0rGaOnNVcjjOaPXpGM8dOa+r4GU2jN/vcOdIA9OdPnNP8yQuaPXKKNCc1gWyc+KuneSKbmJFjYXEcUwJlt3FCUquNtQdKjeRxwnwUMdkjeefZeFwOTz0dCo7F2+BXqaD/s8jzw1WLOME5eb0YJimweBXjggrAU1/bzOu1lurVpuq1tmqgzr2wPRsscZSq1Fj0saM69lnHPmstx5NCpmWOVrx0sDkGzL6odsZ4ugJ8LEWx8IsYwwSkwOjzCJwSsxzPyzK1lSlRR57SFUAZbejAw/uQ0SpgFEfFox/j2MQ+iAMmtiwVIq8C7QrcXilHoN+9lHF9ydu+vggRcdT5i+TXywos7mX5pFs+7erwaRl/qiSXFUEMPHIRn4Egz4ZLznJQYR/2A8MOxyQkCQ5KRtUAtqOg/OOgOQhdo7Te+Od1HLEo0i5Hno5Iz/wRnZ3R/8rHnb5XQYqKkqd+viDH7aVznbCMRy7CAT5zBaXoJNDwYhAfiAsuViAuI1/Tz1bDgTyyQL6uLOe6lNLH7TYjxROPQ8f5CLkTFcgRxJzlujFgoznQyfMnnF1DgZF+MWJkfxfQJR8qmPd77CgjFeuC+Fj5XdBY3jsRpUAoCJ3gUYoB6eHTIK3BhiVDz4B4NQ2qyBz5dHeXVO7qkefGmOVGDKtS+j/LnLLUKfDUmbWWlNRmlNUX5JoVhVpVqrdUSmPg1SXgIhXp15h+tbFLLT2lhYjeKAQV46BSwam7HMOLFNTG7EnwNMYDl7fF5fN2msPGFI643X5WKavAc/MA/sNgqa1tA5H2OnUxAAAQAElEQVT2cTjet6Vfe9mP9m0flOGmnUPau2VIN2wb1A0m2zHYkRO+CezbOqjdYNvmQW0nvGPLOu3ett7t2rq+r7G0tOPUoUPr3v3ud/RygC+DWKJCenl+sJiXbsNGr1797jOXLv3qiVOnfufoocO/9dnPfub/Onbk6A/Pz87cU4iiKLZFOctkG5YtTkUX1MNY9TK1ellEB4pOQxjaUHdRXXGsylJVZ8+P6OipER05NaaDZ66CCR08O6FD5zo4fG5SRy5M6fCFaR06P6Vnz0/oIDLTefYs+uAQ6Z56blhfOHEZXNIXjl/S549d1Gd5yvkMz0afOXpBnzUcOadj565qZKaqSbyXabwYM+T5hSUtzs9pZW5G9YU5pdVlDRSlLXjxG7sL2kpgC29T7WZTn3jmpH7nr57Sr/3JZ/RL//UT+tnfBr/1Kf3i735e//4PntGv/vEh/R5XnX/8mRF99JkJffLEgj59sqJPna7rs2eqOjFa1ywOU2AxspHOFwDv5F2aI6KfHFtcoO9SJp+BOavrodWP9152KsvhTOjobSini1a1wo3RtCrTM6pPddCYnJHBwjVkNcL1yVnVuAWordIq/Ap8ZXxGFZyQ2vS86nOLatrfAJldVIXTz8rMnJorNVFVThJWpkFykReNYMsUjl0AmVqONUnCwXNqRaug3m2QoG7tSonPv1h48rb8oym5sH45VtcORB2dHPk5CrK8rSOzNJP9ymvaTqD0e8hUiILK7PCGUkEqFiPZ4hbTpjj2KhSLKpVKyEuKopLQyBH5MrSsdhLhsLS1Uk1YKDM1uDduNDPx6qkGzg6mw22N+xLwuaxBRzVwrhtsboY6YUMTWTtxSqAJcUk7gu+glcQyNFoR5ThVuYOu8rRgzzuNVpI7AdZm59yqnVDVYLxk8kC7BRyOjriJ8djdlwT9Z/PZs3EYHOFrMFmWYneGRMpaHeS3Olg348GXacn7giIfK+MUq7St3IEir8DYiHo5qoefxXhRR3llOZwsmgKIta9cSySzALpCK6wilXcZMgP1YS1yIFcmQZDJO5C1mTnmFET35Hl58c9hlHJ52L574qMcTtFqPFo4X4RDhiRTmrZk89Vh08FFVopEHo42EVDK5t92sWo4cgutbs20+zTV7geDmoSOE55IBjSZDmoiWcMQ/PVYkxsdIM5gfAdTpJtO+jWH87iYFoXvrLb44Dh5yvYuiOmHnUvdsdTDxt8Tp+outNVVaKmrmAHlYInWGrpi5XwplsoFqavkcBaUH+QGe50Ge6TeGKcjq6ibMe9nHuVP+KwCZWyqTH8WaL9LnQo4j3EiBQ6l3hWUQVMgdXpash6O5UgTGK8MuwqMn4ePMAy6V2SljIZY19q4OcrxlKsgzXAr9tTxMf0ZT/If/twVDc/OaN3mPu3du0F37N+qr37DPfqXb3+NfvJfv04/9YNfqXf/0NfCf63e+X98vd71g1+nd/2br9VP/+uv6uDffBU6hq/Uu9D96R/6Kr37R75GpvPEj75ZP/5/fLN7zavv2nXhwsk3n7109s0XLy5++cGjRx86dPLkTpwUWyD0cvz4l3KjpmaXbqon/s5W6m9NnNvfypr7mq36xqTdKrJqOjsZeRYg7yPMJu2A93gzpJTFr+3aavlUVWbtMkY3lzgNL7Z1hqvBMxMNnZlq6tRUS89NNHV8vKlj4y0dn0x0bLKpo1MVHZuu6LmpWo7OT1o3dBLdUxMtnZtOdH4m1fnZTPaUcpGnlcuLTleWpeGK0wgPilcrbV3lWnGRDSPxXWokBRaPMjWLlbCpJTwwumai7VwlvvaO3XrLm+7Qd77xDn3TY3fo299wrx66/UZNke/TFxt6eizTkWnp9JJ0ic1opCUWDYlqaJZJ2PTSSiY1GVC7fWlA60yiJhNTUVnWRx7HJEkyOcou0k+FpKECNLLFE12JTIBjNvocnoXRyxFnyJi8ZCvHhM0cC6VLlXkigZ0sYyJjdIpsyEU2BUOcJTLYCMXoF1gEujg2daXKb1489bFbmMh7ynFiqOQzhzvlVY4KijKJNUgRdRcLtKi7c5LzHSSthgIbuu8pqcVO36IvGzikVVa6ioFVrgpqRa92saCkEGMnZBpHZODk3AvhqYfBObYSbMa5F8Y7d31YotKyvngBJFGCZKsbvCeNwTHyVFEb1/dq765N2rVjnXZs5XS1e4N27xjglNSnG3at054dG7SHt/Mbdm3Rts3r1c/pMaLtSbOd37gs8fx18NnjOooTfOL4RZ04dVmHj57XkaOXdPTYJSjhY18aR44P69DRy+CSDh8b1mHCB49d0SHo0edGdfy5ER22fNA5ivzIUeKgh46ZfEwHj4yhO6aDJ0Z08DgyHPXDJy7q1IVhtbCZjIHJaKesB7Km6HIVGeA4SlRgtyiwuURxm/FsKorW0IK/HiZvyEc4pVFV3lcV+5oi4H1DUdRS7JrImjlv4Yj8XUypXpTuFaIuKepRvdGWsJFILZmT6NiUrGqRnGLWDec8e41X6iI2WC/72R5MTJixnCSHDuaqzMXIvDBfkUBmPtauSA35UFOB+hRCU4XQAm3FbGI5KDdaQ2jIo1/0bcVZSzHzrkB9Cy5TAassRW2VXEt5Xq4NzTjtB/IjHqekmNVVUl0F+iGKm/K2LcVOPvLU1dGyAET1Yq20C3r2wqx+8y+P6j/82TH9yp+f1v/nQ2f1yx86pV/64HP6BfBzf3ZcP/PHR/XkHx7SE7//rN4Nnvj9g3rPHxxCdhgY/6ye+ANgcX9wUE9+4LB+5k+O6WdJ+/4PHtH/+ReH9V8/dZr1rqCaCgouVprU1M8Ev3lvSXcfKOrOA1733Op1/62x7t9f0r23dOnum0u66xbk+5ETf99NXveC+/bHuv+2WPfeGunuWwu6/85uPXB3v/bvK+uOW3r16ru36pW3bdD9e3r0EPk/dmO3HrmxpH0D9FGtqYy1V41uhRUnhoL+8NyIZ2qnsTLPthGklFFIvVOg1xS8lEWKuJny1N/G17MGJKxbqZfSuCBz9gIyR0obtwJj12bdWuF279wC63FbGm5JS4xv/8aCdu4Z0K5d/dp/4zq9+r6dev0r9+r1D2zXGx/coje9apte/4pNetMrt+jLHwKv2Kovf7ADi3/dQ1v1ZeAND27TVzywTV/5im1604Ob9RUP73H33LK555kvfOoNH/rv//0XPvI3H/+dv/nExz9w6NChHz557txt+Y9A6OX3YQheuo3qK3UldupcXl5yC3OzrrFSdWxozuZlDjaQQpaoiFV1uYa6beHCeDwLY5Q15LFQj9ceo+xZCVLnMNSg1HklrgCKIAZQddCENhSrHiLgr6HBaaQJWqHEQlxSorIS10EKNSScdBOcgYSJ0CYPfA/hg+CUeGWKmBAxgAa6PUhRcCoxWUpsPt24Fn2hrn4WuwHQS/3LLFJ2UjLno+HEMufUJh/LuwNRB8YvIi4TcVKTfBPgaWtkN0zUqUn9qq5HzcI6pd2b1Cr0q009M8pu40yI/nAuom5OnX+So28d9TJ4dT7O6k2a8AI4BVIJWNooc7RLipndUZCizBMj8nMAPjM+KKLtMaDqyj/sCs45RVFEC51EWNSt4CMVaUdkudiuQZ08dcsSVgVo3NOjHXt36da779Jtr7hP+19xv/a/6iEdePVDuvVVr9Ctr3xQtz10v2598D7tu+0WDWxcr5Qa19tNUbyccy+AnaQM4mMLFUTS3/edRjK6ktEvrUc1Fai3OXElbkoG+nu0adM67di+UTt2btQuA/yuHZtZ2DZpz67N2rtzq7ZuWa/+vrJiH+jxTPiFMiex3U64MWmqwebbaKTwgIFvNAIyp0bzS6DhkXs1G1Kz5dUwYFgN0AQN5BWOwfaM1ODGrV4XNzMhR53nSUPN5KvPTo1GgXwiNXi2tFuVNuOdstAr4CVQ25hr8oHBLtq3QTfdslu33Xajbr/9Jt151y265579uufeA7rzbsJ336y77lrFnbfoLkMehr9rv+66B4r+ndA77zmgu+42IL/bcIB8bs1l+w/s08aNfSoWROlBadpUK6krjiOJsclYJ5J8DJzEZsOgI/fyzssRdtidjbeNlQtSKRLbFSo4EZFzcrBa/W5Z2hPAQH+31g31asNQnzZCN60bUI6hVUp4A9iYox89dLkCWD/Qq43r+rVpA+nWQy39YK/W9/ZoI/Gb4Y1uHOwm3KtNxG9Cf6PlO9in7RsHtQ6HvI8btsHeXg32dqsXB9wcHo8txtwWt12s8eWgz59p6y+OVvWhIzP6s0Pj+uChKX348HSOjxye1ceOz+tv7TdhOPl8Cnzy9KI+fmohl/3tyWX4FX3iVEUfP12BEn5uUX9zfFYfOzqtvz40q785OK/jFytabBbkfQ9TNlWkRA/cfaN+6ke/V7/zn9+nP/jdJ/UHv/1e/f5v/az+8LfB7/y8/uh3fkEf+N33E/cLOf74v/2S/uT3f0l/+F9+Qf/1t35e//V33q/f/y/v1++R5jd//Qn9x//w0/qVf/uj+g+/9MM5fvG9/0Lv/qHv0A9/z9frX37XP9EB5syJZw7po3/6YX3kTz6ij3zwY/rYf/+wTj53WtWVusYnZzUyOgEmNXZ1UhPc1k5zO7u4uIzT31JgnfJRUQ47kMF5ORdJPlYGbzPQOcm7LIdzTgloyrHuFsR0UYuwYo88U+pakmuj20bUUlfUVBnnuuwqKoGyllVSRWXW+i7V2E3qnXjfVAnns1RoqgiNXVWxX1YhrmHFVdduBr+0WI0W5pfKzUZ7HbXcGrnC4Pr166msXnYf/1JuUdmlqW/VQqFd0yCOxuZeaXuftMsAv9PQLe3sCdrKm986Bnxdsa113IIPlaQe31IBbz4GBdvwMaWeKFNPHNTLaa7Xp+qLUvWTd38hU1+OlMlOPFeLPYVIPcVVrPJ9hPu5f+yKnLq8cpShZcwjpz5TiRXO4ge6i+rrKqvknWJJkTDuLJMDsEINOBDk2Yw9jhbrugoOfRbTImkK5E3RGK/UQ4JepepTBzRdnBMpT3n+Vp+yUy4rstJG5Ndu1jW1zI3PYqzD007PXm3p2eGKrlYLahXXqR31MqHKSl3MBPAS6Txleyq4BsFTFb4i5RuQbULXUEC2BsujQBYWjlfla3RVRi+ICS/6JBjINVAm81y2QUQsDkUW3nK5rEIhloW9j+RcJAEXnFgjFGcEk1TsRIrQLw70K2bxjvq7FLHIR+v6FLGwxyAa6le0YUgRzkmpu0vBe0XkKRdocwbMZbkeyKxO+l/z8Z46O0d/hDxD770KbCK2kUTe01+Sk1ehUFAui6hf7OkP00/labD3xrclnO/AaVqMrWfz9C6lLYH0tIW+yQz0jZkYw4i+OrD2ZOhgZ4I6sEY9Kt558nB0iZVbkHNFEMv7gpyNGfBZjNPPePJWxn6vrO0UAAYkx/OP55Qq7MKh1241aEuq/v6y1g31aGCgpJ7eSAyrGC5oUHdXBLy6ul0Hbt/BkwAAEABJREFUPfCgu9uruztSV0+sMnOo1FNQCVruLqgMX+4pqpSjpLhsspL6B7rUXYy5bZCwQBWVKmaTKDCnA/3ZMlOxTvFONEgp7W8bgmR/OySx/lGmiL5meRCtlJdoX1N28+KxEoe9iHijMZOyXCqqq6tEW4oqWdl4LjEogOI1eBULTkXGsxzH6sbZ7nJSF+tO0dYn11CpkKiL5+gu1pauYkHlQiwu/1SOU5CoSBuKxBUKzAlOWz3Y7oCLNMSGur5Q0mDsVFJLDodM7bYCT65JkqmVRVpoS/Np0CxtXaCNS/RBBb6KbA11wnXiGiDniasB401maBJntIZuno5TUP5H0XgyaXFVa08nDtsq0YexpKJrqb87iMtCDXKbMtDd1EB3Xf1dNQ12VzXUU9eQ0e4aelX1wvcR10e4j7iBnoYM/ZYGbBxM87TdpYoGelta199WT1eVfl9SV7kmz+3SwvSshi9c0eilYY2PXNXYpRHNTk1rfn5Zl+Cvjk1qampW03MLml1Y1tziiuaXq1qqNlRpJWrQN00mTZPb3yShERy2fOIU4XyLeZWCdvDYi5fzQUXGsAdaUpLbS6C/02DrS7cy363UlZWEgtI0UpLHxdhdkR5CZmFg8jbxvBKoybxqUladeVQBy/AVRTIschhZqNYoKcj+ZVnqlKCQBDPXKI4xAr38Pv6l3KSk0XChhRG6RDs3DuhVd96kN73qDq7HbtUbX3lAb3zoVn3Fq28jfECP33Wj7rtph27bs0UH9m7VjXjUmznVdMcZBtZQHNrqLUbazIa1c+OQdm4a1K7NA9q9eVB7Ng1AB6D92sMpbC9l3bB5nfZuWac9m4e017BlUDdsGQLrc/nNOzbp5p1bdAvYz1X8fsoz3LJzs27h+v4m6M6tG7WVsnrLRRUc9ZBYG0MOz2LnJPhVEA5sOGKC2CLpZYuT057N3bp954DuzNGru3Z2gy5gtI+4ft2ytVd3EH/brkHdvLVH+3f06QD87k09Wpxd1J9/+KB++fc+o1/k+vbf/9FR/dYHz+vpM+Oa5zTcZGlLXYzRe+oSWJQzaAdCqhd8rMYmeDFdk5n870YgKjg2NdRxAcidqYbMsYH4KGIz9DmYfIo8PDUJSaq01VbGgisXkTKyPUKeOjs5qZ0i4wsWoey3WfLnFi8xx5VEmVKPDv0fIgcflFo/E2+OUUZ/G10DOcl4o/+rYPnZzYdRg+V7PQ3UwX4N1jmXt9/TH+xjtC5V0qpzQ7LCzceKWs0ai12D+rWIS+RcW453dzwFOTyGAB+w86C26JgcOY9Mq8igIWvLkCW2+YLc4WnL5ekTtZG3ef5LuKVKuZHM0M/QSbmVyNoNOWQe3RyU61jQDSHLJBCQsUtSvzR3UuJCBg0AWjAa5BmXFyNinCIc/Ii4iMXfE+4gy/UtPnapYp/IeG+6BS/PJhGFpoos3120ug9b6EdWylL6ra65WkMTK03NVBpabqZsRqlWuN5cacEnUj2VGthYE6fKU/eYPMhaRstRYCPKKE8iW4mNOmC5YszEVmPtDJSTkQ6LQycFmSzOoWMwXYeu5We7iZURMQ4RzqZLrT8ZA/o4iLSsA5Y2w+HIVFfKCTtws5rRvpQ+T+hfGxfLz/rfMS4Be2bflCuWFIplpb6oDKSuoCY1aQObCxlOUIaNpQGBNWYVFsz4ZvJOzWUtlMnWQHQuu57mAhJYlSOrgxqKHKCtjvp62hfRppjOtHErMD4lbLbkWyo5G6+2iugVGecYGoEiY9tFJ5UZ/xLhErbW5VIOeYmKHDJ9VmNcSOsBeRSgBdJE9LXPHDezsehaZc0gOgHeqd1IlbGft5v0aivDvoPamdSiwTXsYBn7WFiq4LAsa35pUXMLi1pcrKjOE32GA+bRtTYGRjZ4RjEuKmKO9pcz7d7EnoIjtrEstattnTk7rmNnp3Xk3JyeOjGhTz5zWX/zhXP628+f08ehn3j6vD797GXkF2W8yf72C+f1sc+f118bPndeH/3sOX3kc2f10c+d0d8+dU4f++xz+quPP6Nnj5zmuSoR1VBgXTS7Y5Cc8KZ27NgR9DL8sEy/dFvVbFb7GIjI4a33lwraPNClbUNlbRssaTvYOVTULuhu6LZer/WlTBt6i9rQ36Ohvm5OVF6eSS0W0IjZ1M1py65ct+J8bOM0vY1T9fYNA9q+sV87NvTl2Andidu/a12Pdq/rBj3K+fXw6+E3AHgrf8dApx7bB4q6hsGStiHfMljWtg39Ws81bVdR7J2JHBNJTDZh8QGLt5/fYE4pRJKLnEzuLJ5J7aF9paC7dw3pNbds0msPbMzxmgOb9Pitm/XYbVv02K3b9Nht2/X6O3frNbdu1cM3rSe8WQ/fvk2vIO6em7ZrXV+vxmeXdWp8QacmlnRuakXnZ2ss2k4t303ZJVtOJJvgLL628BmUSzs2H5xWP7aA0g4WGncNyKjv82HiXSJ9KaAnlylvuwIl2MyXItoeRREbjZd9UiZfmqYyKM3olkB2qcQpR+aQsLE4481pyVdQ8smI55TqSixQRaeUjTBl8+IIKnYYCnESi4rndOo5pTpO0t7gJOfIH5qHTUY13CpEXA794z9067XEzlHQaihYBGHvPafwsgqFAnWx+IC9SHYoKpa8ujhO93Jz0Ndb0EB/SUPY1CBzoZ/nn96eonp6SqCofuL7+wpaQ98qb3QN/aQfGChrcLBLA6CvryTLI8+/r6i+fvLrL6i7P1ZPf6S+vlj9/Z48PWU7DQ44DeABDPRK/QDzIr2jfK8ebkJ6uMbr4fajj3lY4p3EbClLWmwQLboxk5dEF8sz/o5NrYMsj3PYoIUFFXGenSbmmTYHG5XRAu/8BTaqzobWxjbacjzXldnM9qxzesW+WI/tL+uRA0M6sK1HLTafI2dH9RQ4cnFKp0YXZH8868LEgi5PL8v+INbV2SVN2g9kr9Q0RD/v29atveud9m2Qtg11qYDDZ7dW5giIetMEvgIsNkddHXPVYyce2+4gqEOzVUqYdB7dCGChmKQHUkw6R5zl7bh1CdhvWvZKi0FZIcXhYC4VWnJxC+U2yJRg323QZD1p4cy1sJuKL2nZdYM+LYceHJMeNuFIPpKc+ARDUERZ7P/i3Na5bUKeh6+jRVQLq7A4ppKMGoxfg53ZmXKysYyjNrStQPs65SVyZt9UmSETFxzKGlkHNeZ2ra0EB6C9kihZSdWCtlbaaoPUwK1va7Gp1kK9g7mqmvDtxYbay00l1USYhgKOSFJL1CY/15KKjFbEzYTDIYkUSxm1wxEpcfPkvPV8JOG4BV9Q5mK1WdyqOCnzjP30wpKmFxa4YZnX/MKKavarne1A2x39Rj55C52arDlZaGv9QKwHbtumh27bqIdu36oyN1pPH7yoP/7wMf3Oh47p1//4EAfDp/WLv/mM3v+bT+n9//nz+qXf/Lz+3W99DvoUeFq/9FvP5PGmY3j/b5nsKf3b//wF/dv/9JR++Te+oH//68/oP/32M/qbT5xSrd6Wo/6iLnS287RArMV6mX78S7ldSbtVlti+M2qJUfgskU/bGEyCGSaKOXVEnEAiTnaF0FKRTdFjOOZZBk4aGQg2SbyTj7yiKFK5VFQXNxpdLARdbGCs/erGjvNnH2ZeDzO3l0mfP//4VH1RAlL1IuuJoCwKFtcD7eY00AOMdrOIGXo4+eQyi2eWWxnONmY2UM/iYJthkFNgY6JJyhT4J+wNGVxA1yG1NFavzV1O27ulHV2ZtvcEbe8l3Oe13cCV+Q6uxLezMVjc1t6gXeuL2o7DtoG49Ww4vWUqQfZtykycV+rUMengFYBzCOgnDyIWF4OHEkttpGDRpDUql5FTSiiV3JcC8bnO30EtjgXZ8jInxahbHRsPFR8bN++pJ05KBjgIK0Yxq9RUm5xWdQJMzmiFd+TqxJQqk1NampjU7OSkGtUKB4qUNgbamDIi8ArKKDOjbGtqsVxST2+3unu6VYIv4LDEcayYzcF4w1o4irzVaBWQf+SXleuck3Muz8Fs0mzTEOhrE0bYpnMWjwVg4y2e5uzGoqe7oK1b12vPnm26Ye927du7I4fxe3dv1x6wd89O7bthp/besE17925dxRboFu3ZuwXake3Zu027uenbtWuTdu3eqj17SH/DDpl8F/nv2r1Nuyhjz74d2k0+u7iN3Ll7k3bu2qhduzaQdoP2wO/ds0F7dxs2QjdqDzp7wZ7dm7Vnj2Gbdu/cqk3r16u7XFbkvaxlHQSMCvtgXnbCIs514OANEmGxKRgCFDCGEWMZK2Xup9hExmk5YIZBZrv9xVh337hVX/3IAX3Tl92lr3v0DjaOXfinma7OV3RltqIJNrgZNrdZML/S1GKtpRUW/KV6S8u1pkSpu7du0Cvu3KeH77lRr7prt27Zs1W9pYjtAHtXJuclj606Jz6UbzI4T/1kY5kjER6ZhJP1vMzSp3LIHHPNZSGPduTsnFeE09y/YVDrtm/WELey67iVXc84bdi5Xht3rtOmHUPatH2dNu7YoKEdGzW0c5OGdq3XIOORDQzq9HRFnzg5qk88d1WfOj6qZ+AXuDHaf+Mmver+XXrl3bvy9rzy7p16+L5devW9O/Wqe3foVfAP37dbD9+/R4/cv/c6EH7AsIs4cN9OvRrdV9+/W2t4FbJX3LNVD9y7WfcbvWezHrx/q1714Bbt3NynpekZXTh5QeeOX9SF45d0Hpw7dlFnj57X2cPgyDmdBicPnUWH+BNXiLukM8SdO3JBF49d1rmjF3X62TM68YXndPLZUzp58IxOHTpDvlc0fnlKM1cXNcvhq7bUkGxxAxEWErOJOxwVcQJ0toXgpARowJoy1r1Avxsywik6TQ7BdZ7H6txG1KBNblvSxMmjG6Hr5ZR/fCSxVmRKZT/UvGN9l/Zt7tatezZqfd8gty8NXRir6NRIQ8cvV3X03KIOcZty+OycDp2e1aFTM3r2uWkdhD94ek6Hz86DufzG5TB6R87Nk2Zex8/P6yR4jnSnkZ2/tKCrEytiSaQmEVWI5XMjDC7GHZWu6OX48S/lRrUTFwd5ZVQyzYKwMQWGR/nA+Jw3GbaFjpNjo3FRQYEJn+WIlHHVmWGsrcypkWZqszhk0JRNwE5F4opUODjeriPtlGZOD/AGnJ0Ip8iQO0fwuZy0MQtNjJHG3NAYIrzYnObhNF9A1U7krfJYlaOiDmMXk8QQoIYsp17GU1k52kuAxStjAXaKssATVdZZ2CiTWSiX1yNVDC1QF88JtRQFFew4wwKZgYhJ5NlgnQJTUExZic7MT01FSUXq7rnKL1DfIr1nbfHIHGktjdUBNWKoGzkEqxcCF0QdnXygv43PqfFrkFwu+2JKVexLREveyXufwzkvVnNlOHEZNyc2vCmLRAYc4yX6r7awoJnLVzR98bKmL13RLO/M07w3T56/rEn4iSvDqs0vKO9z6hXJUUcY8rQ8DKL/Yvqou7sbB6VH5a6yijisURSpA4/0hesAABAASURBVH+NeurnnNO1jyMvwzXBP55xzsnabmUW4oIKnIDtB19DsDGMFEeMBLaYMj4x42q3HENDPRoc7NbAgKGc0yH4dTxjrufZcv26fq2HHxrq1hCnfqPr0DcMkdawbrBX6zf0axC9/n7yId3gugENrBtS/9Cg+tcZBtQ32Ee4X0OW54YBbdg4qA2k28DNYg5uF9ev79F6bhg3wOcy4jZu6NWG9f3aiO7GDevU19ujotkhXeeBw5YDYKBtuBkf+gFj8LTbYN3rCDsptyHJK+S2F2OHkYKzsJOQGyxOvkA4VsF7beDWdB/PsrdsH9K+LQPaOtilopOZj5mFDb9cJmHmwsxFseRLVaxuwHTXlSNto193bxzQ7k2DWt9fVlfBKXJBzjnZP137BBITsDaRmSc3t4ov4inYGawjSJKmXkkSybmifFRSEYd53fYt2nrLXu28/SZws3bdfrP23Hajdt+6V7tu3aPdt+0Ge7Trlj3Qvdpz5x5tRZ4OrtcXLtX13z51Vf/lUyPQK/rwMyNaYpN94+sf0A981+v1z7/9Dfrn3/Z6/cC3v0bf/52P6fu+y/Covv+7HtE73vKYfuCthsehj+sdbzVY+FHiwFsf0feDd7zFdA2P5XJL+33f9bD+xXc/rh9422v0jrc9pu9/y+P63u94jV5xxx4tjY/rxFOHdeLzx3X8CydlTsaJL5yAt/Bxwif13FOn9Jw5HUcv6AzOy+kj53FAzun0IXNgLugs4dOHLAwOn9Opg2d18vAZnTtxSSMXJzR1dUEzk0uq87zibC1NHeMMMoeZOQlbcdhIcJECfMC+rsF5Cbl8LGdwBcVxSY49RFERWpQn3pNSjGsAGYaTAhvLgkvUxUF0gINtLwfbkvdi2xBLslh2cti+hboll53pTG7xLLvUUx1k0FVk2JIteSFz2CeQFEXAqoq5OcIBBQMsXwj5/o/+eoknpNkv3RomwUVJEGag/FrNruKWOfEsVlta4MSz1GjzppwxEVMt1BMtcHW4zKS0d+alRqJF3h6vgXRLoMrzQIOngRaPkG0ciASPOWOjD2xejpXLs4h4DNIMAXKtcyxssE0kEOGcY3FxxBukznejLudZz8QMkXWwR+LgHJNDwCaImExysYwG4w3odCaEl7Ig2RfygJ45WSk0dZFSJlYgz068Uwvjnue69Op8TZemlnVldkVXF6qa5Jqy1WpqXU+szd1em7uCNnPjsq1XWs81chGnrMhGWGC2eKXkaAiyT6Au2Wo5xhuEg+WQu0AbDcaTihDf/T8Igez5kmMy2wZtcKKpRAQmnjkoASfFYGu5Q+YJp/W66otLaiwuqo4j0lxYVm12QbW5BWTLai6tSPWmzCGMqRtrBm/WUoxjGBF21M7Rp45yYmZ8HEcq4hjEcSzvnagBsK8gR9DwvKwjf2HYZP9QkCGqwUD5EMr0srZHlG/UZPakFUJG+UGOxVA2Jraq4fwGbgiVg5M+1HFT55gZnnhHvMvHMFEE70lncHmc5ZfKYdeGhBW03mhoaWVFi8vLWlypaGGlqvlVLCzDLy1ruVpVo90yE5OPnCLu8+k2eW4VHTDa+TmRRBGLdIQsovNjbhoNhZj20ezA+MnaRE4E5aFe5EcHW/h5OKQGQSURT81XW2KtiXK+I3PwFjbEylwkspVj5XftmnyrwthX1RO1xUurNnRJm7h53Nwj5oC0oSytL0nrmAODOCQD0KGy02BRspvRctJQkZvZGCip06epnPgEigFw+ZfrSPmOkHF1SL80AjqkJTI1eE91CxLOSRRRGdsQ41jlwR514xD24Bj1bl6nfsOm9erfCL9xSP2bBtW/ZUgDm9ZpANq3pV/d0LRvUFeWCjo83NKh4bqOjNRkf2k14dnngXtv0Zseu0Nf9fBt+opXH9CXP3ar3vD4fnCT3vjYjXrDY/v0+kdv0Osf2acve2TvF+H1j+7N499gOo8Zb9iDvtEbyOMmffnjN1PGjdD9euOj+8njDu3fvVmhVtXC2LTmr85rgZuOhfFlzY8vaQmHYonntcpMRdW5mmoLTa3M13NU5xuqwC/PVLXIc/TydFUVnqSryAyVuboqcw3VlppqVBI1a1mONk89Aety1rdBMrPzPpLklXAgddiIg8/hvIwqeFm8LJwDfRcji4kyRApOyuck+0PkyBgEZaIYcsuUtRo4KUERtMyCNdTbpfU8u27iuXVrfxFnt6gdGNbudSXtWl+Ghxo/BAU7B0vaiZFux5k2mHO8ZaBHWwZ6tZmDwiboFg4Cmzh0bODAsZ5DRqlIvZhTVq/MOxeiyI2NMUH18vvYCL1kW9UOIW6HjGVWquNMzPFOOD6/pLG5JV2dW4ZWdHWxpnHeJccWahplgx7lrXJ0rqJRo/NVjbFRjyEfX6xrFseGp0012PSbmZdt7DwxcjPjFByLBkacGbC+gAmLpQnTU8AUA8ZsyIwHOSVN5hyLpe/kgTzXhVqnegzWs3DbRmGOjyMcMO6MFAE+V4uChNE7FvcOJZynCQrI8/ytTtQlswlHeSIPhYx0lMuEqmZFHR+e1+fOzOjTXBN+9uyMPndqXEfPT6jWamnPtgHdtmNQd+CZ3L6tWwe2FrWxJ1IXj7ae2yOxaTnLjzYH8g9ULNC2nBpvciBkFJp/yTk9/zEeBCD6Esp6rZDTtbBRKRDvyCeKYkXA+BDEgmLfAjSTPe2QWJF3iiknIlVMdBFaotAiCYqZVMqcSsGzmTh10z8xTqm41tZKXR7qcWI91/eu2RZXZwCKc+qc1YUMyMs5x/fOV8aqFsibL4qnQMrrxPzPfbcinHNyq9l0ygh5GbaBW9gcJSu/0WjKnMosTeRwKsxuhPNhY+TNIVlzQJgVHvvIgT0JOOrrKSOSY9QMHuoxK0D/iFALB31ufllTMwsan5zX2EQHVycWdZWN4+rkgiam5oif0wKOCms7tw+MCXln2EjKQh3M/tZAHUXZJgvQjPpl6AjqLY66O+TWlhzkQ1fIU3cqpmtArrU8V2nH/snVEZMjqPNzW9A8LOZdRsogy9vzqBeHhuKsqpKrs8h7veLWDXrN7Rv0Zbdv0utu36jX3bZRr9jdq3t39OienQO6a+eQbucZ5VbozVv6tJnNpYt8isyJCIfHr9oEFZVEoQbs2kE9duytMYEYEDqGIwaWr1zQ4fMahlyWIs7kFXBKXFwURi4XeSX0U2BMg8uUcsy28Td7yLLAnKCditTmJiCLS8qYN8FFSoCKXYStxsQ7iWWN3hYgwDrW2x2ptzuov9jUQLmlge5UfV2GoN5yUE+OTF3FRF1xW92lVN3GF+ELoJSop2S0DTXeYHxbfegauuOmuqK6+srEFVP1sLaU2UQL1kfUO+L+NjJnzBcVR0V52hHR/lKpi5vMfpWLXSrgTMXoGS3CF+A9t0w+dYpYr2PZv4JiF4EY/YIiX5Anf8d363q6SrI10juJtnv6NTinlLmUMY5iHJxDGzjZP28i5eYWxPg4cVZVoBMTMkyISF1m39HOKClQthSTP1koMJhZO8XeHAga6uvSvu3rdYDnuNt3DOiuXYO6b++QHrxxSK+4aX2Oh25er4du3qBX7FuX46Gb4MH9e4Z0545+3bEdsFbfhk0eALdglzcR3gdu4hlp97Z16u2ytgflnyDXsuu4PPDy++Zfyk1iwlv9nIvE80yiZTYbezde5CZkgduRWW5NZqqpZmpBUzVptmEImq1nmgGzNWiORLPcruCoayXxTPQSk7uolmKWIpvoMeECMBoxuSOM0uChHaRYpCFzhDF+49lCZNSQXYvHyOGDo2cx7qBEtvBkbC5Zzls4kYUDJ8+A3OhaOOVZyfQUZeikpA3KyMogOZE1EygDqRz1SFxBddejC7NNnZhKdGwy0dGrDZ24WtXlmbraIdZ2TmD7ufa+DUflli292rOxpG41VaQsx8IoBf45QNuYhhltDPKInSQD3yHOmQ5iget4U3GOPGhvhl4AKToZsrWw0Yw0Im/HApXDxQooh0B+mZTBdECAVgc2RMvXauXZ9KIsYyHIVCDasxoVyauIgxLjdHSzqDRxXmuj46qOgLFJVa9Oy/5CbXV8RvXJGdWm51RbXuEKtq1ms5kj4RkpI9/rYeWuhWnG//RXoF2WiXNOnjFzjn5EZvLnQaNEH9jmBOD4ohfpg4h+tD5w9Imjj3MwWo4+yQHvAWrs914uc8Col+gfQ2CRz7B378uq4KivcCW+XE20xCl0qZKaT6cV5tEyN3EVi8PJq9Za8myIqeWBnQUmYsA+AgMeqOsaMid1xjpcoyl185FTcNiqAO0gVoF/GXz24vYjz/viemrpLGyUfDplZMrg83wdNfBBdqMTcltuK2Y+FXC8C6pry7qivuzBG/WNj96kb3rVTfqGV96kb3zVzXrt/o16+Mb1euimjXrwpi1gqx64ebvu2LNJG7sLKvHsGydtRdSxEBcEkawPaLenDzxzwxkPXG6/mbxDkitaxwT0aSlhvufp87YhFmlEHo4bPFf0rAiJ4qLkWYkCT3oee/StRL5pSNl9ApumU4tDyGw10sRyqvnlTLMLbZBqYYmxW66rFAdt6i9oI87BBjCEY9KFrF1bVlJfVtpYVNZazvk2NxtJvaEWDrz95klST9XGJhorDTWByTNup1PW2wR5gh0k8CnUZIaMNTintbYy0K41yKOez686c6xZq+fz2fuYxkUKHgs1RE6Z74CTv6IibgzyiH5x1j8Z34DxWK+ErRiMd7lOJjE/gsmxDQxdwgZEvgyFUvo8t0fi2ngbgYziQkS3BySkJazVj4N68jQ4xreDWF6x0KSeFIWS5SFZvVKxeEiWL2uGU6RC1EXYi+UaB85r61BJN2zs0s2ssbdsKus2DoV37RzUHQZzWlbpnVDD3bvX5U7yAa739g1F2t0v7Rlw2j0o4a9ox2DELUyBfIvasbFXg4yt/aaTsxrSFuaRb7Uzr5fp5yXeMCyVjsc0+O4UnMchiNR2AG88wTjaBbZaaN2VVAtFNV1BCRtggqeeA702SCI7eRQVkKekT8griyLyjJTBd2QRC4ZXhtHaF4XKyjbTDiZwQXIul6UYqJ10LI7kuVx8LJwD3YSJ5Cgr5rQgzD41jztDCd6RKMgxoXQNndY6BcowLTHZCJmWZBMyh+Scs28KxFt2KflZmxtyaoWI01gks1nLv8Bi0MXs6fUt9UUt2Q/4dvlU9vMyHAFkH+vXjHpaHxjNmHiBPGXloEBpefkZ5ecLALLwIqRy+v+S96fBtiXZfR/2z8y9z3jn6c1TzdXVQ1UPaAAEQIyESJAUBYoMhWSHHJZlSyIlOSxZsoYP8gc7whF2hCJkyR9kh8NyMCQCHCARIkhiaDQIdqO70UP1WOObhzvfM497Z/q39rn3vVeFblCmREaxcN79n5W5cs5cuXLlyvveK+FF+pQo4AKiheKxcDyNhzxXyOsSSquMnpuNk1AMos+JjEyPnHMkZxLzUzLHZih45xTureAgAAAQAElEQVSATwl9FCt9lJNut6lcTvaME3neGfLkc4RxsvfObT1665YevfmuHr7xjh6++Y5237qpvVt3dfhwV52DY/U7fQ15xhjxdDSdzjTnYHiCQkVR0r+of1yfau1Ox2ceo8jcJg51Z9LnEs1a24nRARu3ErwnqPK9hyc55rACpZjZKq7Tj7OihCMukUi+yPomBTn2imNPJJezfhmt29zn8q4mx56Ktj4uk6VH8kTCEQVePi0vrEVZwSnpFKRHA3kramEr+xi5rM4nyDgQaorWBvvV+FJOj+kjdUteqUJQoq5U8URrIImRqJILEbYe1IK0wrPNzlLQDQ6NZ9dzPQu9uprpynKm8y2ncw3pnFGw3XRa56lnKXOqc+DRO7mIeCZ2M3USYr9RM2E4SjFxAEeai1UfQnDy3is4J+eBO4PkvOT58ow9Y75zDuW8HlSjvYC3Qm5MuZnKQR8j+kDT/WMVeInnh11N8BRPujMdHc30ha/f1l//O9/Q3/r8m/prf+/b+u8+96Z+5e98TW+8eVvPnm/oT372ov7Up3b0pz65o5/GY3Sdp4WjO7d195vf0b033qz2wf237hK+p3vfuasHhm/d1v3Xb+ouuANufe1t3Xv9XR29s6uT24fq3D6o0DV6Z18d0L0D7+6henePQRdeh7p3devbd3TrO7d1+1tv64CnnTkGjWOeKtljHp3EPDiZ0VfLTb5y9l2E5+VIS+yHkmfFOV7fGbTkaZcJlnOk2g8goscQqwIvncHDqADD6Gk5Ea1Asu07w1MsWf9YcuTHoxcDWTNrFllMMuMkydY46UwCq7LWqIKEfItLoKNUsB2EcVzn4tnEM46NqJYX3iUnllp1Gqqzx2ucC03krBE8/EVag/yWnmP8+DnyMB9iKI/AGExVw9Od8+QYeJL3lHfMJ40r8WV6F/Kh/GH6PrjjYsGTkCZ32kVbjEg4stlLlFSBgHBn0tzXNUOpzX2uKQp4zqYoOO3mZJ6BeXQc2gJJPBlVKBG6EqEqEeJY1eU1p74CpVhAy+QQtwSkkg6UiEJJ3pL2yyouUa0icZqTpRfECg6ako6WiHNEeIsYNC+DipiRWkOp5cDoAmWyOGkIueWPHNax4uXUnCnhalbE9EgzehBpR9TlNaXxOTlKak2uZHPN6XlSi6ei5TxpyQSejmVs9MA7eo5gZ9wyPRvEIeAxJUpKNo+JeYscDKWNG0TmNzJWhsEMibojmziKLyX4VRrKWCCB6IOi84qMuaSEhRNGSGReS2DpCSPNZTW5vC6FhmyMZTXmmpL1nHEn5ks+V7K6DGKOU+Jb1CqLPEYso2IRK35O+zXaDrNS4lao4UTCA5B6Q0VQdAeagTm8YjjlJlkqUdYMEjNEzAiyZgyROUPkZGEDrS5+ElvFsIj9T/Jt7ZQo4RgZC4rJITvWsKNhRwsVGD4tV+M0WgEeuo4csUIkYqtpYIIqXkWRC8eqCCoxN1U4Kcu8fKB2T0XICUsk2WkMy/mMsK1BDcM5ExdpTedeMzyPsxKKPM9YtzmXgTlyOidcQEuooYAaZmUmw7wMFZ2VuWbFE8yLmuax8T4Y7ww5RmLGGgeVhSPsVNL+nPYL6p5Hr5Kw2Iw2vERaJF5Ai7lTKhgn85oj774YKZRjZeahmE0Vipk81M/gz4Z45CYcHnPV2GM5+82XyAdlZUiRuU+2LBLTJftAE3w7UC3Be6c8z9VqNSs0jbabalZoqNU2NLXUXtLy0iq0rUab/BhKS0vs2VqpJbwdsdfDKLivAwyOozduqsI7d7V/Z09vvfFA/93f/or+8//qd/R/+i9/U/+X//fv6v/6//od/Rf/n8/ra1/7nl65vqX/1Z/+Yf1b/+xn9L/9c5/Sv/LzH9PHdup688tf1a/+0n+v//aX/5b+27/6t/Rrf/039Pf+2m/rt375c/r8L/2mfgcY/d2/9jl94W/+doUv/+rv6s3f+ZYefv2mdl+/rYev39LDb5zhJmHDLd37+h3d/to9vfPVe/rm3/+efv+3Xtc3fvfb4Jt6+M59zfHs+HmUzWdgTl1ZyKWkHEOtjicvICvlNLHGibWNKou55qzNHJ1V8rwWWbvkEtOekNyoiIxGYmdIFo5J1aWJ9YigVCkrZ+Eo+3MWL0XjctTnKWdw5PcAabGkCopsAkA3WVpaIH+CJdbYAY/+83Ly6Ekh95LtFQOcUCqEoqqiQJ/NkUfbM5O52EcenZ1zxtRUuLpG7CkcTxrOEmmS7ZOomsQ5Jp/TF4dXBg7zljFvOfDIZrD+gjNhtPmxruhD+vEf5HE5BMk97mCSCZ0JjhCP6v9C4Nbc4zAaTmYaIwQjFnuEIh0UQQMUYx9aAeOgD3rEjydRu92JHvYmuEtnetCb6V53qrvdqW53ZrrVmerWyUw3caEabsEzevOU3urOyVPoHu7we0Onu4OkO/1Sd8G9ftR94g9IezRyOpzVtDt2egTvYOJ0NPM6AHs8O+0NS56lSu1X4QSV9sm7B/YpuzeW9nC9HjKwzrRUD4HuzjIdjrzu4ea9czzT7ZNx9cuwB0fHWOlR5xtOPK3rSivqalO6uuS0005q+7k8wu0UmU1DgvLjAl9BCYURCS/gldiAiRT78WxQBycx8XMOignKH2+vuBwtMBU2QdJ45jQibcL84xXWYJLYfJLFpxwoRseWTr4pY5laGOU0YoyjSUH5qNm85DCMGoxRVCgJ4V43JPrmgPdBFUKQ83aQOjnnFIgHT5oIJ8c292oSb7HRDU3G1yB/zQVl8J34kM+jRLzzCpT33ssRds5SnZxbgJz/k/zY/FlFZ9TCZ1gYKLFSiGKNnKNtudNko4D+6gynKWIfLKDTpASlHhS5qCfZye0KcrHmhD3Ku1bzWl5paGN9CSxrY21Jy0t11epOAePWO8nhPUmqa4asniD3J+yXI2TtiPAR8n8IPeC9dP8xJjw3GKZQw1hHVoZ9dXSKY/aV4Sx+0Jlo73D0Huxb/GisvSPjj3VoZWjvpFPoGLpou9B+tyANHnUcgw796fSIs/8O+0kHPIEcnMx0dDzUyUlPx52ejio6VJd9P0OOHQZzFoLykDCL2R/cUB2HomIp2QHAwYc4KPDlgxPiwbxITpJzDkCV4CdluVe9UdPycltLSy0tg6XllgzLy8yvYWVZq+srWttY0cpKW+1mphZX7CWjdWk5zxSHbPrBVN6MbOAnU2V2wKPXZjzF7e8NxaulHnXRDSPp7pH04ECyp7rlZq5rWw09sxH0LM8DV5ejVt1EnUdHOtkfadRNOt6b6OR+Tyd3Ojq+e6KTByfVL7AeQ7tUOtgbqLfb1fhwrDBFD6CjStot+3OV6MkzFIQL5rHkOVBTpou8095cg6OhRrYexz3N0Vn2e1UhUyVXIYvyeHJNnwTmMzDewP52zqlg3ksuUAn5NAMiBMnjYRAU4ZVRR/j9sDTnE2uRtAizh72XwgIW9HydQegw239n0OnHnVGqsaBzTt7qBVJSte0oG08BoSrmh4SSSwuiIrHfKlhloIQzmRfqDEbaO+7o4eGRHuK5fXDU0QM8vbs8Rz8i/PDwWA+Pj3XQ76k/GXPBLlUoKZreRQ4dRrJ/Cg6jjZZFE7RgP47pyRQCk6oP34eV/EAPylkHbTEMpizygKSyPCPeOHdx17/z7m29/fa74La+/eY9ffPd+/rGrUf62s1H+uq7C/q1m7v6fVyWX3zjvn4Hl+Zv4Mb8ja+9q7/31Xf0a1+9qb/15Zv6lS/d1N/8vZv6G1+8rV/+vTv6q1+6u8Dv3dUvffmufvnL9yr6S1++A72jX/6S5bml//qLt8h3e8H7/bv6a18h71fu6G9+9a5+4409/c47+/qdWwf63FuP9Fu0/znw2289lNHPv/lAX7i5ry+S/oVb0Jt7+sLt/Qq/d+dQX7pzpNcfDfS9w6m+C77+cKTPv32kX/3qQ/3S7z7UX/0c7Xz+pr7w++9qrV3TT792Vb/wySv6+VfO6ec/uqmf/MiaXjpX43ZWiEuznHMVZJs2yyCeuG2rpCg+TsT5EmAX8i37OFJTdHrw8ETvohXfuXWkt28egiO9c+sQQG8f6d07xxXevnmgt989qPi37nV150FPt6HvkOcdxnfzzq7u3NvXrbt7evvWA719875u3nlE/BHlH+jW/Yc67g80KxM3bAegKI+CzpQpyp7W6I7m8GZoh4J8BZvY0iI3jkTYvCsJ5S7gSHdFlCPvGaiE2pKc81C2PMpGckpQg1A8jq1vtIL+x39MMZ7V4pyTc66KOmftlrRdyiVVEP0QfZBp3gpOquiivxaOxA2LfKqKmGJLtl6nRoowTOTmkpuBqfI8anOtpcsXNnTtypauXt7Sua0ltXnuCG4q89hxkdV07NXlaeEha37vQVc3752AY93kYHuXA85wE3qGd293dOvWsW7dPgWye5NngJvIyy1w896RDBaucO8YmXiCm/ePZbgF32Dhd2jrrbtdvXWvp7fv9vXW3Z7evDuo8A5xw827Hb1z50Rv0JfvwXvz/lhvPhzr7QcDvXOftAfHevdhR2+DtziEbx8O1bEDNdVVcIsvXaYkJxODgI4PwcuzP1zwcs74yA3zycTIJcspEXgPPOXYTgocqmasZHmQIa+oV8Z7U4ZhmNeczECs5U45G9JuwwF5zYrEPdxLRSmTWyXSnVfNB/ikIc912m76TI0gbuKgdBznQc67qp9RSZPphHUbSDwF5KxlzTnCDfm0Sr1txWlNATRjXXW8mFmtKV9vyNVyJQyGmAXmxKsMXq5eU8yYG8aQ4EdoxBBbwCkyhhKPwTSOmR3kBnmzXyhNwVUHbOkKTcoRT85jlX6qgifmOZhqpgme3LkrVFA+4Tma8aQxm480x9MbMVQifoYzlHi1ChAZbQmMGhIH9dNYrA9r9fQeJyzwJF9SSon+AqYmMj/JeWYOGIXHZMn5UoE1yMjrSKWQCsIsk0r2ZAQJD14ij9VHbdRZkjORFTAHJZgzJyO8dt3JSCej4SlGOuZZuTefqTsdqzcbazCbcLmbaMq8zFypwhWK0Ej56KNwChJPsr3smAOTQy/J8UfoAP3T8PlH7KON8x+x6D+JYo4lqtSBhDBE3PoFG7oEs1nBhgScUqNJyW0vqSiSptzKx9O5xhNwSu1f3xtyK+8O5zrC+j/uFzoZRB0Nkw7xbhxCD6AH0L1x0j63/wXwakwk+wXcXbwiu6TtkucR4QeDUg+4sT2k3ANubfd7Sfe7Ee8G6Ja6x63P8vdSQ/ZLrN0yFzaGukXQEPf4UDX1CJ/Q32NuSFz4dMyN1XAyz3RiaWXQAekH3FKs/CDW1cct3om5TpDXrksagCPyeDaEPe2s4S3ZcBNt5zNtN7iZ1aTA80E5R0nYX6nGVSjmT5HNzGGfFCU2u0PwFytKxUqIfiIamfwoJXKx0Yd4O/rcqjqgCzpD5hEYNfSGUcY32huV6jFfA+ZvgPdoUFGpx42s12dzDmbq9Kc6wQ1s6JKhYH0A6gAAEABJREFUi+ul2x9xC++rP56h3Jwih0XpgxKQC/TW01Ongj5GJ75FHgIoVY9CtZuZDyhuB48R2Lej/wYxhoAiyqgrkIdKbWjAxqrHtCpDeecsRCX/GH6cc3Jugaerd849HT0NO/IGOghMIaVTeppakYSSJS2ByBgj9URHEfFVZRChKHEA1Dks241MrXqoUM+kgHJM5dRKK+Owymo5zIxDo9ScfWceyzmH4jx6FS5nzusozoaiaygZOOzjU5inHNswaJ4yQNjiYMaRayiUqQy1P4ACF3fhc5XQueWNAUOVOtgLc/bQNNZQ5DVN2ANTNHdR8R1ucq8hnrlBkWlIvhHlpvQXNaERxml/ijxWiJQPjCGj7441L1XiXYxYZSXPCyUeFPNombE7L23scxXlTBG+HXSRvZLgJ+Yksq8i+6kCYUsvVQhNxGSXEocLSyGWgnBCbucq4kgJgxH7REyMOK+VpmSPXhnz4fNaZSyUyHOhSLtzhThVFidqkpEzXetOamN0r7pSZrgUjKtUQ7GxoUl9U/2wopOyoW5saE545lc0jcsYSuvKXS5Hn0sOyBn6YMY4qvVlb9ghTLWMV5owcaWSbB6ewOJJkf2USJOLEof53OaviueSy5CfunxWV+BJ1/vANmOeOWkSE0EJ5qCUtT2P1gJF4JOM7Nm3k/QEiQm0cmVytOvoD5ScC75XoqzIY2XoFuvJXmYsZK7CCWZKrgo77+S9r+Cck3NOfC36RziRbmMp8egk1pNCclTnnJMPQS5kcsimdzX5qh6nzCfCUQyTqnyFFGlPfMjj0Em+Qq7A87YHTJCiY15CJhmyXJ51D+y7kHt4nnSnufcVonNIleBJiWoNDmoR6x+ChUovjW3cDxWYjQ/ueEplrIE/RZDDLet9Lgffs8DBh0qAUhKCK/gSBrkarFULZltSm5VsI0QtaJN8Dfg1aP4USK7qoaGK2qKfwXhnQDdJkUrRPegG2f48y2fU8nmSawh6k6tOw24n9DdZz5yX9ZnmFTEOEpvIw8sQ0Mx7BefED/Ay4XeUcy5XIj0yTtvKJR2IKMfI+Ara4XVI2EiaO6kg/xyXYkhRLW47NTqS2GSVwqXTnkHCVm63PANxxyB8KrRAqUD9HmkPbAdHPVQrQ6KtMjmZoVD67JQGxapvxFmLCErnVSSvknVSrS7Ppks+V0FawRiilXWZZqXTtFBFSwUl8kTWtExBJZtfoaYEzuqM1BuZnJLeMG1Ms1cyHmMsXULPl5rTx4I8BXNfCEVKPBF2jhEk8kcnB5iKijoWwpFHiW/SBZw8LQQ5+is+ptwg/1h+3l+3c07O2UwvmnP0y1ufgM5A/6rw05RwYi4qMJdROUNcIDGniTlNGAlWlyes6OSR4cRtvZzOlGZTOQ4qh1xlrHlwJfJph+iYrFPNORztNlxSqLrNBbFGkfmOKhShqULBfBZi3qEliJ45D17xMZCfAFiTkrSCPtO6nc/AUYfDIBXU4FQwFXSVOYnyrpDnIHSBcEhyJrsggAx+IN05BkXdEZSij/TNeibHAU+fAxaBR14Ta+sCDCc55N1V8j+Xx0Dz1OHg06BoUD6Qj746EBiHNzjJ00YAzjmrhFHTNt+BfWX5MtrK8TrkbLisHpRhAeZQj/cqugk9Q1ojsoZBlZdN1V1T3tXlahgZzbpmjVxjNvAEZWaehognouXHeuFiSz9yzenPfKypX/zEkn7hoyv68Reasn8o7Lt4iH8N7+2vfHVPv/L6gf7uG8f6+7c6+g63ou/tjvTu/lgjLkaIh1zGmvtCTl7BZwrs1wUNst+lCfS9QCZMRs0YichFRGdFDIpY6ZRCRUVLDsaZpuOh5rOS+cxUzIJKnrbLWa5U1iQ8VYo1OeAxKg2p8OSJ2MoA49GbfHJhc9Y5jFgZLGw8l4uJUSIeQUXJnyyPQXVGAQi75AkD5+QNIswonXNyLmgxHto0+WTJGJJi0gIyCtNLzkc58jiMN5EppaQo0p2HBlieushInqRSqdoJUVX2MihFJ8/6+hSk0uG9kphOzblMz2dRs2mUUexElaSnColyksoFCsZSmK5kzDP2caFAkgPkIwvd5pufqOScexyF86H6YZY/6ONxdNAhGJ7FCSiwoIigNHFBnltr65ntll4819JHLjb16vWWfvjlZf3EJ9b1U5/a0k9/+px++jMX9NM/dEk/89lL+unPXlzghy7qp37ogn7yM+f14+T5sU/t6Mc+uaMffQ28ek4/8okd/cjHtvTZj23qhz62oc9+dEM/9ArhVzb06Y+sV3jt5TV98qU1fcroKT71kQ398CfO6yd/+Fn91I9+RC9e29b2alMtFM4a79Mba+taaraV0//cOdW8Q+wQfQQ9JqeIUJZQ9iwKIKkgPI2ZxmBauEqA68Fpue610fTaaufawPJaYg8v1Woyl65nl7iylE+l6rlTmzfulVYuwyoZ18Eyb9/1WtBCyYptnKr8HmUdKFdtzkrmkfuKSkJ513Jf1VmvOTXoQ6MeoAvUiee0l9e8WryHL7XrardqqteknA2f+0RZAac8k4IrlYVIulcTBW51Zyj0GgWyHANF0pibYc+8Kni+TvDUHON1ObbwqNBRf8Iz0KSiHbwvQ97rZ0WpMgn5ELuWAD+Sk3NPQU72MSUiRq6zeLLMTvapFBmKyZSyxf9hSMzRAuQkzPd7fpxb1FsxaaeaX5qrskKtPUc/HP1xbhGyb1Ufx7c/xVnYMUYLOyXKCTkxyioycC+HYnTIkqBCuS34gbTAvAdlPmO9HQZpqmTR/jZBK2PdDKxhsxZlTz5LTadWQ8isI+7wtgCs+xbr36qLdXMVr1l3VbiBDNQbXoZGw8lkwniNmlSnTAM0z0AZ+/2LdjOoiTHfQpbMq9O2MHW0KL9Ul5agbQPhtrVdT2qfwvrQyKOa8NtVP4NMttvI9xJ1LBDUpk0LL7e8lpqS1blEHVb/KvlW6cNyVSYwTs+Ywyn8adyok427WZOadcZD/2v0NWMfZdTv2RuBcI4s5+z3nD2Qkzlv1FU7RVbLqiWJ7DODyWrI6wr1NvxM0XvFzIkzTpG9oEZNkTUpyb/azvTTP/SS/vW/+OP6l3/uVf2rf+rT+l/+wmf0v/hzf1wvPXtVX/rabf0//usv6D//61/Tf/bXXtd/9te/rb/2Dx7wTDzQNx9gqPDMejCYcyko5FwpuYQMif3iZPrG/nLBiMNzhKFh/+z/3nFPdx8e8jx7qNv3j3h2PeCJbo8nXnAH3N7lOfZRxbt5d1/7h30NxlHDIRgl9divAzynQzDAk9qHXwHP6oD922Mvdyrv6Uid4VRd4j3K9MelKpCvNy7UG82pa6r+aKoB6OMJt/J96uhPyDshDzz7RzzH81JjPD82hgWiRninx9OELknCqa4JenRBiaMr7R/tnKA3plgLdplrIA911jJDX4lPkaQp0zXCiBhSdkR4zMJNKDtFR0zA2FCl4cUrvSZghoEyo8wcWkSnlLyc7TsuXgE4l7EOQY79KdIqfUReZ2A/2/4t0QcVSI/kLPEKJvZ0IkzX/kj8+A/yKL0rnfeRLjoEr9TRYKrD/li9wUjIkT56eUM/+cKWfv6ldf3cCy39z3/mGf0rv/AR/dv/0g/r3/9Xf0b//v/6Z/Tv/Ks/rX+X8L/zvyH8r/2s/t1/7ef0v6vCP6P/PfF//9/4Wf0Hf+lP6D/6y39C//G/Cf4tw8/pP/63f1b/8b8F/vLPkvYzpFn45/Qf/aWf039oZf71n9P/AfwH/8Y/o//o3/wF8Kf1H/7lX9B/8Jf/jP69f+NP6y//y39C/+xPf0JXNjMMiqgllFU9z1HGDa2021ptNbWCAloC9VouO2APukMdM8YDNu5hd6CDzkiPTia6dzDS3b2u9vaPJJ5qXri4rh96ZlufubSkH726qs9eX9YlDpO2ixg9EfEtxNxpCwPuhavn9OKNHb30DLixrZcJv/LcRW1vr8sFr+SckiQIiGykUpE/qeKWfFOfF0aF09Z6TVcwBq9daOvyTkuXDOfaunhuSZfA1QsrunZhVVfPr8jSLmM8Xtlp6yr08mZNF9cyXVzPdHmrpqs7DV091wQt6mrr0rllsKILO+s6t7Wh6WimBw8OdPfeEQqygyLs6ubDoW7ujvX2/R7o6h0U751HJyjRAx0e9zWbR9lG92xon5xE7w2VocEAXQgo5FRBHAYSeeCninpyMxcWB3KeZHjuCS99n3B0aTFb0MT8U7sSYTsA7GJjqXSKFmgF48QT8lr8ccnJobwMHsVk/a549J/GJfIuoOpDduoW7dEn6kgG+pkMhF0S36JUAkadHIVcVZ+XjEtciRB9CQ6Ke77BobizscK6berqzqqugyubbV3bXtazF9agpG0uVfTG9oqub7d1Y3tJN3aWdP08fHD5PGtoFBm4cnFNVyh39fyqrrKuhuvIxw3Cz5zh/LJunFup8CzyssCyniVfBeq6cWHpcf3XCN+4sKxnKVeB8HVk7coprtPuM8jlM+db1NGStXP9/DrlDau6Qbkb5xu6caGhZy7UAeHzTV1Hfq/Tp+v09Tp1Xaee6xdXdA1cv7SiZ6DP0NY18t2w+i+v6jJ1bW40tISxv7La1PL6khrLDQUuAw4DxaB6TY59nbJMEblLWa5Qb6rOBSUjzVy9GQZT5KJhSBg5KUiBa1iNFa65wFrWJF+XQk1Z8Dq/musZ9s71jVxX1oOubNRk/zbGxvqyuhzkNx+e6N1HXb39sMc+6eve8YRn5UIH00K7k0KDIrL0mcQBmqwll2uKPAw42LsYAx0Dz9u7PIN/++Yjfe2N+/r6G4/0jbd29frb++BQ33z7UK+/c0D4QN94+0Cvv3uoN2jv3hF6an+g+/td0NGDgz46q6NbxG8d9HT7oKu7Bx3dOwTQu/snurPfgUd+0qzcXeL3KHfvYKA7lLlHvnuHx7q3f6gH1S+ZHunB/rEeHJzofpV2oruHJ7pzdASOqZu6Dg09PTwe6uGRYaS97lSP7BevT6CHQ+0ejwD0qK899MYjyuwfd7ggluiiNe2s1tGPK9V6Ho8nut8b8WQ/1gOrpzfRbn+oR71+hQfdPk/9Mz3CcnnUn5M210Pm7z66e28wrua8DLmEHAidk3xScpEVjmILVigjPNbBdFeKYn2cbXI5+J4o91il6Ni9uVxi/Qg5+E62kZX84pCE8+H7sfF/YEcVVbjEIpRYqAMEZfeoq7u7HT3Y62mI0GxwY3uGTXtjqdSzK4U+dW1Zr15f0ade2NanX7mgT3/0Ap6P8/rMR8ErC/yQ8T52Ec/IJX324xf1w4R/5GMX8Jhc0B/7+Hmwox81DwqelD/22nn92GsXwMUKf/yTl/QTn7qsP/7pK9xmrusnP31NP/HJqwt86qp+nPCPvHpRn3nlnF59cVvPXVnVajNiNMxQNnPEinAW1KrX1OS21cgDl6RcnHsaYNYf9Wfa74x10EWxdECX8MlIB2ykw6OBTth0Cbf8eUK26R0AABAASURBVG5TL3NAvLLV0EfByxz+G2GuRpopc6UcSi7n0NlcbevyuTVd3FqW/VPJO2sN7azVtbPRVrvdVKLhSM+shPgw2fYtOb8ANaXERlKSx42+tpRpm/k+t1ajnpq2odundVZ0o6WLHGrnoOeMv0o+8luZ7eVMm0tB2ytB51YznV+v6QIK9hx0x4DC36HcNsp+fWVJYvcOBxMN8KAMhqV6oGs3M/vlzbHTcOoroAPU5+Y2LZykmpzLoEFCwTsPBQnIlIPzKAbb1g5lRBOMy9pxsj8UkVAAhBP0jJdO4z+AWnmrSfahz+gUJVzhZ/Nm1NIdbTknGfg2VgVY8qRVkTOKAqMjZLOORChrAC/R+2R5CFt9VRnarFiWlYBj7T1rZuln0OmHISiRP1KPgBlQjtu5/U2W5VZNGxy2m+DcWlM7pqRX6qyxhRsy3oX1JmtX17mVmnZWcpCxnpm2VhYwedjaqGt7s6ntDbDe0Db1bCEH2+TfJt/2Y3nItYU8bSEXW8uEodvLp/KBjOyAbbC5GrRplLKblm4gvkX+TXgb9GWd+jeod4u8O8te55adtknfWGrIsLlcl+XfqviO/iZtrUpbK15W5wbtby7XtAHdoM6qPerZoK1NeFsG2txEbq2dVeItDItmy6tJ3a2VturmmrFDqJbJ1WsKhkZdvpZL7PmI7KVKJnO5EOBJvu5U1qUSD1DEc+WypIz1q7M2OevpFZCXmoSBYocU5oRqaUCesVwxlI+jCjnPNcFLTnwoxzc1UC8MXpE0RfaHMPvcwMeuqXm+pHnW1jQ0NPZ1DZSrnzL1VdfAt9RTUweTwKHrtTsO2hvn2h/X4NW1P61j9DR0OCPPtKG9SV1Hs7q6DKQ3D+qXQUMMoD44mUmGDm/Qhi57tEe4N5e6Ron3ee5ZxJM4/9WbQidRXTwpXYyqnmFaaDArNTCKnuyfoofnpDuZqTOe6QTvyslwohO8McdnGEyrC98JnqMTwuZ1PeLyd8wltwLhk95QJ72BOoMhF5cSGWhpY6WhVS53vp6pz9vMMe0c4bE5BidcnI5ROkdcko9o7xD9dID35wgD5RAddTgsdATvmD6Y0WheHexC9E2SeWhKvNsRb40tlmN9EiuV2LeyCEiCyVphxyiwV7PTsEvwUyAGkqxEBfRE8lgyly+br4fkD9kPYv3BHRHrUC1CgYEymc1x8U1U/TIlwjZAKOa489DVKrk5l6zPGP6IQ613wmGOBd457KnD4X6ChXyMlX4COkc9dbGau9AeaT1cmX3QO+6qhwHUM77FT4bqdUcaIMwj6h0jlCMwRSjtHyAqMBTsDb+YjDUfjxWJaz5XnEw0Gw01HY3UH/Q0L+FxCKQ4U+CBKqfDOdIXXJIpHYfiwsMoA0PUaFpqMot4A6QZm7KAGSsUcrxh5kh7k/dydKfWMHDQsVrFJVmjDVfOFGmvZFMFKm+gHGt4bTIUVI6rOA9OhsBGcA6BR2HSC+bYKUanZJtAXo6eLuAlYpx3fEtUAZJyL+VBqgUn9DEw6lTHKGqgaA0WzkjPGG+G0bSgUTWfyE9ZlHEtiLDF4Qco+a2+jHA1P2xeT+9gV+3TwWpneubM0c+AUo3R0/dArjqqPdc8ZprBN0yrcIAfNGdsM+YlkjNkQaJue2rxiRlIUQv6g8Jn6Wf0Sb5AvVnyypizjPkM9MtXcFWfMzOOnJRcAlGR+aiAZ9B+p6NCgO9ZO2dAXpxhRn7DHDoXi099xSlKaEkrkVYNJXTBE3OdDIw6GSx8BovTruhDlQej0/IrlPIZ9bAmWZ6U5RGPWVSWFfJ+Do2qcYhmWamQzUEBD2AUZ/Q7h9byUnXKNShfN5C/xuGbQ3P4VjajvhAKGTzUU+4JCi14RZW+yFvCK4mXCva7JvQzVIdxIU+8AnPnQ5KHBngZ6ZnRKg7fi3mCKkIBc+GZh8AcBMJGTTaNeuJOBXM7r+DZZ4ZKgpDbRXpJWilPvVmWMS811ep1ZQzWZbl8yOS4MTsfWLNwGg9KEns8Vs8pUZ5OOSk4ITpKYRG3Or1L1A+c5M5AsqP9wHoFxueZByErAX1SA5vtoGtbAa+KE44sXVhyurQWtI2SoAn2g9PE5XqAYf9OP+qdgXRrkHRvUOoeTy/2zyI8nEiPwO7UaX+egZoOi7oOgFFDFZ7XdTgnbZ6TXtMJ4ZNZps7Mq4PB0SmkE/RXZx6JS525xZ+gw5PLAqSj3zqgX0oDJmLOnEWfKdlEOObP55I3A63OquQqUo1VzJXY344d5zmwPXvcE1f0sstBlFSynwuMgAKlWrDnK2AYzNHPFZ+08hRzaMGFIsaoErBgrGdDWU67zHtJ2hwP04yzZooenkHn1Gm6ZGb1l0lzdPKM8RbQgrwRmjiPBBXUVZSe0QdP37xYX2hS5E9JrKxoRC4NiWf2xIgd1EUmlD46y095MjPCJz+OzeyDbeonvA9TiCX44A7HIbDOeTnnFFMCqtYn0eUIb47lP3MtjVNLx5Nc37t9rG99b09f4T32S7/3pn7vi2/oi1/8nr7whe9W+OIXv6svEq5A+PcqvKHf+7039CXDl97Ul770FnhHv/eldyr6pS+9qy9/+V19BXz5y+/oK195R7//lbf1+19+S1//2jt6/Rvv6luvv6vvfOuWvved2/r2t97V619/S994/S298c49HfJsM5sXGA6FEgaEyil0qoiQFwj4lLSpCXdkjIxLchIIbNClek2bLW6nvMFv1SWcJeKCyv0mKaN8QGADb6EB4c1QYNXBHkjDUKjlmQLKkiSJ+rwL8h7lCXVA8jI45+VOwyk5WX7bpxa2dCnIneUnXSnxwwrwo9MPSyHPlyFRQQW0hd0UIn0s6atRnaaJBqo8bMAFjUqEmRi2W1HBDo16JtWDVOfgbACjdQ7ShvFprxECaoo+l9IURdfFkDzCBXvYm+oA7BM2LG5OIx11ehpNpqqGgUpwfwBJToYINZyF30/P0pI8c+Cp0LF+Bo+i9dWcOtI89TjZJ/G1QFLkICwNHKSVgeJixYscPgvDoZRRy2c0obgEHGWc0QrMkykx4IkbLN3yVmXIa/RxHadxocse8yl3li76YGniEIxaGEaRuiMHYIHBNHczFRgrifnnGi9hdKRTOHgBfR4wTDJgvwwaeLIIeAg8cusxUqxMIq0qR/50Wlasa4KfqnhSygWgrLGFWWDaYg4tDixu59EZ9bmXy50caclTDliag29pHqs6YKQ7DhyX5eTL5LNMLkBDgHriIBioJwDv5J+Cg2dx52nLkUbeQB0VQi7vgiSvwP4KxB2rXrIvS/Z3gioyprN9Yzmpx5+27wk752XU4Gi3gpNoShYmizzjQh1KQfJY9i6DsmZ11vX69op+4uOX9M985pJ+9tUL+lk8vT/3mat4ks9ptZlXB2+hmu505/r6o76+fH+g338w0Dce9PXth319b3+sNw8netvAc/JbB0O9dTjS24Tf3h/qDO/Cf5cnkndIexd6m/gdnlHuEr5b0YFu7/f0Lri53+fZZajb8O2vdt+mzG3qszK37QnncKA74Da4i5d4l4tgl0vemAvWmdFQcrjPCq9pkWlcBI2qsDjznZLtN/ZaFgMilTE6rwZr3ax5tZCHJvPTrEmNPKqBYd1AxprIofFa8FvIZxMYbVmZWqaMiS4wOBKT7JKUOU9Zr3buFkCvtnKvZh64aDnVgldOmZojTIEGaLK/mkYBalsN0uzXEerEz2DxytRi7UzPBajZGBllzbgOGKAWDuzPDARZj+hQZaiUctIpnJxZrsokXdeH8eM/0IOK1jsWQU6eheZHyIPY2xLCMvW5BqrrpMi1O/D6zp2uvv7dR/riV97Vb/+D7+hzv/Mt/fbf/5Z+x/A739TvgM///df1+c9/Xb/z+W/ot3/7G/o8qOjnXycOjH7um/rt3/ymPvfrr+tzvwF+8xv6HPit3/iGfvPXv6rf+Hu/r1//O18mz9f09z9PvVbHb31Vv/WbXyHtS/q7v/YP9Hf/7hf07W++o4O9riajQgWekQLX5HQ0IT7RdDrV2P4aNBb5pJS4dJgekzOl6aRaLl3aWtbzXIleOlfTS1u5XtipcUvKZV6TbD5VKGZybOhUTLXEqb2Cu3ltuakN3JMruJ29dzh15qCUGUmz6gYwk9E5twm7DRjmWP0lyrQAFjcUWP3JDl55OecllIE7DVdUrvrj4QUflNFvT3sRgyRhgERuHslAHG0iMss5iEsVpUahZuQSceAZvWczOpCjjFfaDW2uLWmLsWzy7LC11tIO4W3oNvFzPAXtrC9rtdWgba8R87rHO/X9vUOeAY91b69T4a5RPGf3oQ959+7wNDhH8SX6nSS2vsFCROgbHRIdA/Cc9IfH06I8/Y82ZpRbZM4oCd/JwkW0+m20Hp7BQY1nlS+o5Rf9ETfCilr4DNTnFh1S9XGJ2BkiYZAiSQgRc7job9L7aaLc+3kWT1aGHhk9w2K9qJN1cIE+YkgVGCpmMDSY//b2qlociu0KhHcA4dbOsppbS2puttTkua65DrUwaG20ZWhCm5unYaiFG6SfoUm4Tp46ZRugyr/eVmODelnzBuEmclCnHw1oA14TNFbJs9xSfaWl5uqSWshOE159uU18Re3VVbVXDCtqrSyDJfjkI0+DvdK0ctDWMnyeGFsGwi3Kt9rU2WqqBZpVuKV6o6Ecr4k3ZcTeSNzgbRkc6+VZO8cSpJiYyirAVCfWSvLspcBeqfYLYeecvKcEcBVCFXdhwfPeyQHvJRecPGGRtkhP2HcznWff//DL1/Snf/Rl/eJPvqg/9xMv6+d/6AV96sUL2loKMqmTDzyDzHSHZ+N3cGu8czzTO0cT3TqZ6i7x+3hW7vcL3evNdK8z1T2eme+cjHWGu4TvHo91D3oPg+I+9H5npAcYIPb7Hg94fr5/TBz+A56n751MdIf8d48numttVJgRngMo7d+tMNct+nGfcofjqbqzmfpgCProR3sm6fHkwyuN+uikAfrEfjF1jtxG5loKCsz/KnrgCjJ449yqKpxf0TMXV3XDfq/o/BJ0eYHzy7oOblj6hTXdOL+uGxfWdY1y2ytNuQKXDxcqz0Vyte51dWNZz55b0/PnAfmeId9lZHEHPbuFjtpaqmuzXdd2K9c5ngnPLdW0xRP8eitoA7oJNto5YQBvvRm0zqWzSie8aYBvdINnwwUyrTUyrTZyLTfr6Pa6WrWaXGRPmpChb5L4OMeXl3MmbQQ/hD/+Az0mBDCh9BML4r3XEgpinUNpiQMq5l77/ZHePejoXazzO33pbs9hqAQ9PI66fzDXg8O5Hh0V2j0qtXtcEJ7p0f5Eu4dT7Ro9mBIHe1M93J3qAfQ+9NHuTHu7c+09Ag8Jg92HUz16MNbD+8Dow7F290jfL/Tw0VS37/b19s0TvfXuMTjUO+/sa3+3qynvkgVu09nUa8a763SeVKGQcJxwR80UuXklFIiJW8aKwFELF/Xlzaae22nr5QselCw+AAAQAElEQVQtvXyR8HZT5xDmepwoK8aVclJJ2BVaW2lqA0W9sdaGLqvNppnPJ+r1ehoMBur3+sDoQL1uv4LxqjBvsP3+kOeskUbDsex/1DVjhWlH+INkKo4d4ZyXI+z4dhLfkneuQvBegbAqo6RAMZfiS3yRL4IkS3bOycF1fBs8e6sCh6RD6QRQZ203Vtu6sL2m8xyG57dWdZHwJQ7CSyihC1srurC5pHMcZJurDbXZzEUxVa8/UJe34S7v0Z3RHIVcaPH+TJgnwU5/ruEkqUxYf6FRzXtkTMnRKv23cLQwMJ5hEff6/jRIrFviwElWHhhNLpMhykMNQcnCySkBh0L1xI06i0di5qqOOUoox5GRPYbDXbBAYCqpi7KR+Utg8ZNkxofFDURgux8IOzTF3J/BOa/qY4VP4eXonUCSJSfvVLgk36xp6dyWNq5e1OaNy9p8Bjy7wPozl7R+/aJWr5/T2tVzWr28pdVLW1q/tK31y9vauLIDoIQ3wcZV+FcMW+QxECb/muHilh5TC1/c1prRC/AfA975La2c2wQLunxuQ6vEV6HtzVXVVltVn0O9rqzeUNZsVsjbTdU4XOqtximtK2/VVTcsNdQ4RZ08NcvTqqnO2BuGRl01Dos8z+VZe8dcyRCTZngAijmyz0GqBDfxxX5wHCqsnFhBVbLunGyOnWQlZR9mlyJeQvaEPnDUrQrwPKUtLKhzMg+DrXkgKeP23ebGbR7Wq6tBL2w3qovMpZWkzXqhFoZlXZJ5YMxLOaVLvPRoAg+1dEqdZsQn1D1xHp6nFKBNe3aZw5uBKb2dRKcFpDFbfBKlqYHwWZwtphHtDOD3yN8rvbplUDeegTj8bpUu2e+pdNGHQ/bCmDasrP0TCiPyDCt4GR0xxyPmcuKjZp59zPgjfaaItjFIX7lxQZ949qI+8dwFvfr8Rb32wkV9EnzieYs/wcefPa+PP39exre8n3j2gj5K2evn1lXnqTzjaa+WZtrGkHgeo+SVq1v66LVtfQy8fHlTN9BJl9fburDW1EX07UXopbWWrmJQX9lo6sJGA93U0PZ6QzvgPLzz602dJ9959FWFlbrOrzR00YCBeRFD52mcx9jeXl3W5uqK1jGWl1tNW32hQJATFov55Uc2dinTh/XjP8gDC9jGjmUJbNo67tmtrU1dvXZFFy5dlG/UdHN3T199+5a+dXdf7+BmvHk818NhpofjXHv2S13Thg6nTVDX0dRAfFLTyaShE9JOZk2dzFsLFG1oW515W/2yzYZoaVg2KwyKhnrzpvpFU4O4pJFb1divawgdujUNQCcu69jqKJfUTSsaaknj2FAZWnhHco0LpwmHzUSEXU0TMOLGPMJKKfFcNLy0lHmt4kFYD9IaTx4bmmorm2sL1+RmI2m9HtUOM+VxqCxhoGgiYaC0m07LS5mWsMbbbKoWqOVOJQbKeNTH4BjJ/pXJyWSix5gSBubJmfLsURkxg75Go5Fm3F4KbhExJmmxA2Qf07d2wEUUhdGE+/oxYqkIRKYEjbFQMjCOlKJMOQoqS/8DQFNVaSXJBSse1cCN3W7WGFOuJQyQZXy2hjZjXGK89ldNW/VSnCFaaWdqctvJcdXWGw3V6k2FWkMua4gTSTE0FH1TMbRUpLpmRU0z3tAn5jpGcY5RnGOjFbzGKNQxBsO4igfi3w+WDz7GxcTKR0c+gYQrOmrMITVlWEXyMo/NnHU2T1WBtypyE3JoF89I0bNylPXIwgKZHHLiMKJcRYNEmjjekoGDIoGIYo6szQLCgBIfD8dR/r0Qit+BBfVaUPJY+xUC5QIhg9dZn7DklFjrmJKsHV/Lla2uKKytKqysVOF8bVn52pJylGiGkZwttZRxwGcYyHm7phxaazeVw8uXoaeoLTVlBkDOAhqtkc/COQZBlRe+lc0wGkKrpjNkyMQCdeWEA3ogb1gYkNfSXJ6pUNRgPNRJ50QHB4c6OjjSMR62zvGxuicdcKIOab1OR71eF+P9DB0Nut0FzLgnPDTaP0032u9hzPc1xvAfs18mo7Gm47Hsd9JmePLGw6GmpE2h8/FI9ntqJLJ6pTJWCeev7NegMu94IsgUQqjgnNFcIeTyviYfanKh/hQa8llNIa/L4T12LlONeM1JvpjITYfys6FqcawWh2w+G6mBbmnSZj1NVPNTtbIIJLaTTOcY6i7JwC5Rjf1aZ/aarlQ9ztQA9jtv7By1famlELWcJeC0wkCWuUws50FLoIXOgSjzUgCe8dFRxC0HNUX3FHwmtk4FOZEmJcY9Z8xTo1ldRd5QypvyjDe5UOUpHboEyEdFX6qknwnUmYQ15G1zpabNlYY2OPS3MQK2VnJtLQP7JWrCm6s10nNtwtvE47EBNsm7geejXQ/WXXnn5ZmHFuPbhL9DPYYt8q7xZIZDRHXarzHGOoNtsJjtGnMAw+agwZzUbC6YpwzkmVQnrc7k1MhvZVr1TK16rmYtV+sU7VpNj1En3ADQFmiQxymKJm26tPg4iBP61QKEP3w/Nt4P7KgylGqgd6yvciQ+D065LTCKCYaOuCnf75a6y9vqLdyLb+719Y37x/r63Y6+fr9X4WuEv3rnBN6JXr/XAV19A/rNe90q/Pp96AMA/daDHm+yPX3z3om+efdA37q3wDehX8cIev3eob6DV+Sto7G+x/vr6/epl/a+uTfQtw/G+ubuQN/gjfeb+yN9d3+gN3mHvX080O3DDjjR7aMu7sy+bvLuehOvzwPcoJ3BFOUSdRVL/NULy/r0+bo+ven1iXWnS36qVRRPDUVTh25yEF/DLXn90pquXFrRpYvLunChqZWVwLwUCC51cfdxKKeAkrF3zByF4l1UMqOBTReBiDuX5Jzkg8Epr2Wq12uqgTzPFZhvpl6Jw6nK5z0K1imgdDwM5xzlHVolCctECderUZZInro9m8na8GTxQZST2Eqyj6MuR4I3OC/vFwgWRyKjGTZxrgSEgnTcZhSntDGWyrE8hluezRCBKW53aYvnhK2ttrbxqmxtLjMfTdXQCt4FyaEcVZNzKDs1NZp47bF+93f7eNTGeNYmenQ8fQ92qzh81meRRviMh8t6wbMyEz04GuneYV8PDEfQg54egIc8Kx2w9p3eWP3BRH08U0MwwY1dzEoJ4y4wtwHDzLM2HkOmQnQoRyeH7EtOYrTJ2WwGJVZggawKF0xswdwZIvlEHQYHPUNVJ3GjxvPkqyg8xwlhYYPxK2AMeYyzjHkLLqMvQRWlrRidoj2PRSnRt0RdiXoYAmsTSYsYxdAyKTK+FCNrmMQwyW9lCDvAqCqefVkKNBmvqpMAP1XcUcbyI69J1AUW3yIExzI5MvEjo56AUVDSthnlQ7xqUzyE0+5AM7yE88FYc7xsc9bCMMO4KAiXBsJGi+FIhhLjI40niNwEI2Oi+Yyy0xFjnEhlwdyIK5TkY5JD/jmzZL8sP8cwmVq7GDNTMBv2NB8NVLKPyUDZGShZY8oy1kxBjrm0WMkcl6VXidFbsg6GIuYqUw3jOgc1hWxJ3mMykA+HTeWJtbXIQk31rM7lJSiLCWmPOo/OuNTMdX3J6ZkV6bmNTC9s5nrxFC9t5DK8sJbreQ5xo2d4lpP42aVcz3GYv0j6K5T5+E6uV8/neu1CTa9ebOvjF9f00SubYFUfudTWCxcbus5T9PZSUMOJfpTM0Vwez4RHzl2MqlAaFWHLI4WCNWU8U8Y9wjAfsWcnYG7yxexkyEmeosxjFNxcwjiJHh3hClIAuiKWMyXTHdBFeCajkUtcMv2RpjRimJFvjrqaVekJHQNDBWuIeCthPCVJyXQlaYG6M6h4UhfjoDvIHxnQLyGvKavVleOlq2FghCwjniugQ13w9NOJxZIjrzzrDET9kXFF9pqh5DISQcm4y9M1j+xNsYZKkY4gK7QYmTsh2/xITvBBrEIEPpw/zOAHd2B4LllC1iEhLixOzsoEhKbAM1Ai7Kwxx7HEsYWnQ5qx8AMWtq+gHoJ+ghwfz6Iq4Nusfnu84kmHM8AV9wi/ZPVXxEaF9oeF9ngK2B3NtTuO2sNXeTAxGrX4J+eTTvCEDJTrZO70aDjXo/5MB6NSh+R/xBOCvaXet7dX3mfv8pa7B++YNjqTuXp4Kk4wqg6o/9DK9KY6Pu4pTUa6tlzTJy9v6FOX1/QZ8NJ2S+sYFy3GXkPhN4LTJVyQr37seX3mhz6i1157Xq+9+qw+/emX9NprL+vZ5y7r8uUdnT+/qc2NFW2ur2h7c/U0vKytrXWwoe3tDW1tb0K3tLNj2Na5c9uU26no1tYGB/ySamaxOw4BNnxkrp1zKIJSZrCwIguhsc2jUiV5zONSsoEjGzgSj5SJ0ES62FyidLL8tpQcvvEMxo9SyTjTKbI8yHuaoC4Bzw3Jo4gchpc3sOplOVKKEzUb0uZmW5e213T5/IYunV/XNm/ETW40zsrSB4YhZwpCmcaTUmY4PNw70f2HXd17BB6e6N7Dju4/WuDeKb1P2v1H5HsPXeS5/1Seh3s9PcQg3cXo3D0Y6BHxvYO+jpCBTn+i7nCqPoboADoazzSboRxR0In5cHTOeSalmiMmgrEmmxP4TJE4rwQXjqDuFBa2CRJ8o17JGZwcm+Jp6DRutDJS2BtGLU5lYjtJ0VVIRktVPM/O88yXpTn2FNOv+bjQtDPQBEN7ctTR9BRjDPDhwbEGzKnR4X5XfQy0/mFPg8OuhuQbH3c1QdYnp2WHRyfqE+6T3odvGB71NMSoGxhO+hoYjqFgSHjYIdztqX9CvpMu6Qs6tF9+BmP6NuXZtzBjg3mO9Nf+BlyG7LJ9FJgjOzMsnBHOEDKODDF65o01QP6qQyESPoWDVukSeaI8eayM1cldibJJJVZCMZ0zW65K95QJLimID4ZMiedyPhhqjCemd3KsXpe56p1o0OtoiKfFMOgN1WV8J4z1iLEeMQeHx0Mdnox0fDLWcccw0REG8sOHxzrpTNRDX3WRq2Pk7PCEvNBd5v7e/UMdQpfqDf3Iq9f1iz/znP7Cz76mf+6Pf0J/9kdf1p/+kef1C+BP/7EX9Wd/7GX9sz/+EdJeAR/RL/74y/rnfuwl/TnwL/zsK/oXfuYV/YWfekW/+BMv68/8yMv6Uz/0kn7+Uy/qZz/5gn7mtRf1M596ST/xiWf1Yx9/Tj/76Vf0Cz/2Sf3sZz+mV29s61wr1zJzv4yBuYwALbmZltwUzNWC12L2lgzkaSLstj7J5ezuuiYYJ1Nkt2CfOOawzr5vYng0yjmenUJ19nadOnPqDBgsnn1j6xGoz1Mfu0FSXIC1cCChkyQEHFhcSvwpQZJ3ZAUFayeMDIdsxBRV6TDalgpqJi91RFBwHhW0E83gCJlcyCWoyBWQreAc8kIL6O4ISssPxYFaGZSFz1T4XHZmzRiz/T7l1Nc0C3WQq6AO04kRo6kEkX5FZE98qJrvPxo//oM8zLyWT70LLE2SQ6A9QpmpUA1htDCSVXXfO4kfhCnK5nZKqQAAEABJREFUwjLBJI8LSXYuOZhG0bkyHWw0MXJHoQh9glSlF5KwPzQP0pT0KXErE5o13lujZtQnNn/WbJHPqYPyOe72NebgUaAQwpcQvoSQT50XthG9lmaMZI6QRVRZaR0gXGdjNpHalWKgc2GstXlfS0Vf6/WgJmVdEWU3s8AI88ypVmczhalCfaK8WdCNQjlvzcHP1Kg72cG8utzSGu/va7x5rq82tQKWcb8blnCxLy011WrX1WzV1GRMjUZNjQbxZh1aU46BEIKTY1OfIVUnGRPBj2PineIinbAHztLZuInNZGmVF4Xynk3ugIDNd7IvkGwOgVGDLZylOeeUmJdo9bHmjsM7oVAMjokwiLUNzIX1KQ9BvvKwzHCVOnHhU10zbm4j5dyYcjdXZukoNpqTtTHjQIkuyNYgcjuNsY7soBSKTAUoSwvnOqNFYeEa8feiiDVVKKFlnTrqKig7K4JmZVb97YMUmoq4tkuXqaRNk4nkg9LpSZkc0so4Z26iOR6zIsxUZoVKboeG6Eslxp2YB9N4phw9cmVICLPnGPTJK6P+ICcv1uUPgVJJrkWeszVyj/Mneebf6i6LaB2r6vW0kaNENS11/GBfBzfv6+Dte9p945Z2v3tTh9+7BW7r8Ds3dfCtd3TwnXd18L07evS92+S5o703FuEH372th/B337yj/Xfua//tB1DwtoWf4OCdBzp496EqSluHtx7oCR7q6I7hkY7vAQvffgDvEXhY9W2PMv2Hh8q4XKw3llXH2M4wWEPuJcZXpKg5KGRSlaq9WTCnhXccGguU5CvZf3P4zATlxNwwE/C8HGGnDNmrhYzZYQaLUvbMk6COem25MvLlrHmN9c6oz3NIqZgrTqeVR6bkKXWC8TLAqzPBoLp5856+/Z239J3vvKPvfPddfRt889vvyvDt79zSd5i777xxV99786Fe//YdffO7t/RN5v5bzOd3WI9vv3lf33l7V2/dPNS7tw/VxcDhNVSbDWnNjbSdjbUdeDZGtjZxWWxA191MFZC9TWRvM5trKy8qbBBfB8bfIP9mmGvjKaz7idbSQNt+pJ0wqsJrsa9LtZk+dmFJf/ylNf3Uiyv60Rur+uy1Vf3w9XX98I0Nffb6mn7s2TX95Evr5NnQz7x8US/trGqGDn10f5/LwqFuPtjV3QeP1Dvu8MwkXWy3dAn9dKGe6+pyG4/zqi6uruji2oourC9rhbSE3ihiKZ8FOdZmznyzRZSck625UTnPQgYkXvAT0UDck54k5+TyHDEvkAninrgTa30KipKFsok2MtVaLVl+a6f0flGujBjyE2kyUx7FVdbjQXLoKE+Dxp6r0x2qg1f1EE/eEZeWQ54F9ytMtYeHdR8cgy68LmfLkEttD+9fltXE8ERv5PhDQM475DCz4D9x/JNokFn7J9HMP1obKAmWW4idlU8y5RtYIUOLNVlf8sKjr7UlpzWs9fVWXWuNoI2m1zpYa0irp1iuOy3VpWXieC7Vrkmcz9WBZuGKl0tUU/EbuVTLJNNp9cxpdamhdQ72RsCIGfVV5/BrublaHH5Nu8njQmzGQk0O6AYWdx1jqsZGyTjo2StyTjJhckoI61w55WocFjVGV6NMDfdxPh+r5a1dx1jJGUW5TN4BlJyjrsRhJQ4wBRSdm3HoTahxBgo5to5HM3oOPNF+5FBObDW7XYi0JyglLWDphpL+F7hCjSbNJUd9tGUGgeOQdNTrXNICok8G4sY/y0e6rO3HbSXqAeJDmv1iH7NHXyOLSoixm1IhtohXKcSqOijz+MfqiHLU68lDVdVGTQkOSkgYfoHxBObfMYasnCpnTfI4wjiZKHAf8xgATlPqmErMm2NeKE3c6i0r6qnY4GjD0wdXxSNjXeQx3hmc9YX1C+QNEkooSfQl0ZecG1iGMnG2Zi4nR2a9UyRcoLKm1iMs3mnKNHM1zT2CmWHIZA2VoaYZ5WYovJm8ZoxxTtXzlFCiQoaCIjexhMwE58T0y5GWOPgSeyPSWjIY75RWPOLvp+/JV+WNitBIvQnFFylj/5FcKhI9CYwxyFlnMFQ8NMwkjxEQ8TombvJhPFeONW6GQYCGiZef0keQzbxq86B8Dm8Gb5IIA8KB20B+SsNc4vVOOXVnhANpC3hE3uCg5CEte5xmvFTxQ8UnvRAyAFjZGhswY00CtIK3/eTlnZdzQU7Q5CXc62JdKojND18G0lL0MkTWI7IeMUqpdHxRmrUK1JWqdbFE+NGRXxK0Aq2IuhwQYewjExeJuh3yEJGFsvTYL06L//A0aoKHdzZLmjMmbJmKjxNW03mmCXM5YS7HhdOkFHAalwGK/GAwl7FG/aGSjxr7osF+aJZjDvuZ6jxZ1NENNeQlSyV7pFANfVEj/B5QrgZy0nK8GBl6LbMwqKG/cnRgLY6pb1KhVg5Um/XViiO8J04vnl/Wp54/rx995Yp+/KNX9ROvgI8s8GMvX9GPvnhRn33hsj75wlW9cOW8lngimUznGmCsjSaFBnidx1zeArtnhSeUzVaTepd1bnlN51dXdW5lVdtrK9oC7XZTLmSKntysqdGI3kzsrcSeMlr6XCVrH0GqkCuFBSLyURIuWYuyKp+xbF6RtSqSVLDohuidfJafIlOW1xTquabsx8m84NITVcbI3APkQciLoSA8wmg54alx9/BYj/aPtIvX8RF4cHiih/AeHh3Lwvctjodx7/hE+3gfjzpd9TBWZkXJxSeq4PJg3hW6JT6OfeqgH8of/0EeVRmk6JIinWS5VR0YSqo7p412W9d5onjx6jm9dO2yXr5+WR+9dlEfv7atT97Y0mvXN/XqdegzO3rtufMVXn0G+uxFwgD66nMXZXjtNPzasxdkeBX6CeM9c7HK+9kXL7PJntWPfuQZ/cjLV/XJa1t69dI6WNNrl1b16Str3BDW9ce4GfyxG6v6sRtr+iHafpHnhpXgxUtNpaxcKTUQ8PNYQ8+sBj23lIB0dUlqZVEF5tiYDTJnU80Y4xylhywi8I45cNCkAiUSPTMSJGEsyUlklX2MUj0qMLJB2Cwc1CWGR+IwFgaHrAPvB/MpajeYsVDVQSWBfmeZl8HCITgtqD+lxEl/D4+45c+yQDmQe+jTWPAC+QJ5fB7Y6NkCOfQMwfhOPkBBeA88fPKGugIHuuPAdygBc9kH5iZD8TazUqtYeuu8g6+b8XqKlWWnlRUAXYaurXitLUtrhNefxqpUxUmr6GlalRee0fWVRZ4N4hvUv0ldGxjMGys1mdeqVQ+az6bq9fsachsactj0Ocy7o6jjfqGD3lx7YL9HuJ+0Dw76pfZ7pQ668MAh6fZvuhx2JzrGxT8YmSGasWJOSl7MAiIQhf3MQZQEV8578SUZfQoVn/gZfU+6W5RZpDmKE2f9E2uenJOQhwxFnKGYnQuCAStThsIPxB2HsCG4TLmvKWB0EWJlcg6/XIGDvwKHcEhB3vIXHn4AZzRgUCyQsfED8PEs3fK8F57xWz1GA+EzWPwJHPVLgRMmR7mHWakKxM2QCWbglJmyWCOf9fMJPH0+g0u5RDxBDZFxRPpGlexZKSWnxDxE+vFeBCUFRWWKVpYwvZGIJ5fDCzLq2O8xeva3l+B75s8xe6IdD/Xkt/VWklTly8ibsasB7ZasX+lO+0AbkTKGRDlHEU/OgFER2B8uRThUo8Xhm0Q5EBnD+1HAr5BMgwDyFKeYM9aSuso4YxxT6iwVXGIeoRgzDfTNak1aq5Vaz6bazBfYyifaxsOyjQVqHpn1UGgZV0MzS3QqKZZQDzKJJpg7yQeqJ+TpcwA581Nj/9cwPHKMEtMl0XmMM4nXc40wjses7RQZmrFOM9ZuDiw+Yb0n8MYxkD9gWHjgNI0GrxmNzpHRQkEFazFHngvkvKQt5Q0FkNUb8nhaisoomaOTRe+SZhgms5iU0FfC4HHoOIdOc3jwHPFI383IMCNsNic/mCJE83nUHEU/xRibVYh440v1x4X6s1IDS09OjkuPQoa55mxCWJ2KIH/R3b9/f8FcsD403/6DPJJS0UWENToWfbE7OWNL+aJQnY4vISTLjVxrjUwreQBR6xxOmzVoPtdaNtdqKLUCbwUDYClEVWAzLOdOK09hrSat1tlQDWkNav8g2k470+X1hm5sr+jZc6t64eK6PnHjoj75/FW9RPjFc8v6yMVV2f8J9Imrm5VB9EneXl8Dr17f0UevX9AqHp0c5RFQJLUsk3l5Xriwpk9hQH362oo+ebWpFy40tMYNICHAc9sUKPpCfBg7+0SOA91TNsKaMfYZAjsFJsxFgeJA0AvixazQjGcm+5cOxXx5DITAvNC0nEs/AHHB90L23Sm8MitLu+EUPjyd7lTxOcACp2OF03DGprSyFehz9h4EBQ6+zEA5o4HNvKjLV2lVPA+y8Qb6YPUEq5N+ZCAAqzM3RYGBIuYsoRS8E56EUg7vT7PmdJ41e+baOT177byeu7ajZzAqn8VofPb6tp6p6BZ0Q89e39BzwOhjXFvwn8Ul/Szr9Ozj9PUq/yK+SblNPXuVvOR/7hpha+Patm5gNO9srwq9pKKYaTgcqW//EFV/ouPuSAf2b0fs93TvUU93d7sVbj/o6s4D4o/6um/YNdrTg0dd0NHD/a5OumMOpiApl1xAMTnqZ/2YA2dxUBIuUNYVCFeHF9TiZ2lGjV/Ar+hZ/oqimOVQgr5Cos7kc51BoQY/0zx6FDNQpjLkoKbC1/AGBdI9h1aglkweWXYgpSAqYY2CvB281LuIe7mzP6aE0yL+OM3iFZ9cT1ERZhIoqdOPo373VPyUDTHZ8EaTaNuzpegX/VYMchxcLtUo+wSJeAXmOYGoGs3VK0TfUHR1xp5zIAVutA7qGHOAn58iI2+tQuQwjeRPwOopT+sS9aRKi9VZxxxkci6XmKdoY7O+yvGHAIaF8GS4ysiIjCHBZ0AymiRXEi8kZN/JaMH8F0p4PBzeEocR4bmoeMKiroTnRPTYKVLOyi4g6n8aVpfB6pej3scoJdqULxHDSC9K2ioUnFMtuGrGfDmTK0YYhwMMz75qsYeX5RQaEB8qLybK8cR4oDSRMHiCpIBB5IFjaInaZwZkc8y8jEuvUeE0NpTQKA3BPnvr5m5Hbz881pv3jyq8ff9Ybz040dsPOhW9yZ66td/Xzb2+brH/blaw8AJ3iN/nWezB8Uj3jsa6czjS7YOBbgH7R+XuHw+02xurOyk1QS7700JHvYHsuWaAV3EwS+pBe+jiLoZGB33cwSPUI1+f+KhkhdgLMauzUkEleyAqU6woa8/MJeJJlpapsL2GIVbavoJfwI/MA02LhVP1SfLBJ1eFP4Rf/oM8plJliK50ZqBElsA5p+C9gvPyUSAqsNk8mzfgwjRkbMQcz0GNm3TOZgxsSsuTSSyxQ2ECVtc7yTn3BJI84NxUg6+lmlcrTxXadac677UhjkgrxWuPmhhBzXoi7LTSclpt+wrL3NxXeF5aMQoSBgUuOH0my80AABAASURBVNpJ7L9SAaWxSbmry17Xl6Wr3M63MYQauDcTPZQpKZ/JoywyxFj0v6SM/dsHA9x8B4dd7e51tMtm3HvU0f5eV7uPcAXuHUMP9Yi324ODI9ykI1WuRjZ3ZOMz1KoPjl3/HjCRzifZ09DTfLQF+SMzEqGJdKdE2QUi4SgRl6AGF8kXT3lJ0gKL/Izd8oKzfnjKeMp4eP4xTdUaeDl5pwqW38LOOTkvOXdGRTp9QpElsGgvStSbsX5t3u9Wl5taXa5rDazj2dhYybSxHBZYCVpn7ivgUVk/xRp0bRkjFa/IGuEF/zS+BD3jnZZdW5HWl5OMrlJulfRV2mg16B/rV/BsVyKj1WzwVUavWeFw3yc8K6Xs/xkaDKJGIwFXAXsGo0YLwB9OnMaGmee2FzTjZjgFE+oZY5xOoVMU9xivRKW4K+pR4h5l7t9Dh3PaAe+ndvMccuscomT7s6j+lD5R75hDfFJm4hVHlm7hEfV3ST8eFzpGIXeJ9+nPCX05omxnXqoznnCbLZgBqWTPcpZwdCaUslMknkBkLY1v1LAIS9FJpnKTHNTgod8Prspr+aMS4UT9T1Dxqau65CBEsYKnP4E5kXr0vzOc64TBHfdnOoYeGYZT2e8GVGGeruw/KT0ZWL5CHajhhHzHHIqHGI0GC58MJzJ0SetUsDLzRRm8Zh08ZB1od1iqD+zf5en0purSdp82eSFQTGLUTjlGeb3mVUdx1QDirOVm0NpSjr7xWmk6rTS8lg11B02gVLvxNKLa6Jol0g3tulcLNCmz4BdaqoPaXG2whGfD0IY+wSKtXSvIs0CLcBO06lGtVlCN+ms1pzpo0OFWPahNO4Zl0lfxZK6wn5baSUttp1aD8aFzhN526KaEZGRZqQ08yjimdYE9tUP+rdVMWS1pF6P+Tqevd08GeudooJtHfd3GkLjbGeleZ6g7J0O9hR781r0jfeP2kb5+c19fffdAv//uoX7/7QN9+a39Cl96c0+/971d/d4bj/TF7z1a0Dce6ItvPtQXjb5xX1/4zr0Fvkv4jYf6guV9c1dfeWdfX791pNep+9u393SL9m5zabj56FjvPjzU2/cPdPPRkW7un+gWOvrdo54MNw+6unnQ0R36/Kg3Yb8kjfCmTdD1U+gMFKDEaC/hRaihwFgpQl3z0OAZONOMDTHFu1QiHQlFmKDsEjkfXUzeXb58WR/Gj/8gDyrFeZZkRxy9dFKMiS/H0vgqXOJKFEaI4zAPvqg233Ir13KzruVWQ8uNOhs8yFPcs6gepeh8EKuqJA+cEgsfU+IwpyWqJyjvnNAP8oqq6neRfFEFG6rA8JnMp5rTZkkNpXeKIag8A/ECRCd5NqG3/okw7j+HSzCnz03ebtvcGJrcHGrUl3GAMSDaSIDMlpdbj8PYcpopuYKelLguJ+qwIU+Oxzo5mujkeKZuZ6YOFn8PRdmzX77q9nlWGGiKJyUxDjpBeUelf9gPA9cCdtgnUxoVFjwmQWa8VAaJY06egvHPYPlET3Val9FE+GnoqbKevF625aKYxQVIt7BNRGIxKpAvGYirorYeBTVT1kexUPLBCetPzuYcGHXU5VF+nvkLHJVsc7b9FEyUuwnqYEbRGe1OH8NrWvG8mykw9x64Mx7hx3HWsOI78lOXd2N5woFyxhd5HW0nDMwF6C/9txm1lWB6xVAUUTrmAXIm26WEWClxUicEKCUvU1aGOQbAYFzq4GSkR4d9PeS2Z3+deReF/eCgrwcHPdAFPT0kbDDe+6nx/jDcp+x9FO898PBwoD1ka5cD4CFtWJvW9iP4D2j/DkbyHYzke3s93aXcHXh3Udz3UMq7Rx117K/b4sJmWIrOnSJBtQDrxFBZx1QhYqwusEhPzmbKvn4wbD4rkMU0xdOo6lKU/RIjUiJrq6Af2FDqT+ba7wyYqw5zZujpPmO+T98fPIbxF7jP+B4YGOND6MND5pn8D/ZJr3ByWk9H9zmQHpyhytOF1yW9T3tDPeQW/5B6HjB/9rfJdg9OdGh/y2kyM7FXLc/URoctteta5jl4bammrfWWLuIVvIL39QZe22fADby4Z7h+cU3X4V2/vKRrl8DlFV27vKrrnPg3Lm7oxsVNXYdevbRJ+rquWd7zS7p+nqfyC2e0rWsWP9+C39LVc21dJXz13BLhJ7hCOcPl88u6RPgydVm/Lp9f06WddV0+t065Td24tEWb67pyYVWXwSVwkTxbmytqtury6ElVK19oZamhj+Ct/OxLF/QjL16qntI/9fJ1ndvZ0H5/qu/iSfzu/kjfORzrLWTxlhko6Ly7HPr3eAJ9MCj1cCg95Kn0PjD6oC/dB/d60r2e092uUWAU3O0l+BF+qbs8td7jWfXOyUy3jsBxgeFTkiY96Ds9GDjtDp32RtIebe3y5Gr74ng40wmG7gGelUOM2RP26OGo0CGG7yFW/wE45Gn2CHQx5icRjeTrlTaao2EKeZVon1Jir7NHjFrcBTRIponl8TXFLFfh0QfAcdYIOU7MHdnRY/b94YT/QA+r5PoWF2pKckq2KI4us3jpNO44mEpXyuFubC/VdfH8tq5cPMeG2NH5nS0s9qZsH9hiJpkQEHJndRmVjE91cmT0IMsyZTwfeAQpYt3OEapZ6TUpAm+CSXtY7vvdqQ6GhQ5GESTtj5L28DXujRHgcdLxOKrPLarNjWI9l9aCtAE2CTcRSWGomMHF+aQyRZmY5iEqD3OMI5BFBW4PGTcgu53YU0dKDsMjaT4LKuY1lTMEt2golnXlvqV6Y0mNRlu1WlMh1CSfKbmgJC+KMvrv9+O+HxOe8Z2cY77liEtuQfSDP4mkCIx+P0Q5DgyDN8q4q3B6Om98XN6ac0qUMaiitlrO5o8t7txcnjnjhUE+dwpYlZ7nISETrDIlF3W5qp0S+6WokGEFBIxND59Mkk1O0il1tGPwch44IOAcGUCVj6ynVNCqLcZAVjnkx9oL9KHZrHHDrKnZyE4R1MK71gZL3CyXK/jqRoyzR0vNqKVG1HJLWsGrttSuqcFtlG4w4qTJvNSBuZntNoZh8vBopF0M1Ae4ox+guHcxWncJ7xof7AELn1EL75Nn73iiM7pn8ccYY5BMtIfCt0PhgNv9Ibf7w+5MR50pbVOOdg7AIWUODyc6AocHYx3CO6Le4+OpjjGgO92BRuMxT1ClTZHkmDudfWzGTtcGo8SZLFRgMqvcSQ5Kkt6PsxpYAYIJnP1Y+PvgtFlnk+gzydt+COyjqN5gouPeEIx1gjekwwHT4TA8qTCBB588J+AY3jHzcdyb6cjCZ7C094O6jgzkP3oKVvaY+TxCdxisvg7xDs9/Pbwv88L6L2XIcYOn6xZr36x5LlpO63gBtzdaOr/R0MWNmi5t5NCGLmw0oQtc2Kzr4mZNF7byChe3yLvV1CX7a/gbbSjhilfXxe2GLm23dPk9aOvyDrwdo+QnbHkukucx4Fn4UkUburAZdHU717WdJmjpCu1d3mzp8hbYbNKfBnkaOr8J4O1sL2tzfamSa9kaG9iHy+jJZzBcPnZ+Q69iSL12aVsvo8e31tY0mqFbB4UeoVP38SQezL2OC68O1P6F2h46esCz3IgnM8PENzVBH07BzLdlmIdlGWbQCtkScdKCoaVZAFlLZW75ljSl3DxfUayvqWysaQ5/TP1z38BYaHAWJI15vjH9XcmUybfJ1qm+lQKymyHHyFsKDNVVcM4rBC/nHEB2TcAr2Y/ESzkfpRCVyGO/gziYFhrOCjynkv2+yqyIGDJURdHqh+xCO0j3q+iH7ct/kAfkyjJwpXCLPhqhu5Wige2DFDIQVKRSJUJe50DY2FjR9uaadjbXtbW+qla9xmqWingpEpvB6jI1UJ1JjhhwzsmHALxCniuz32+otQm3qTdH0SaZ4jJls8uN8h3eOL9351DfuX2ob4Nv3TnSN3EtmnvR8K07x/ouuHX7QCvNlp7ZWtGLW0t6iU16fa0mXgBElxHLTKXLhcSq0cy0spJrlaefZVyi7dW6WisNtcESt4tWs6EMK9q7TN7ZmOqMKQeZ8qypdntVmxvb2tk5r42NTTVp17lAutPCxnOSzqAf+HFkcc6JH/I4YD+OZahmDX56HyLxBdiRZE7/UDhGLgMeDseavAcc9FRAnQIJQCV5y+dUxb1LCr6Ud2aglAqBfNzGfe5Zs0wOBU+ilQDik0SyrB1PLNCGN8BxKBKBJIw54FgP52vyFeryPgc1VXzSpFwin5URise5TIIfY2COPGFXodmsaxM5vHBuS5cuGDaga7p0flV2k1zcKlcwpld09WJbVy+0dPlcU5cvNLlxLlf88ztLWuVpKseP6F3JWJJG0wmGStQEd8C48DxV5BrOM41jDi/TrPh+CE/4PNdUeaBz8s6hs6cwZxyFaoqMvwRzXM4liIy7JG02TZpwUMwnUqK8Ic4Z+5x5wVBOEbmEXxZOOAKVnJeYX+eCBBLhpGo1JajkpIpavlMkR+WANJe8nM0zsPl+Ak8eA/Wepb2/HuLJ2qvWqKYETYzDEBlTwXgKVEwJLanDEKExZuz7UKGg/QJeQf45B6HNzwIevQOiVxmdSvr8BDqNL2hh6aCIkj3jzOZJRemQF8AYyzKq4ClYSvyU8q5QMCTkG0+d5y5dD4WaeVQ9m6vmx2Cihpuqzh6ou5nqfqaGh0daI0xUD9PT+FmapRssz1RNS8+IZ4UaoJkX1G8o1awt0MpLVTiNG79xFq7S5lrOp1rJJxVt+4mW/FRLYa5WmNH+lHZmatLnOm3UM6tXatRUjTGVM3m8jAEvY53wMp7KdTzL23iWN/EerxRTtVNkxcQsSaWYPydk3as7TZXn4ghZPJokHeG5OMZrcTIqdDIq1YF/Au8EauFuReHb0xp5OlwuTyy/AS/HMZ6QY8JdvCEneDs68AY8ec58Q2VoqnA1TemArWENPdxGH68ttbQOltnrSwxqud1QC7rUaGrZ0GwsaKOhpVpd7Vq+QB3aBBih7UZGmYC+XqDVDGqRVietSE6HGPrm2bN/+PEhXrnDk25lGMUkPk7eCzlK7tGjPacP4YfhfXBH5WLpfdTp4SKONDY2C8P+RgGI7ewVWUT7630OUQ8eZYVWjHY7dpJ3ZCacirkcBoq3EvBSKm1RQaQeGnBOAQOlMgB8oB2H8llsiKIsNBoN1el2ddLt6YS34ru4bd+8d6zv3j3U9+4eYIzsV/gOBsm3bx3oW7f39b3bu7r94LAS0Ocvn9NHrm7plUureoabzGrmF5vOBZW0LW79jXZN9u+VrK02tIpxsrLS1PJKSysrbS1xpW626qrXMgUsa+edxDhKxmG/3+AzpzrpK6vLWltf0/Lysur1OkoukM0xf54NDpyX5Bm3KhCBnyrAeYqKsIG5QUEk5i4ZBVXBlMj+A8Ac25Cc7JNkYQstYNxEDgNVwEyngMCgb1aAsVXx6ussxxk1ZpJ3EZQVGKTOXPsw5JgfxOIxbxGmeudQxz8mAAAQAElEQVSEjlFBus17klv8SZIn5B3fLsi7XB7j12OcOJ/JEbccUrDGJfK7ag4kJ19BfFJkXMiftdKqBW1xU7yws6qL58DOsi5hcFw0bLd1gVvpE7R1nhvpBQNpF8l7AZzjdrzaDhw2hXycyJUTqZjIVwdXybANUUIOHGvjkFw9RimpAEYXcIw+VeklQ6AcYYufwTHvLngF5DNAPfFk+4cDxLuSkRYq6UMxHylyePClqgzzKudpK0hmBGDYKNTZWznGlOMGLLFtNJg64VgQXnkNxoTxNlq8P046Q49wjwOnaxR0J1FdDpcfhCo/+fCwq4f7fQGnKk79vAKoO/LsW6lDuv0tqh4H1xgDqsAQS/RTrLO89f0MXk5BjrGoMkYXMuA5pByy4DBaArORISu5c8q9U4M5a7APGxiTj5EnNTAqGhzm9e8DzjU14TeyUnWeqGthrjoHudEcwyPzc2XwM8/cM/8Oz59jrcU6iritm62pU6I3SU4S3ZGtGzsJGuVZY2d7paojMiqrK0rIi6yux4gLeSKvO03zj+uNVT2eNNOOlXFPHgtnNOgJO2REGBnCuHD03btCQv5Mb0QMsFiWsrBsDPBrNk+NqGat0Ep9ruV8opYfgbGWs5nsH3RbjiOdY06ut6TzNVD32sSrFCcjvHQdPeRp7O7eie7sdWXPi3d4OrvD888dns/uoKPv7Hd0m3TDrb3jKnxn/wQK39LIcxvc2iNOHbfh3dw95rnyWPd4onxw3FNnUmjmMkWfMR7WmjlZb9f0zPlNvXztnJ6/tKnrtse5hJ6zy/HasrbXV7S9tqKtVWDxU7q1tgTP0NYWuv0Mmyttba4sPcbGyrKWW23F6PFajnRvb6A7uz3dpZ+79GnE832kN0LuUDm+LEsvXTTOhw4M7IM7JhQ+SyCHLMvLyaEQEookgoTAOARHpVeG4sjzluZYLmXybEnAxinLxCJLgcMmszIcHjFFOfEhPRFigWXKKedZpFZryfua8KRjLReoAfIGUR9CyuYrUNYOS3hIOz2A51t4a4WXllushGFe0cHMaUA6Rr5qwWm1EWTPPFtssI2aU4uacwwfB40uCq2hkEsY5iBVCLlXhtLz3st7Zz1VQglEbhaGpJkcystoyc3DJsnnTrL62ESeEoGTOWM+gs0eVDTkCOsUzlE3cFLFcZRzHLyOEXsOJ4OD50lnGIJFSHLSU0gSeSyfs7mlPN2t0kVYhJx7UiIRT7ISBqdImiHRg0RYpKvqq/ic5SRoP0TdKWRtwatqhumcoxeJQ7FUrNolEY59G6zukjYKxjsHBe2UVULVsqzPwXuFEORDkPNBfFED9TpaAcnqBe4UntREP5LFSbf5Mp5HCQeeoKqDh5tk3U/UCIYpN8op4anq4QxzZMRQqMZBVcsitJCVbdeSVhrITxM0vNYIr/MstFIXSl3IlV+k18UNDdSdeOUESfZLkBVqkXBUq54WaCQ1Kwjq1KLeJvW2kNF2K9dKO9dSK9NS06tJ+3ZjP+trozaDNyM9qtWKlIfStwZ5xaFUcNsv2CMxeBXIWpcNsctT1AMOjfsHQ93bH6Bo+7q7O9Dd/RFh4o8IE7+z2ye+wG3it1HKt1DKNw0cHjd3OzLcftTRLXD7UU+GW4/6ukX+M5yVrejuULd3xxVuPRrqHnFT9vc4wOzJZo6cRedVsrwJeUgymQQEUnJKUAd1kQwoCtsDwSUF1pxtjHchqJU5tYlsMvE7yzXt4PE6VyHTudWgHcNaph3eeHfWM53jjff8dk3bG4Fwpi3Sz23UdH6jXuHcekMbp78Iu8wz3+pyQ8t4UGu1IOfoE4jIZunC470TGUNkvpMy+pxXEPEopNExHvpsY6yGQXkJJuWTI6+BctHywxM6NUFjsrILVPkp46hvAYcuIM08TyDiXbLyjn7JS5E/pe0N+iWfyep0yhVoy1OPGVzrzNGl8ysY6nVd2alhvOdaW3F4goH9pQPkaqft9eyK16fOZfrsuZo+i5fxU1zyeMHSbDzRAK+HPZGZZ9v+2v4+irjCYKY9nuAOKox1wBPaAiMdDIiDPSzjPZ7f9qoyhfYHJWml9ntz9QupN488dQ7UmxYqmBPH2AJjqmF4rbAvLq41dGmVdcPrbU9a21ws2zVhcDrg1WC9mvXAnjN4tQkvNTItsc+WCC9bGLrEpXMJj8oy3pWlWk1tPPgtDoO6Gc7M2WAUNY0SDh/gOFckjhaVzLG80HeFZrOZPqwfhvjBHVrpnUtOMhQYF1OUxDg6XHzSKHqo04QNMo61avGOcO3Z74Q8Qsge8Ta/z7tlH3fzxDU0xj07Id+0zCmTgQByFj/XGJfuGFfvjBtVzNrwM25cc9lfJxsXnnjQjPZmBW3z7pjYeMm5ql8lM2ggmbjxnBzpgWnNgYtjuVlfbtpTKPqq4cKsocyDL+VMyFB24haTgN1IIwpe5rFgvCVIiUr4SQQi/BLDpjy9jSQXZQZOQHNa+Tlu4oI0ilFFUlkk2V8/ns8jQgzwURZFot1cgU3gUBjJFFFySrTx3h8nkSbSKr6F2RHJQDgapaYnlDoYt+BhF6IkxeahCvptfTe+c06eapkyGQii6Oz7NEa9VZsStYiPpRkIVpzTfFYapZiADLLZJo3y3kBeYnATh0mST5J54hzUWVWMKVWwCH2sOkUJ+gdb0f4wifZsGFmfCjotTAWWR+QVYQawqOT021F2gZJeFqeYQ78fLH1ONaRhbJpMeGQj4qUoZwP4U61x6F2/sqOXnr+iF5+7pJeeu6iXn4c+f5H4Bb1AvOIb79nzevGZc3oBvPjMTkVfeNbi5wlbnHqqNOI3zun5Gzt6rsp3vqrL6n7hxgU9c3lLz109R13Uf+O8nrmyxTPUmq5dWqPMNn24oJet3WcvUu9FnqXWKiMrYCinNNZ8NuJJKWrI7bODu+TgeKC9o772j4c66Ex02BlXOO5OZDgizyGHxRFxQ8UjXP3OBnz7XY0qzGFyRjv2X0gM5jqx3wmxPNwUqjT2/jE3h6NTaunHuFOOca0c4U456g3VITycTOhjgYwmW1kt1pQ1FjCBMWpragkIjlOhiBdL7N88j2qboYgBYeuzzWF1YXtZz1zd1rNXtnUDb2kF5q2i1zZ149qWrsO/fnVT1+EbbhiteGdp27pyeVMXL6xrZ3tFmxttra+18KQ2MQhrsgtLQr4SfavA/jcq4tZVITGqPoyh4kWZfogcqmd0kdfSIzkj+zQqktfqqWgizUmOPZFM9tkHRg22D5LpKY5H0bYjn9hl0UDEpmqB07qZN6tXpHlJnvoCrTUx6DbwEl/aafOcuaqLzN3Oelsbqy0tt+sYzVl1kG9wiF9YqevZrSV95MKqXjy3qmubK9rCEqjRP2vFdpkZWjJd5oLkPA0FSFAinogvECp+JB7lVH3IasFURZiZ5OQpUw8NNfK2MquzZAR4gGR6lUtqLKcSF0XHJcQpKWM8Ni7cGPLoZ4/+TuUc/Yu8oKujwXinkFHm0DOvjvlYIMmoKG/tJGgivWpWEvY+rVjAlS6EkbzvOx96SqmDd+qY82A4nU4jOT50P7ZEH9hBFd6pdFKBbI0RlLt7R/rOu3f07Xfv61vv3tM3332gb918yJPKI331nQf6wndu6q//1lf13/z67+uXfutr+m9/91v6/Lfu6GvvHuqbd471vfsdvcXN6+b+UDft78JzM7uFW/DmblfvPDrRO9zS7O+7PzgZ4zIc6q17J3qDMu886On+wUR7KNd9XIQzLFaPcLL/TL4fzx/mFAKblCNgXFyxfy3cl73Btrm1NmqlQpjLAR8K1Wte7VZNDSzoPDjqSjLBTKYkrFYO24igRuKJzUOQdMk5rzyvq9FoUbYl++W6PjeCo6OuDg5PdHBwrL39Yz3aPdQu2Ns90h5zZ2mdTl+j8ZQyUQVzOi+ZX4y8iJFWpoDCNmSn1MJPASsskucxGK0YpVxNBudr8vTL+VzygZ9MphyiHFRKts1SYjMmeWhIwoAAcQEnkRMwbv8UnLx0BtoXRkkyY9KQakpAGKCuQpCnnwEsqGgjVshok7NFGeP2iSqdFEOQcF05oAylhsxFemrGyQIlc1HS86r3ipRJlscL2XTkhCEG8I8MOoIgRRSeXClPxzzGigMeI7bekFZWa1rnZr22VtMZ1tdr8DKtrQdo0Ma61ya39G2ws+a5sWfaWc20fQoL79hNnvznVj0uaKcty8cN/jz88+sZN/hc59YNdcrVtLNS0/m1us5zmCy8AnVdWG9qeznXRttpc8Vrm/yby0F1DJN2mGkpm6ldeYKC5DIVTJj93kXJeiSTF3hyOfOWIX+edICFb+mlyWFC3s5o8lU+K2cQ5Y0a4mk4inYqeUDWoJHyBkETaYkaHEtUHdDMcfUsKlvPKBOpkPuKlpYGn9VmJS3dQguaSHNugtz2EZi+Mj9m785Ub8zYgwUeJdZoKWBEOKCnYHGDV7Pl4Tv2uz9F0OL3Dd5L282AZ8qpxi09P0UNoQ3MaXJTlRhJzhV6GiL+/TFnDYrvi4SsJcolT54KhewXNF2I8qcQ8idfqMpnefEKVuHHvJI02y2qaHRRhgQVcMynY+48T5IBw9vh/fXlWBnPQDjrtMJYVxq5ltot5rMhxx870B2HeqaonD7mGIZ1+lEjXA9JObA9kiQZ5CjFHnbsm0BbgbayOFPAiLCwwdo3BAyDDARKZpTLvWctvYKTLN5CB6zXl7USVrQa2lrNmmohJH46UzEe4bUZa47CLNDFU5NrZKxQrpJ4JO6RW4fMOnSfC5kMTKYMCV5yyDNUFfUV/yyPpYs0o4l+Je8kfggqOafIj7zbP3f+/Oc2N3b+xsrK6l9dXln5/66sLv3tpaWlm1/5ylfm+hB+mKUP7qiSQ3RYIVugGeZkbzjVUWeoY1x29u8QHHKjOrAbFLepQ/CgM9ed7ly3e6VuHs9082gq+6tju/jsdk8menQy0sPDvu7vH+HuPdQ9Dm0L3390oFv3HundO/f17t37uv/oULsYInceHOrdB0d6l3fMdx5B7+/pFrwZb9hLCM9OLp3PpAtQw0ULn2InSFvkQb9rHVfl9npd21vL2t5e1c75dZ0/v6XtnXWtri5pqdVQncPRJdRpUXJTi4pIZ0QwC3gxshX5QVJFVJ45yfOa6vWW6s2W8lpDkYQJhscQ92Z/MNUAg2UwmGg4mmk8mWvCbXY8mssM7RKrz6mu4OvK2IS1Wksh1OVd7b3wOW0t4AjLZfTLtvcCkQ1ZAe9TtEOGeuf4H+ezqDJ66soYRZBzfiFkySkJOCA2K9DTSOQzLHKffjsofMoR4MfKOvphfKdEXTCrH2LQBETuBCIBaKqImCTZx1PGOSfn6d+pInEhSI4amMdkoAWlqBijqjg8nX6SHKkeUKXSKfd/HDlrw6j1LyD6iISUSrxgExXFWAnFm3hGMS9FwjMnbvMujpTSSIJ64rlmyjkAKljYET8DcTscMmjOYVPj0KhxzpBGxgAAEABJREFUOFUgnFF3jhekzqHg8IIU44HcbKwAvwKeHT+f4AWcqcGhYfky+52Y+UgZB6cvRtJ0oHLaV8QDlOZDxWJI38Zy9E302WjVd8JZmCun/TMa/EyBvp7RjLQq/hTP0rLTeEXp9+M8xj+FZ4yesQSo5cs43Gt+SntT1dxEGQiJvpUDuThkjKMKucYKmmiRd8ZT3Ey1jDms+jal3Iz0qcRBG218zNOMMU8nPeqBz8EoA2sgg60ZN2/7/YwEP1a367kivJI0O5AX4UIJXrQ8HLIRJNbeuSTPfl/AEdY/5ONIN0CqvfX9KDzkOSHHcoE6M4WQK+OAzjILPw1LD3LOyznq5YfS1U/iOxrgRdpK0ArwEhB7I7GHDBY22PgSBojNkY13Pp+qLCLzEeXok+0qh/yJNZAG1DpQHsbyqcv69FR3AzVZyzZ1t2mjhVHSYm8s4dlYYUeuwjOskb6AtA5vDSxRf5uOrYAldGqLdg0WX2eel0GDp/4JOmyK1zm4TDXmxZG3xMqOlC/p0biQzLt+TOBkEtWZJKF2NUH/zdCDA/i90UTd4VhGDRY2dAYjGU5OaYc8xjcYf4GxTvpD9UcjlfR1WqZUr+fT1177zOf/0l/6S//ur/zKX//3fvPv/b3/8Nf/zt/9P/7yf/PLf+Ov/JW/cv8v/sW/WDLED92P/yCPyMkJOUMZ0MsoBFgKziljsxh1kuWoQDLiKUTbgwz1awhmwxMX9LQqDhx+xL6pYIWQO5VIwpTnmxGCM+r3NJ+OlWggZRz+tRXNam0NjSHpxlZLP/XyNf3Zj93Qn3/lmv7Cy1fAJf2FVy7oL3x0R3/+o+v6M59Y1k99oqWPXNvRNu+UrUZSvRZVq0s+SypRrMluBbVMtTwwJidHxxKGGA4YQSqIDZFAZJQlYE9pTl/nZCgwZsoiwc3J6+GLA9VJbCwXanKhQVvNCsIYicpwazsMligzYjq4vs/Q473WeH12Wp9wD7d5D9d7F1e7oQftnaZ1MH46uMtPuiMdnQx0iAu/wuEAD04fXl+j4YQ5FR9EjHlzrJlASd/mqmnm8lNkmhOewy+dY14c8+5sWSokJeqIFYxLDonbnGz+OMCMGpxm8OcV7FYYyWPzG11U4RcogyOsCtF7OY+B4oMkp8iclsxpLEvCUYkwATkE5QyesE8OZUlZ1kSUE/GK6n/Ehzq8qyGPGU2GCgnjTxh5LnmFx38cIUfLjpZNGkp5FxdQkgcOYXYS6fCZwUCfDYu+w0O4MvLlZMq9U415MGSSXIxyzENG6cD43XwmN58rUCan3lwSolvl8/Ay6q5Rzyo34BeevaaXnn9GH33pBb328vP62IuX9fEXL+jVly/p1ZcuVeGPvXBerzy7o1ee29FHnt3Wi9c3nuDaU+FT/gvX1mR4/tqqnr96iitreh48d3lVhuevrpD2NFaJk+fqKa6s8uzS0nNX2nr+2hL1LeuFGyt64fqKXryxWuHlZ9f0kefX9ZHnNvSR5zf0Cjijr7xAnP5+7OUbevWjL+kTH/1INcYXnrmuZ65e4+nmqq5duqit9Q0F5LsCcxqQ5zNkj8OBPNl7kLkgSzd6lt8rQ8ZyOTxCAhFZiKVDPgIrU5OP+f8gOPIp5Xo/UqopgsQ+THgA5Gpyri65RoWkuiJpC1Ce8HvrQIKoN9HPxJjPgHRRDimEFw0LiVRy9N32mYELgYyCqhx56IwajYY2tzZ0jovb5vaSVvD0raw7XbjU0IsvresjL63pEy+t6tMvrurHXl7Wz73s9WdfqesXX1nVn//Ypv75T2zoz39iVb/46or+vOG1Vf3zn3yCP0/4X/zMpv6lz27rX/zsjv6Fz5zTX/wk9NMX9D/7kRv6C599Xj/2sWcUmpn6WVAHQ7GHATnA8JkQniH/2Cw6QWe+c29P38Zj/4037unr4PW3Hujbtx/pzfsHevvhvu7gwb5/2NH9wy4wCvBu3/+HwH4p9+Fxn4t0T0c8Q07R76gAlUl4bmJcarVHX//61/d//dd//fBXf/VXj3/t137t5OMf//jIOQ4S/U/y+cBV4j9wPXqqQ5mQbazXgHA0nNcCTg0PnFOTvA1GUActJ+FFPUVUizVboYK13GmVdLzRWvFJK+TbCJJhE7pFns1TbJBvVUkGs6iXXEQRjFXabQkh5dgSxbXE08xWPel8rdCVfK5r3LCuhZmugEv5VOfrc23xnLNuBgkWvoqpIjengjrmmEvoGymn8eDYmyWjjCCxVQHjcs5aEYIZSSeJVhNjZRr4dvSnRGALzaaGEu/IVPNZwS1b5HdK4pAzcLiVSHjEFZmo3cLTaak+BsbJSV9HR4CNdGB/fe24qyM2x9FRD9rTyclTMD7xY/IcHxt/QPpAHbxZHYyU7hnYVPYPxvXZxOaxSVFK1nHaVgVH//mBVEqrosRFRnotl8hlBQBhp1LOFWSAEpblcyXxWMHRgIPv4Bs8N86zg9jiCX5iDcmsdNpW4kCQZ+5BZaAwTymSmwM5mkIA1URyy3PwAl05A1XIUZGD9xgyrrVgOAt7i4CzuNHvB7IwYoFIH5zz8hxuzjkl5D7GKLt9woIv1raQ3cKFHDnkyvOe/TQVPMu/QFJi8t+PRZ2kWdOkO6hz9p2Q0UIlspq4yTvmNTBwh3EXacdu9FgvCiEqMKeeubU80TwommtjfVnrq22trzS0ttbQNtjZqGuHp6htnoG2eGoyWNh45zcbunj6N5kWtKlLxC38BG1d3GnpEri406zCF7ebugAe0yqttUj7A2Er36beZbCkC5tt0AJtXdpa0iUOwss7y7LwxY1F2vmNps6vt3jqaurcWlM7qw3G0NBqO9NKq6bVpbqWmrka6JUa1poh+MTUT5GNcgHWzUXCBmRSCXm1uYY41tXgT6nIK8KCnq2VkvghM9/Gi9RTckpF8pFNP/jjSPKP4ZAroQP+APQkn2MfyAXJqLwS+SOyGJH9CnTD2qX7kpUj3epzkhi2EI9qzIFxemTC4Oi/gSySc/zQJ3hsHUaEbDvG57wcbQbvlRFvoNOX6rlW2jWeNOvIUFMbm03tnGvr+vVNDJRLevm5c3rpBuHLa/ro+ZZe2WroYxu5PraW6yNrNb2EvBle2KzpBfjPV8j0Agr+RfAcRs8zHAA3lp2e4UB4Htl8GZl7eZs2VnOt15KyvFBAbydfaoxncIAXccaeYBDoY68Z45+Wmez/1ToZFTqZlLJ/Tbk/d1xgg4bKNMKLMiwc1GlMeIwOnqL0p+jhGQbnlDzzU1rFCc9ImxosDdjvW464MJs6Eh+WX1m9nubzefxP/pP/5DGcezzT5Prw/fgP8pAQ3IjMJKBlXI/nltu6tLaiSyvLoK0ra21dRSleWWvpCorkGgrlejvoRjPphWWvz15Z00++cFE/wy3uT3z0kv7kRy/oT+Hh+JMfPa8/+fFz4Lz+mY/vgHPgfBX/efg//cqm/hiW+ieuNnWuHVXnkPTc1jGsFWSfmTxv7jmGS60YqjYfKC8GysoRt82ZxGZ1MRJO3DiTgs+U4T6NbMYZymrKbi+StEBSGYnAc9Bq08tZI2zmJHMrRuqKpFVMvkxpFfNCU263s2KuSnlRxgV6x6aXgwpwc0vy1OEll8tXzzRBRZTm86Q5HaAaaNSUZ5nJNGoyKwkDrgtT8swMFKjyE57Pyyo/+ot2nRKbT2wsB4xG4uhT+DaGgPKibYZHJ+CVchx2noM0pLnO4DngDBk8owYHzzHvjoPyCU6NleqATKJmmYKswPxVc0dbRq31Kp24hR3a0TFHvkJABQQF54lJYm4TcDE+qa+KlwrwDD6RZjhVwp72QvLy1KtFT6jIn8Kd0rO40ad57w+TnXptXU3fICayd3YxdjFXYl4c8BhnfxAFeQs5X0ouKfkkzhdF7wBDszgwvnXTlila3MVFfpdUGXHWJVAiuzPkuHRT0jGIkPtk3irWI4ESROIRfuTZI2KUJ55qMpR6Vo8o0RKPYKHqbyTRpzqoAaMNjJsmh3q75sQZz0WjVMW3dNIsvX5KG1mpCqfxJsZSI4tVOSt7hlauindGm9TfAo8p6W0uA030R5MN3GBy7TCssyR159jbBok7B2GdIqmupBpzU4PmwPqZM85axtjykv0MfKGMvgfWpZJXLh+ugq1FZP4i8hWZdkNJuCA8h56hIFyS7wnMIHSszQJJdJH19cARdhUV/ZGizpAIR8osUCrSnzMI/h8A5T3yEcJpvZ6q4Fl9EXkzlOxTsZEd8u+Q+6o/ikKq5JkXT9gjnxn5cwzmrEKhjHIeGfKU8bZHGMBZ9bAk9ksCVCuDp8Zg+fFUODN28VrU6HMTA7DOotRZqEY9U+Xto79t77VE31ed1yZ1bxPfQe+tQ9vEm48hNehfg7oarEkF5qXOPqrT5zbytFILWq3lWq5lWsq8mm4mTY/ky2PlGkiMKc7H3Fdm4pVFEb0aXQbN2AVhAeIzNtWUtKnPNEPHzown0uHPoJb+NObGx2BZUK8pG3aCh8xg4Vn09DjIIbOBfjEkJf5EmzBbqj9C8B/kseY8rmeICTpGbRZrGWFaQsksIahLmdMyi7eC8lmpwtJKSMKIFga1turS1fWmnj+3omd32npmo6HrJN7g5nYFl8o1bnXXNjKMnFyXVxf0Chb1VfJc22rq2fNLemanpZ2mtJKSljBhsXloUyhWsUmjqo3vSyUDwh9dUukDAlwD9Nrl1SFeInwlghp9jfS6CvhTDrd5copiqxvlQCzLSP5SphwiymEhkLRD+wkIITUYf45hMsMFP53NeLKZaIq1PZvNMTDmGhvPwlgfUwyKCeHRZCYLm1EywyyfgDljmlM9WWQooqPtM0i2HxJ9q4AiYdRybESHckj0X8DSInkimyoRd4zH6CKvl+UR6c458SOnRI7y+8LSnkDVJ1kJCkbaLCswv/AsbmkijZrJ66uajWeQrKZTHnlkoFVPHRVYD1+NBUUAT9WHmpxkUXougsBqM4ixGI0EBF/yTqoyM26hdPQ/iFLz+/NSW0DJ0gBzHrVYa8nTgMHJPta2QeSWvP1xju8FnGOsxOMZ5JAtQJ8i4QS/BEYtztJrnqIKwPGo6HSKpNJFJYNZfvAd+8vn9Bsa4Z8hWXqQsOKoZ6aEynYYFMmVcq5QgHoV9LGowoH8ZmA5DgmDhas85Hs/9YpVOcvnOFCc1WMUnNV5RgNpZ+nGq8KPeTbapKqbjD/zXoG5CnLUL7mUKvgq7uCdwvIaDxok+BGU5C0q6lWSaojQSI4ksj4BHOecHLnt2+AlwZJ3OkVaUKniW5qBRnQmAxY/g5jhxHoZ1eknOWJgEU2Q94N0uPZjKUYNPniZzHkfaHtRQWIuaJgf1p/MZ+0a9Xw55+S9k5MqePJ7+lSNi464M5DqKpCCrCeFKpdTRvlaBcEzOEceZMqxXgE9WslBNbdRlXEUyeWCPH8yaI3+1rzHoExCm6qGEZGZUUOZupOwfVWjNTQvNCpHXsxoMuQJc9tvavsAABAASURBVAHZqyGbdeTUDOcAz8cJBmmhpVBohfgK9S0jk0sY8o76h6ORjnsDHfVHYKIDPMSHeKGPh1MdD2c6HEy1z3P4Ps/iB92pDnkit/+/yWDhQ/IeGCi3j7d5D+zjbTa61xlpD0+0/bP5uzyX750MZTjuDdHrU1UXVEmBcbM+qdMh8kfox3+Qx5r5cJP+HTtpiLT2VRbdcj7vprIY+ojkcYg7NkniIBZhYYmXICJYwnAxBTyDXyKwM7JPcdsvPBilJjy5jItCdlCPy1IjDuzhKSZo7xKN3cIavorX5mXch6+s1fUKrt+XcQlfWFlRcLmmbMi+nPrO4Olk0DBmGsWaJrGO0q5rPIc/lQYTqT916s+cBmBUONoU6UnTIoofqdqsQigjhkJERUd6nqAlvAJeqWp8jLG0cTGGAszZRKPJSP3hUL3+UN3+AJzSAWHQGwxJG4AFrfL0+lW+Km0wltEu5Y1OMGjkQtWn5JycOwWKwnHoVbCwghxKyFXUSSi2POTyjIUuSoIHzPgyg0fJkd9ACmFRlyFRR8LVGVFiBeE54YJ38jmYGbgPFaGtuW9qiuopXMZx6FXQx4K2iuRRUV6RdYmhppK1K32mEs9VAY30SYQd1EGro4UxJYPtAhSvvKcrBregjuG4pGTpjoFBIzQp8udsLYiRFJ9CYrx/AI56vy+ftpi7mGiMsTjCKcKj0cQtS8xHeg8CskBdzFFC1lLMFUEqjX8K6oikx5TRz4DMeJXUVVKv8UvqjtF4XvPCaTZPGK9RRZkUk4CnnGc+XRVO8kpWZwWnkr5aHSV1WP5UlUnkEfkT6YaIAVRWKJDXObVVlH0445Y9N8Bf8Eo9TS1smKcI/314XM+TMlZfBeqzMlVbjKAAJShirPpU0FFT+CU9LQm/B5YHVHmNkm75F4iKDDSVCRVDuIhQie5VaqeMUmS+S+a3ZE4MERpLJ+MVhI1XwXjMeQFKYHNeUm9ZJNRbEqqoWoeSOlFHVXzBU1XXIpyqPGfpsSTNQJlIHwwldAHy0nfz0hoiayfkLJkMUCYWSeU84lEtQKmCcATGs3ojfUtWbyFZ3gUIU7ZkLEXpkR2HDvOaI48VkMU5mBoKSyetCMiaR9Yc7Tj67ytMqX/Guk1F+2CGfJhsRGsUuSqLqHKWHs/3FK+xw1ButOuqL+eqr2Rq8FzTbgfZE9wafMNKM9dyI2itnWtzua715YxnuqCNpUxb6PIdLq+bq7mW8bYv8RyPM57Lak2fubKhn3zukn7i5Wf1mRduaKlW10lnrPsHPd096OvO0UC3D/u6fTAgPFpQwncPB7q919PtfUA+S19gkff2Ke8Oee8Qtr8teod6FnSou0cj3QN3DgnDf7Df1XF3gFwlICQ2yYzJtTX9kfr4D/JoL12+8luXLl36O5euXP6NnXPn/87mztZ/v7m99bdXNzb+gavVHgwm8zjEWzDAQ9CblOqMSx1Nog4xCPbGUfa/Sr75aF9v7h7qew9PQEdvPurord0BtF/hjd2+FuhV/yHV9x519b37Xb1xt6t9BGa13tRLF9b18fNr+sjmkp4Da42aTJF10RDHZdQRm+wYhXDCJu7Opd5MGCFe/bHU6Rc66Ey1dzwB4wVOxtoH9h+/HWI9d7FexrNCVKPoHDRRf1Jig9pGfYJSlWfFNq9iJbSJsKXP8ajY5p0ZZT4meFfGbObJvECBGGYyz8pkNoXOn3hapsTxvoyho/FUo8lU4+lM5mVJ9MXgnJcDJivWp5Q4TAWMouichckrDjLOb2Je81mpEUbPcDjWYDDSgMkYDicajqbEZ6AAc0B4CAV9MBiWGFqkjaDVvxCa1BtFdQ2DUj1LJ204KTQYU25UaMjaD8aFBvAHhPusfW+SZO/CA96GByjHUZlrAsZFpnlZ08zCrNNwGjVEAY5YtxEH9RichUeWbmmWZ1pqaJgYLTSk/SHtD23OwHg805j4GDoCRsencft9nMnp36Ra0Lme0EIT+j5i7BPk157ZxrQxZlyjCiX1xgoj5mDE2MbMSxUeJY2eBnMztDLUNWIQQ0MVLjSEVhjMZW1Z+mho/Gn1O0l9boCD/pR8Mw25EQ76UDDghtiHfxYfDgrKG+YakjYczIjPTzFTFbc1PgNzMQB94r3RREb//4KVfQ+m6jPfj0G9VX30pW+wODfbimdh0EPueuwxQxeZ7CGLi/BERvvvy1+VpUz/KQzIMzRUczF9LLd9a5M5HTC/fegChfrM0wJzZP8J+v05abMKPeqyua0oc95nLvvctPunfKM91sDQhw4MlsfapC/WpwFxQ9/Kn5brQnvc5qv6SO+ytl3iA5MNZGuEvA0p37d54Cbf5RbfMxDugQH5h6D6fbLuRH0Dt/9+d6wuh3UXar8036HOE8bTHUZ1kT0L2/81dNKby8IdFOEJeSxfF9plbF3q74E+9fVAF0/BCZenYy5XJ2PqH464NI0qmRwwjhFjHjK2qn94Hrp4MbCNVFtqqMnTfmuzqfZGU8sYHOs88W+sNrUONlZa2lxt6fz2qq5e3tYzV8/p+pVtXav+3Zlt3Tj9d2muXV7XpYsrumQe83Mr+hj0tQurevXKjl6+cl5rzTZGW9KAOetNk+yf2O8whydc4Drs7w5KosM+67Enu+gfO4NO2FeGDmW67OkuZ5LRDuEOZTvsYfv9lU6Vv1AXXg8d06P+HrSLbukj8+YVdxL6VOh9DgP90fv4D/KQ/+TP//znP/vDn/5/vvapV/+zT3zqY//5K5949b/4+Cc+8V8888JL/3W+svHtg8l8vsdCHrCo+wjBPgu/j3Gyi2Fg/zvlmwdDfet+R6/fPdHr93tgoK/fH+gb94dgRHiorz8Ywh8Sh/9gga8/hP9woLcOxxpxAC+vLGu9XdNaQ8IYxwMw07hAUZYIFwbKSUzqYF10CfeLQgMwnJUacth16dMRm/OQTX4IPWLTHuEGPLB/UwV33gEGSgchH3OTmXHAF6DkNhar22rADHGKKT02RhJhW7PEVwW+Iu1H4oaEoWCowuYVCEHCPUgW6kqKTtQFyFeCiPhbWnWbJCURN1i+SJ3pFHImKk4O6ugjITkLOycBJ/5ABa9gHkYYOT1TPp2eTk766nQGMsV2grF21Jnr8GQBCx+dzHR8MgVjHR+PyDtRl/npmNJEIZoy7DFXJ9wsOtxgBsY7GqpnOB6qezxW92RCO1MdHc20dzjRw/2JHuzP9PCo1D5u0f2e0+6J9PCw1O6RdNTz0EK7WLO7B1PoTLtHcz06XOChUYtT3sIPD+baBfvHBX0vddQpdcg4jmj3mH6esI5n6JyMuHUNGMewwjGu2+PjvirKON5Djwfwh2D8GCdWHgPWbm4nUJuTY+gJbZ0cT9WpMCP/TCfHhlMe6V2bP8p3bF5oq0vY0DulXfpiaZ0qPmTeFugxhi7o0U4XY/q9WNRftX1EGHRpt3eKLmvXOwNlO6DLOnc7M9bxDHPaOsV7+Gfp34/O1UE2vj8sDVhd3Ap6FWbkp3/0peqrUZuTqi8T+jJhPZ6gi4wZOuzNDuE/HFPKT9Vh7z4G9XbeA9qnP533odudydA5pV3qMFQHN2GjHajxDO8JU38XPN1ODwOgOvCr+ugTeqVLuEMdndOxnDCeLrwFprQ/xagqMIxKvKhz9dBDtq9OkJcT5MTkrMPad5CLqmxV56Jcp6p3Wo29S/0G688J/CPr26BUB4PM9NwxvA6GhY2pe2oA9TBIFobJUH10wgIDDJ++et0he2WiE9avw37q9kr6WujkCB7oMZd90qxPJ8inGWVFcsrqNdVbdZCr3sxUrwfldae8JtVqjrhTA/7yUl1r60va3FzR5hbYWNLGRkuVMYNRs7HZ0sZ6Xat4YlaXnDbxqLTdWE3N1ApRdbw1AT3q0G/2Iz4JnP04AmcQetHgoE6Lj6OQI+geUyLVDxzGIeNDnWShp6DHnyrNS3MunJ3OY/YfiQDD/uCO8//8n/6nj/6rX/6bX/wrv/Krv/lf/vLf+vz//Zf+xj/4v/3y3/zdjede+H23vvXgJLryiBvyMW7GDidql4Xucapi0As5x5si7Q+T9obSAUbLAc8seyPp0VPYJWww3hl9OHV6yDPMI4ydbolg8GRUJiJpLO+neDameDkKYX/wzBM0wZU+QSiniBeXbvil5ryrFiFDzDNu7h6DxmsyD7hCc03LTFNcn2P6PsLNO8MgKaoniZqirwOjuSKufXPXmgFhhonZJkbNIDFqiBgVDBkjxpE/AZ3CljZIPgNm6Ih+i36nBajU6jG3r3mDjFb1UB9Dpj7L78grylFvtFSr08k5AfuSCJyCfJbgfdX+HCNlgleo8h5MCy08AxEPjcf7EDScGizsNRo7cXkCCZSacdOYjgpNuf1NB1PNMeCK8VwFxmhhYW4sc25WM25vMxTjFAU5GUgj0O8ndboJIyLirYp4r5wOu0EHYO8kVQbKI4yUPQyPPYyQvcOZ9jFq9o/m2jsqqjJ7x1G7xyWIeLqS9jBs9k8idSSd9KTuwKk39BqAIfI15MY05FZbgf4NK8zxFp2CtEEFOyQMMw0YV8VjjANgnokBN3BDn/oGjzFXFSbN2hlwUx0g4AtakmaIFR1RZszcTMCU+Zqe0onNJbe5Ba9Qxbe0p1CVsXzUPx0nGSasCy+HmozcKXRKLW7hU7C/JsxDBbw8E7w6T8r4qsx05KnT4BaU+KSCI92D70OHTlZuUrX/dB4LLzBmDaye6Zh41V9kqcovjUcLTNj7Ey4whimetT8AxjvhIvGDkTSh3JgbLg5GPYEj/BQmhCswL+iaySnGUMNZfIJ+mUxP85xR8lQ80nBmUi/ppE1ntE272PsyvmFC3OqaGiWPha3stCrrNEV3zcC46rNU4i0seQY0/pT+zWeBwy5U9U2Yl7GN3+qy/GACqrp4np6CGXpqVlHPE02oYPprOiOOwmN7azpPmhIuosf7G/BSijYMCRpBKfOqFrOogsuboUQ/lIxvPs00n9Q0A0aLaS7jTSdeE5sXMMPzObHxUb5E1zvn5SrDIUk8+9EKemqO9iqUHNQbLUiZo48MpRIhuVKRJ/EyThVNp2tKORDHcpqoyXNPphHafKjcTVRzM9VdXIDnpwbPUC3qadFsi5aboEHNdVqqU3c9RTXI3yRPg3AtlarxVmbU4oYW/CZlrNwZbaDc6/AXSLQtrqgSLPpF2EkO6I/Yx//TON6ZahgAAdHxbs57askhbDDzuYZRsJQFreRBS5lXGyzlXsvg6Xjb4lUe8hmtkFEmV4s66ngecqznhOAV5QRxmkpupmiCjIBnCFQuhwmRIUh1QnXSMd9dJofHInFQFxWcSusjuSK5ET3qqim5upJHREHhaprGoHHpNGbzWXjGs8SscLzTSpG2sCcEIWxxQxJ7BB7U+YpGMvEDH0mGJ/phfXGMx4dAv8gnz9bxleERk6toScWREVg8UqkhEaeAnPMSZfiq6l3kQyVYmaeAA2nRN8tfytYRAAAQAElEQVRrZRhzwuhSYE4wuhJjTKyblMu5p8C8OObFMW+ecKCcT14LOLHXCYsUp0C92IpytGvhBTIFynvq9LQh2ihTTZE2XdZUZJ7nGJBz3sONb+k4uDCKZijUUjPeuKdFwmCUZqXDuPQgaE6dVq6g9jn9MRoJR/qXkDcxt4ZFv3M52nb0wdG+KCv6kGg3pUWapx+OtEW+WpXfeN7X5K2s1Undog0ZBQ4swl46bc9oCkEVkK8UfBU2vhz5gKsQ5Chv8BYnb6AORzveAM/4njzewnKyTxJ1VAgSaekpiHEl1skg6Bkc4feAfI5xGDxz8ASBtcxALk+Zik/e70ed8cEZ9YQXoCwytAhncoQrVHOfV3F/xrO5x/hXkhCEJ0iM9WlQytPfHwRHWiJPSZlCniPqB8A5FaAkf0k+QyQcCVdgnksD8ZJ+RdJKkE4RaSOSlt4Pyix4gaF4lVHsNShyGSmTqvxBsnqYV2f7DhRVeqYsbyrUWpTNVMJbrF9Qqup1EtRVsPk0PnX5TIn64tOg7niKhFw45Cl4L8/lxQHUpTL4XtTJXFGxJC/RZgXqsjqrsPGIi3lwMSNXTUZd9ArUkYVcWZbLh6BotQTk3DsV1B1PYZeqkslIwNFbh3JwnlRHAcCPYCvRt0UgQchJPOL9juVcCeowIqhetVyqYaDU63O18ine8rl2WlFXV5yeWcv03FquZ1dzPbNiyKBBN1YMma7jgbm+4qH+lJfr+lKma0tBV9sAeo349eWccqQtB10Hlm64SvoCXpfJd36pptUm409itCAl52JRe+GFnebnPve5huFv/+2/Xf+lX/qlIFVZ9GH8ID3/9A2rN5m4WUyeJXOVkKYkn9e0sbysa2sren69rRd4n3wBF97zvMs8z9vk84SfMxB/Yb2lFyu0oYYlKFgDlH2ePM/i9ru6WtNSHlXORyqwtguOraKYKcVCISblpQcZyJWVNQXgbcMhVImdMcfiLlzisGRfsLnopRIbM4IkFAAHU8mGH86jTngrP+BN1v6/kBNcpF1u1R3iU24MMTrF5FQihyV1G6KFo1A4jpBXJBxJS2x1h+LwWSaHYeLY6J6NHpgfB5XPJOffh0BvqYOaStpJZ/WQL5DfAaE0HDAq6l+AehiXgAPJ0Uc6UVb9pT7GWXJAJZfLEMWYE/1N9JKrgSk1+5sATjQIKupESBLUhUB3KUu5SrGKfqJ4I7QMThHjs/RepQP0qaSfMatJIKu3lDdbcnkm7kyKrEXmk+p5UnBzlbOBYjlmPaa0h6JibRM3oOSiRD5DCkklvAgsLaIek+XTVMI3JsI0LR9qcqzle5HDWyAhExHFa/QJbC4C7QN5OcbBl+RUfZgmyRMECRlK9KuCL1XRKp4IL0D1SuSVc/CeQN7JYPUZLHwGiy/gxJJRjrl3qQqXRsX4QQS0ylyoSku0Ef8AFmnR0WeDkcQXZfX9gAxU/D+EJvqgCtRjdVag0oq3oI7yzuqHMplkTEyBk2c+nbMCYrjEnaA/GJb1ByMpOcnmONK2jfEPh+U3iHJGF7AyifWIFUir1kuSUWC/3G9jToStvTPo/8fenwDpllx3ftg/8977fV/tb99f91t7AbqBXoBGdwMNYl8bQKMBkiBBAlyGImfIAemxRiNLCnsUkiYkWeEIKxx2SI6xZNnWxqFGM+RwKO4EQZDYuhu9vn1faq/69uXem+nfuV/V63q9gCNLlns6XK/+dXI5mXny5MmT5+b9qp6DdwuYnORgcjZzKqDWR4Qye2HBjCt59keCH1Di5byX30iXMeDPAnwRJkedE5tCjj1lVF7aioi8r4U8/TnBHpVyQ5DRJ29WJA79gI90OCTn6AgEOgtiH8aUcRN2DRSfUBCwl8rwYWM+Zsk+LUEBcoQoJB+YS6noKSNNV3LIww85Mp5+Em/7j30UpbKMCiVtUAJxB2l6xU/HwqsYRpX402IYuJnLubUbyW4VR4NCZV7Kuq1NJJqdqWk7wcOeaen47poeumNSjx2b0ePH5/SBY3P64PFZffDEjJ44Pq0PnJjSB05CK8zqiZOGOX3Q6AbPE8en9MFj03riBDg5ow+cmCVtfRidUdUXdR+kv3Gfc3r42G4d2r1NNVSTiF0QlC4sLu5bXV19+D/5T/7he//hPwT/xX/xwG//4R8e/I//4/+4prfpF9P/l3FmIzkXXMKG8i7IY4mZk7ZNNXTH7lkd2Qv2zOjI7hndCe7YZXROR/bM6ejeOcpmN2DlY76j8B3bPa1ju6d0F/RucHhuQhNeXIUO1caoiRnUK6KK4PGFwDyObQRDdJQZ2BDII5VsKpCUchx0Huv3zsm+nOhUjo3nVUTPq59S652BltfbWlht81qhM6YrHfW5mmf/0yltGYNGpPlm7Egev8Bmjjgbp0i/ziXyaSafGFJ5Dm4rQ5hKvkCDECLpSJtYtQly4z4o5xuHQZ5EUUauaktucQKQCpxO5dy2UCsz5FZGb0oSBQKFUgk3EU4FMpZKVbqU8aiTGCsw/hj8VEmZBRk5wccQp9V3DTW50m0S8LU0oTVNajmAOK01P6sVN6uFckaLEWhaC3FKi2FKq6SbfkadbEZt+miViXohUXXL5rxGOM/haKCIA8V3KxEzjxH7iUpYG4NzDm0YPBTXwPqMcx4er5R+UmpSRWVOtHU4wajAemyiLIWjfBWRPqRUW+FccisfqSsrm0pkNGykjVZ9yqlEzjdCgRxVeWA82YxSZpWp0jn5guCo4GAojTJOoKxk7JKyoEyB8hL5AvmSJ9nC6hmvovAVwPirPHxG7UYpZ763EJ0Kq6tgacAcKj7qbqe+sovbyxxlt5dX/dFHRW/16xnHjcH4BeDNgkyOgnEMJbIH1jCwTsFkZ08UzPt1wB6LTTD3nLHeFDZ+pRfWh/5sjIJxXgVykQ/whejQvdOrdbYurioLVVtPOkHvHiTwGRzUVfnIOAFEZI/wR9IB+SLrFMgH5hJt3SqasvoptkF/2HnJHEobPzjKPH6gAerKC4nzF2PlHOMwHxVRA97LDPOA7jTWZ+k0CvDRlmL2SgQClFudgbrRJiwPCvqy17mbNjIsPP1k7LkGt8E1ddm/PT+tLvuyy97tJnNqJ9vV8tvUTHYAKPVtP6mWq6sLBgbmO0CeAlT+irEcY3vm5wykHYGHKI+lFJi76T+iFznm6TKVyrglldq8Hl3b+OxMyz6Xsz6SfZ5rfaWn9Y3P4DTX++rxyjgJNTXShiac17SL2tNIdXi2riPbAA+sd3KDcse2mg6Ttz9jcef2ho6QP8ZD7TGj22s6Cj3CA+7xXRM6yXlykrPkxO5JHd85oaOUH4HnGGnD8V2UgxO7pnTiFu8MZ9V27d0xJ56v5PEU+O307JnTD33nO9/5t775zT/99/7oT//03/3OX/zFv33plVe+0Ov19saIUuB7u33b3P+lm1PCDUrCQZMWucbv7IIavIbBLjCukVI/UJoMQa40BclIieUtDbwfkh9RP+bL4K9V6PP+cKBJ19N0ZGsF6p1TTCY1SmY0YHMNoH1f14iNXvAqqeCkKxOn4CN8pZwv5X0h50Y4D3syLziMQSjEyUgoHKHwQiSnSABR4NhGbMQenqGL4+ixM3u8B+7xbthe85RsxoD9RUy1Avxmj4YQJLtFoiN5lyrhKcm7RJJj00ohRoKLoCFeagQKdnxZBtpQV4KqPZT+rY2JZU8gw9FI3V5XrVarQqfT0VqzpdVmE9rU6vq6VpuvAWUrq2taBksra1pabWpxZV2Ly83qT+AvQReXV8gvaWF5kSBsRfOrq7qxtqZrBGaX17q6vD7QqaWuvnVuXr/3w8v63R9e0+++eEO/8+K8fuelRf3OKyv6py+vQVugDVr6Z6+s65+/sqo/OLuqPzu/pm8bzi3o22eu6dmLN2T/j9I8wd9Kq60VxlpHzlGvr2G3r1FnCEYaEn0OSA8rOlIf2ucmq4dzG3ZLDbq5RmBI2bA1kGHQGsI3VK87RFeDW+j1h7xCehUdxml3ujjKV9Fq9zbyPXVpP+L9+mAo2Xv84chpMIoacPoahqSH1FWfPeApcDBCHjDk1BlWtNCA91Zd7KbdxyEbBtCBE5dwIKjV021oY1vtXpDxd/qu+jV4YmR1rLwKxgu1BoU62OMmbQ9LtSlrD/KqzsorEES3boG6fi77TYQNvC7dop/moHxdeZO+Xwf6bb4RbvHaWLnWjYc+W+inNZI4a9RiU633g1ZYt9ej0Gp3A/bbFOhu/U3QpI8m9tBi7VvtgQxtlDXGUG3KLd3CflqUtyo61C1atRmqCV+rhX4QsGX9geqDpO0RfRrgYcHst2fsA+UtSxtYpNZtGGI7I/qzNoZc1m+bSVe0U2B/4uFG2Fao6tbtw6yM22R/ra31tLzW0Sr7bb3Z1zp9r2Ega+s9rWPbhjXKVzi8V1a7ehV9rayNsbwO5dBfQfYl9sEy+2SxU2oBLA8TXe84vXyjq+cuNfXs1Y6eudbV96/19f3rQzDSd6/n+u6NXH8Fvrsw0rep/w54Za3UjUGqtbyG7aXMgb2AnfYZZ4S+hs2hesjfRfYe8vaQsw1tNXvMc6jqw8PwttrYF/NdXhno+vWmrlxegbY0P98FHc3fBAtdLYD5+Y5u3mhrAdpaKTRYi+qvjDRcG8j3RkrxhcmgLz/sKSmG8uUI5HJGOYPsHMqKviZGfTXygbJioBS+xOp4KMpCrgz/b0jJJzwgOXi3wuf0T1sPHOlIfY5DgBVPLvEw5ENZ7rp29eojN25ee//N69c+cO3a1Q8vLC3cPxgMtonwE7ztvv2/jDNqlP04waJPI/wssNWp46wbw64aBBU1XsekGiklUEhdwcGdEyQMFavPj2A86mMwvQq12CfmBhttMtrZp7ftLw2aYSUWAYQ4/oAX0bonMBEBgF3FSgHjKeUYowIxuwOeoMCAUSkhvPexkIfXu6jEB+QClo5BDsN1zMHxpOQdAQb9+yRVxiuZtJYpuEQFEhbK6Bm4mgqeDsZIlVOXB+ORomc5ncGCk8BTfK4iH43BAVbwaF8amFOMNqpXIIxieiICJzUuK4lSBsMcJ9gnGMFBWWDC4b7e7mqdg7WiHLjNDazfoj01OYxbHP7tDXT6Iw7BgSxflVPf7vbIG7pq9Xrq9AbQPmVDrXHQXMUpfv9sT7//fE+/88y6/tn3V/S7zyyDef32d6/qn3znqv7pD67pt5+5pt/5wRXqr+h3v39Jv/eDc/r9587pj54/r2++eEl/8eJlffuHF/T86Uu6sbTKU+NIIwLbQb/F09K6hsgx6g6ghr6GHUMPCpjrsAOlrF/RobrMvY1jX1tpaXV5XSv0uQyWSC/bfxew1JTRleWWVgjGNunqSltbsUYwZli1fkgvEcRdub6gq9cMSxW9ds3okq5cWwbQ62NcvVVO/toivItV/VX4rt9c1fX5NbCqa6Sv3VyBLoNVXZ0flxm9emNFV6i7QtnVim+14rk+v0Jb+G8so42BwgAAEABJREFU6Sq4BjbplRuLlIGbS/Au6/rN5Vfp/Dh9baPM6NUbzGV+ER76mrc2Y1wlfdX6ml/YqDOeZeQzaryblD6rflfgM/mgln8TVP2abNTfWFzRdXANXF9YZk7kF1Z0Y2ENrI9R6WlN1yq6ujHGm1D6vEk/8/SxsLCqeXAT3Y2xpptV3vpdHfdN/kY11ip1K7qJHDdpa/w3jG7UX0ffNxbWK/luUjZPm5uL9LeBG9AbVkad1W/iBmtXwdqDeauH9+YSbcGi2RWH9gI2Ob+4qkUeFOaX13QdvV9hXa5V81nRPLwL2O4CdN7ag3naLK40eYDAlgnq7Va3AgHBktnqaofgpgs6WlprV32bnq+in6v0e2OppRvLPZ29tq6/fJ4Hij+/pt/844v6b/74nP6rPzmt//KPTum//qOXyb8EfUH/9R+/oN/8M8uf0W/92SX96TNX9MrlJfZrm4ealpYWm1pCR0320xpyrrLflpFzlT223uwSkPTUJEhZZ75r612Cro5WkNOwSiBjAZgFhm2ClibBl92krBOQNaugcaQWQU+bwM7qqj7ot7nakqGPDxAPdSkPdAnX2FmMlRf2BBme88fjuz3lhoQ6nlHl8emWdzjVCIpSyjk3cm57LB3wveJMyFSoxrmwiZQyT5k4S8QrZec4I3jOrKf4dUnWzB5EcdvOpzWeQXkyTngaVZrh0+GE6W34zWn21p3Vn/zJn6QfeuKRp+551z3/3t33nPw/vuMdJ//dx9594l+/cu7FX97jO+977PBU7b17Mr13X12P3zmn/fWoWRZ2AkuZTDwGII5vp4yDO7HjF4OyBW9gBBMu5xpvpIk4UgPjqGMcNXgS1IGNcWA7pT6lj6A67WYILKbhSYlua2VBcFPw7pXwIIxIj1TDYGsc/hnGmBAwpCDj+rOGcadBBCphbLwYZUKblEAqIyiaIOyYcFE1AouMYMQ+HJa4VM4MHrn7wattrztGiVYH0mpfWh96rfaClnla4SFBg+CkbILvSbnUa0Q0XxY9gqKhYtlXMeph4EGRMZxPFEGpqIKJ2g0LU1aQI68KVZp8jyeAwlEO/5CdkdOe5waCIq+cW5zRBqp08BrBM2RTjpB9RP8VRbcjA/PMKcuZY842z2MiVCPbxBF98hJYVUGQRsGNn4BLaRkdLhAxrdJ2jX5XRlH2K90redQyul4cQkl3kqgmsi4XTquqqakJLfYSXVmKONs4DjC5hnA8kqSsubNP8ZMOIOJwIgGcmK/yocQTkOMJyOB5Skqos/qQlyoQ2hxNzlV2XiYqeC0SWetY0ZT5pAqUb0WJcwobKGlX5F5F7m7DCLmJzWSfR+KBX71cGsBn6OeJXosBZYZxuafeaTAKGuY5KDRC1hE3cmS1FSN0dVse/Q65VRsjYjvCoXoVyJlvQcmcCuZQovOC9TGUm9TKboG2pEvsoWTdClBR7KIAt9KU56AognIwppFxo14tZymqvhJMw2/MAx7mEJDbUNLW2pfYTSSwd1ld4oo+JHVFoKwhs3lhqwVtiqKkf8akQb4J5DLZbgN1lg/Wr80FFMiSo4OiTFRAx2nmy/qP6H8Ez+uRYM+gqhf6ZX6sdW7Y6CO39qSHYETf+VZY3QY2y0v8whDBBugvr/ak15A52B89C7zaVVbDJ5TqlwV7NcrZgw7+sDMcqN3vaVSWeDJHnUM2oQ+nAvlKOeX0k+eB+ZG2+RbCngxBXKYBBzx9eOXoc4gxeeQZ5QXrU7LzMuWdSHpSrWEm25/zedQ1cJm9ehXMs8VuDoKug5vc1l3rSAuUL3JrvNJ11a1JRIY4Coq0c2ZnRaGyKPFjDk+Q8hiZqYueeuhxaHKWEizsPS+mp4L1K60d5XkZmZ/DA8GDz8NkVOKrjBYldUEK8rLPFynJ0c1AAR9R4Aucc8rQZ6NWVyNNVedMmMwyTYB6linjFt0x/2EZ2LulbE2G9Mm0uAGSiOu4qTN/7UW8pAF7WqxZ9bCKD0rLXBkyWYAjZoYJia0tpiaWw4oqIi8hpnxaU0R2g2Iacfh4qKpKb8cvpv3WndahQ4eS+RuLH75++dpPXrh06asXzl78pWuXrv16e33lK7NZOH5k56S/e9+M7tozrSM7Gto7nWqaa4tJjGYySzRZS8eGhOOqcTDWWOpJ77VrZgZMaff0JLSh3bMN7ZolPTuhXXOT2llhCjqlXdTtnalr32xNe8Ee0nt4F7lnrq4xatpTlTegE/RloN3MtPbMTJGfog/6mjVMaqeNQZ+7Z+vUAfrbTdnO6Ya2z0xqB222IYul52ZnOGiCFrlWvbHc1bWljm6sdCtcX+7o5kpHy3a1OShlh9uIjWrAV+A8gkZ4lNFwhLPIZZF7xKkFHBAZrB1zJ+/Ib4XIx6hqEwQ2eMlmCDivYBT9GS2NsmOqNOXGU5VZ2uqgVmfBTxmCNlFYWlLJBg20L51TdMjB/nLUMSi1icQtUky8eOsh3lKI2Ewj7zSkX85tmYO29jFKtbpXfTKRr2U4Fo+DEE43xfnWcUrphrOSQuEVcagqaRSiIg7FMZqQweBcRKLXANm8DeJKOGkDT4DLUGJPpaN/dFM5Ovq0+RUVjdpKQ3QKNmcQsb8KjFuV0XOQQyeS9Rvoz1BGh6ivIgTP0tyOElnGSGTUxiltzbbiNf1U9a8t25K3PiL5CsjFAilCN/MV3azfSo2ngocf2FyVKKKniJyvhahz1DmfyREAv0oJzq0c3XrggOTRUiLLewd/1beXNvgS+kgIRlLg0zrF7PSkxtgZOk2Br3Rn87D5UaEqLQ/11LM+GqOSM0iVvkNUZbulcXt5G0+MC5wSWoz7LoKDzyu69DVIFGjzKozHU2ZIKl4x97iF59U+rN7g4dtAZTuu2tvioPQcVrbuo+AUTQf1SflaQ4G02afJNcDm+6OSIKNUEeFzhkRCj5EHBUOw9CZkc7B6G9PRF/P1AB8qB2XWUVKABke9SzUMTiXjlrUJ9UOiMptUrE1piIw9eLvA6Aj+nD4KdJcjy5COBqXXiIcVQ06Z1QX6jPQfaReNOjE/D9wGvELiSSMPfdKlHDJ6dFkBfdpa+arMy6jVy9GRvx0RHhgkK6fegpQxhD+JYmqSE9VOnkQiKXFSCn/mo9LE0xxZYLTP9PSHQT38cYfXhktEJJeur+vs5VWd4RXTmavruoofbxeJRq6uIplQaeBWPKimgO5tzew22/HglPKaZ4axphnT/jPcBukaUjkecF1kBbi9EUFoUiYRlrflt38rz+ratWuuKMKOfJjvykf5jqIodpd5vjcWw51eZaOWlKr5QjU3UN3nqmUlxmMISpgYsUq1BVMOv5SwOsPh1NgEkziviTSTRcJTWarJ1GkqC6DUdFZoJssrzNZyzW1glr5n0kJGZ2uF5uCbo6xCrZTxjlGQLmhHWRbhV4WZmugzaqa2BYw5zfWKYWYjPbWRnyY/lYqbFI9D8hqMPMFKohG3KdVTVszYoBNyyTT1mYpY4+kn06hMVYQ6TxB1jYpMeZkpYviezWWHLVup0o3pp4KTbMNZXWX0MTDmG0NsCLcFr8172lpfCSO+Flbn2YKCJ8SSA9UQZB/wDFWZxPKIpUJ2OKPoBXjx5UCmqent2r//sPbt3qu9O7ezbtK2RqpdU3XtnGoQbE6pgcMZ8cppxKskV0rVHIPnBqtGuoGTmeAmC7gG/acKzkNdhdIJuQBjl+iLc0loQiG6W9TKC+oKejJK1xL2czu0UTam9vmksdOL9M+c6a36LRkXNS5nlETCn1dwqVhXB4wCLyG8GPJ2OMlViNAo4TT/OjAV/SjgZxWEXD8SrIsTfIY34pUig8SND3eOaUrZa4GVcKDF+Aa0CtRcZR8FN5gFdmeyMctqPcogBQqivByKS9jPPiF4EX1ZWxazuq0pmA35yDqLA8zZQQsVh5gDVmbprTAeB4/161wq7z1jRZUmA7YqdCPm7wBV8omXJ2NVb4SA0HETstaRHsYgwX7TLaAkvqmr+KsfNBjTSCcRgwvoy6lGOfpEfyZjQmCWEKAJnVu993W6zng4iRrw9DIaBcXgqrKS9iHgF0KNLVxTLMcI+I5oN4HmW9CZgGMdPfNMXFTighIOSB9z5M0VmXPJbVXfT6oZJrQWJ7US61pHZ4ujnsJUqZldXnPbpe1gx2zUdC1wY1BoQtJM6lVPIqosQABR8hLDKqDTEhSsbc46jVzkUA+MHhXZRdII/iF7uS8fBiCnYakYA4CHrmI0arByg6W3wnit3BBk61S6mioQ5AXsKWAvETli4oQTAUFyhYQkjh2QIJdHDwilUAbZLU6BDgtOnn7u1R6UahOJdfDbTfJr6Lrt59DTrFYELdFZ3lCrrKs/qmnUk4rOSI3RUHdOOT10eEqPnZjTY3ft0SMn9ur47knNIUudeaaxUBpLTyu0hkhvw++39MSOVApP+JkocZ5/bvyF80gSyiqn5GUGHe00wmB8ksixQYSBJs6xgNgUhpMFqR6dajAnUINnNyT0nrqAOZUgZ9sPoaMNWDonvQGXU28w3mKj3CjAaFPqK2C8Gc/wGfmapakzWtuklFV5aAZPZrykawbyRjPSJldl9KVUKlHgKScwNxtdOKCEJxZfm1RIGnDXZRuiyzVpb+SqdL/wGnJXmLNh8sKxeV4DnHhh5dAyeIWQvCnMqRnP7Ug0zo/bVWn6KngqKirKeNBqbKNgFJxG6H8IjBqGMVGVRwarL1mjIkjmMCQnW+AD+w/px3/8p/Tv/4P/UP/7f/Af6O//6/+avvrFJ/XB97xbJw/u1f7tszq0a6f2bZ8j0MwUR7kKgI9SZMyCvnPksuBuUCTqE7gNccTjsRMNGHNreoB8VRl6H95CqqE2kZBOqnaDKOibY8gchtiiYQS9HX58O8RkRwb6yhF6FIOqPGWWr4BR51tQkL4F2o0MzHXEXN8MBfbzPxnoI2fNCvZPQdpg+VeREiwbEuibY4S9/SjkrIHNe8S88gpufCwFo145h1fgUI68xhEHdGB/5KzjqIwE54GAPspeXdktwrCURrb+1hb95GBUpSmvqEPWMUbUFcyrZK0Dh2NAZ8F5BdbRUEKLKPhtHFAG0pZ/LegvgiDWUsqrtFcBLZDTkDNWjh5ugbqKr6JeI/hsTpuwfMk8B+ylQSkVyOZ4vevwAyUPXiPWxeaZQyvQ/yCPsvkXzKlgTrfGCoksPYKO4Kv8hLWzNOMOC9rlgduXoFFRqMQmo4tywLMtA+s/JCCyV9Cnrrf0V6+s6NunlvTt09f00vUbOnzPIf3ET39Yv/yvfEy/9PUP6yc+/6gef9dhHdnV0OGdkzqwY5oHNodEUQ5bjhJ+jrEYZ4BO+6XUDVIvOg2QfWjjwTmkzOyi4EEngAgK2tjrKdszOR0ZzIeMSDMNVXna5vRV3IKthcFVa5Iz90GZaEjwNsRnDiu9OI1svBDw0gQgWEHhNmglr6cEYCfiRIiECwVBzoi21l/J7AKBTgF6zGGBm7rPJy4AABAASURBVJUz3IS/NN/USwudCudW+lrsBPWGXjkPogigDN+1jRHvmE10x2ymwzOp7the13be6tQZN8NHpIqMymKxEyhiRfj5Nvv2b+n56Ihi9Dxs+hijIy0MSWw2p37huM5PMNzxgWGHyYC1skN5UHgNRiKi9fIYXRIcgYpTxnImOBpPX45ysQmF0TgM3xQxjoYjuShhzCIleG3sitfaYHDCeMXGfBWJRD9jOIkx5KCyft4cjnoPm8E2vUF8GbU6kjKHwLQUEz8Gj2yOV1i+Xmf4TKMYVTKeXeOutXtaaXa12ulrrTvQuqE3kv2fD/aZlVV2+y30IjxRq9DVbtR6X1rnfcqbou/gAfCskTZs5V3bKF/tSWv0tYnNfEWps8/QrMJrqNqQHo9t4we1BkHtQaERzsk0J1sjMDe7Te95+CF96emn9PQXn9IXP/0pfeiR9+qhe+7W4d07NMsrntl6pplGXVnqVG48dRcosY/zag4LLfeHWkQn872hFvojzXdHWujkmgdGDVvTll/sFrTZRE56ExtlPSiedLG/heKEtuYXejnjjMbokn4NFjuFVjltVpn7WoXIWkStDYPWK5AfAiKh9S1YI30LVX2o2li7N8Mq8v5olNgE8vwIvhXmusKcluHZhOU3sUzdZvrN6Co8q/1cPxojrbJWa6zbKht6hTVbIb0yyCu9NHOpTdDRyp3W0Nsytr7UGsj+ntByq6+V9kBrPI2uI+c6a9SEp4mem9hXc4O2KG8xn5blSTeRqUnebLBNWWcU1ckjR0CmMqurSGv4HK8up18TOdaQaY1x16GryPo6YGOrW8G8V1h/w6pRyxssXaHUCjY3Rk76NWCsFbDUG2DPI62zUZp5UBO6zrzWkGmJ28Prq00t4AuW8AXL2PxyZ6BV5Fijrelzpd/TSq+rlT4w2hvnl7s9Lff6sjbV3NC70Sb7p8M4A5xRTlBUAZ83Col6HOrXOGTPLHR1jtfOpxeaurLa0aHjd+qTn3qffvKpx/QzTz2uL3zkAT18917dubOmO3dN6+CuGc1OJsoSJ8c+DcA+L9LPC7WHuUy/tk7rQ2yStVjrsyf6lg5a7Qf8TGDfhIqus+fWWLd11m+9miO6YU3WDax/VYee18HaLYxUpas2BekS/yPGNUTSQS3Gbo0KtQgYWshk6XZeqm0yovM29tEawo/PWx9AgdlMi7o+QVZgbnZslD6qwNE3eSVzcWVVZ5abOr3U0unltq7wmn51GHjg4erUZ5w6qRL8X4YDnOIhvM5ZkuHnjRKfUC9x+SSKJVOc3r5f/q0+tTTNgvM+Bg6pGJ0KFq6Dwa00B5pf62phvYdDGmmpPcYyVmJ1rfaweoJyHN4ZtyqNLFGDVeVb1eFfLaylSNCvKHUYhAHC07sDnug4ITAaQ2zIGFNFbQV1lAesMGjMH+gr6K//irBEftyOyHhi7MjYUSZaUFTJv2AlrJhPE2W1mkSw0mfjDFFKZzBQs9NTEwfTwiE1cZbrYK0z1CpOeoXgZJlgZAzhhKKWLG/lBCiL0MVOqTfDEnXL7aClDu2I9pdu4fb8Cn0aeNWKk5NWCEosb3TZ0oy1DFZ4MV2hAw9jr9LfKgd1daAg88g2d6WfyOxRkpPsA2kTEw01CEQm0MEMQdq2qSnZq7owHKgARKUSAUkABS2rAIWnnzXqzPEu4IwXzAHjeJdx5ss4tTFKLeP8lqv8ZrpER4WWKFvC5l7FRjllyzjGpS75rXizsl7QktVVCFomb+1XyK+itzWc7jpBh2ENR7cZ5GHSY6dpThA0gZXdjlgd0us48tvAnKr8JuWQXoPHDvTbaVm1f7UsaN14cZwVtfQGLP86WIAEmhVKrePYmxxqbwar30QTXktvUkuv03adA6HJ4VChyhf0y6FROLU5KDvAApTmSBxYBYf5CAyrwGS1O1STg6rNod1ivi1krw4b9FulKWtT1mZ+RlvopwWvBSctDixrW1HWvkldlzF7IVGXm4tuEWUHUNNkwoaatFsHrU1Zb9GyChyaPII3GadZ6SawllHNW3nSHHLjfNA6MjWRcZynjjbrtyEw15ybBacBD1xsG5meVm2vD4aMl8sCkMVWB130tI6dm1xtdNxEXkMLn9EaDplDv0IzH8iwno+0Tl2zkr9Ui4PYZF+nrcnVQg7cLAGbEy6FW1pxM+E0RDfEVtx0SGxxYdY8PEoTvHbdt3Nad+ye0fG9szq2Y0K7eMUzxT3YLO5rpu5V4+D27FNcpv0UcZ+qv9OSB/XQW88ogSixlToEip2Rk6HNTUNrlKg1SpE9JWDwlEtddNmhTZe27U1KuspDO7dQwh/GYC3alBtPlzl2yXeY8xiFxtT4iypwarHmla1gQ+vYx1q30BJRyvz6kDOpx5nU5UGxoy4+Z3zLU/DAxCQS/BhBSvUf3OKfLFhplqXapcSW1sh5lZwjJTbGhRW68Iou0/jMyfCGKWnKSNn5QoAS0FsoE+tYdE7F/4jvfxlY/VtaSN7x+NSzCI51QFInzp+oPs5gjSelZYKTRbz0EljmMdywwpPTGrBDuihLDjWnyUai6clU01MEKbUo53M5x9FF17KIhH7pXc7+RVKgurmgzqgFCRWsyklVuqJuIx0V2WhjXtLOALPo6H8k6JaG1k6IFgl5xpQulXivNEmVJVkFS1v3ZRk1YtOMiNorwy6icmC/KYK/UZ9N3StwrkWmboVU3XyMTkWpY7N3fwQ6eaKO9QHtvgF6vGM1bPZ7O83UY9w+PH3okDGH9DEw0OeggtcARzdgWUY4xkDUFiSmF1gvyXGtGrgVCZHdTKAWCDo8G9ogvoajgfr9vooip00Ul2aydeIM00hR/TLHcZYgqodz4OKG1zJOQwLfrRjhIEaUjSqaaEhHwxI+oxX8uKxKO/r16vNuuc9c+m9Ch7zbH9orpVs0o4/bUemAJ9EROhrCNyI9BBVFP0MDeSurQH70GuTcJoyQdRNDVDWq5JSsbBikHIXkzK/YpKQtbyiqtNOYelnZVmyWV5SgvAAlKAjYS1C4lDA6VVCm0iW8fvA/Ao5xHJfYgIViRzIeaY3LC+h4bPrhoSBnPQylq0nZBJhkjDprm7IGjsMsqj+KvI4A2P6IwykvxRgeXTuNmO8mhuhoSN0wUE56VFGhI8nKB9QNSvrjtOznQT06avdHBP9DtSzo6efjsWibI1dhQA9lNW+b+wZUU1VWldfQRVahdJkMBfoaI1HhM+qglOUG9Jm/BqZnQ47dOx5QkobpoSa7Re3lOXIWsocVe9XBFGQ6LOENPKCVnr7RaVUGtfISf1IBnoLXZSXjlsiR+xo3RnV0W6PvGutS0xD77eEfuJQi8IsgoItcbR6G+kMiRNpH9iHqYrdJiZPckNEInFJuZ5JuW9mgo2zUU1qOuNHO5dnPuE0OXVVtrL3wePEWnETaxQRf6EgbEkUZauiwzhwbY2AXAZsLzLOilmZewcA8K0pZvIVUkflG+KPJbmnjxa/YB+jNv4RQakyDyhCBEyYxRvToZWxbvTyqjdE0e7nWwRoPWB3sJM9L5I7y+LKEuabcnqT4Lwsn7PORNhvHjxL0R6Xa6KpFu1a30Fo358Eyr+gaD0ItgmSD/ZZfQX/0LCU+uDQt2QwB5bwtv/1beVZHjhxhKbBDr4CNsa2EMWMoZRSXBspx2AXOPC+98sJxYyKNWK4R9bkxcKpnNad6Q5qclBqNqKzGpvEjyRegBAFDta3hpOhRByApx5q7kjrqvaW3Isqxsxzlm/Dwu61lLsoEdvTlSLyOVmVOngrnXqXOwQ28ExyiXkrZOHWulidq3B5APTWODZOxqSZ4/26/nZLjGQLTcWzmaOBpzymVY+NGHGKAbqLcSG/SgrylS1+XIbwRda/WRepvR0PWJhiPOWMQ6PP1qMvhtBPgN+BoE4Hg98AxJ4fTCHCiQUHEDlcUa4ErskBF6NZnmZSklbMI6CfCmOMAChxBQWBqAQ5FVfvoWFrxhaN2WaoALZ2jRwlTUYh6FbBVY1Mf6SCSj6+jQh4DHeMshdw/CpEDNgCjFZRhx8hBmZUbHGtkupFRIHgcEGs4BvOt8m9C0ZsqJBL6MDjoLbCBLD2ei7slf5R92Ty2lKGwKPLsh2hpo5t5eWQ3UG9l5AXVBo1QayvnKP5RkES17Os1lCGRz/pPoCkwfWWsEXNP6sqySaVpg5apysJpNAoasvFzTo+SxYxR4pxBTus4UUQvoUKi4MYojSLrOO8p9/ChO59KPlGEls6bxamITn0ily6BSQ8MGG9UOtoYbybnM2TJGA9ZWVNb4xAzBaUbGKcjthKZdHBOFSUdaYnI8CEz5Vb3RojUReStKOmiDLJ2HjkNJRMejkboYSQ7VB1zoGvZPoi3xnHVOGJeTBJ5E5AiCzC5kTfKZDUQAESCQY+e/aSim1ARarIHi97IEaA59TiU27xOGuWFHH16BjQkcrJXFAOuSFtXl7V24Tq4ovbCEkHLQHXUZjfZQuYE+cfyOVVfzsuxVk5+45+gIAYlwWgk7+TkpUpm5DSZWc9I27F+bC09c70d43rmXPG+lnrGlcyPe1cqqcBYTvICzlHv5JHXE8A526O27shaOK+CPWL2IupF3qH/hHESedWcU10iMCuUEkhyFKleRtUwVKuzAKbHw9VqsyN7yLbbmIXWSDd50L6+3tX1tY5urnc0D231WV/6SrhBdlmNKf3/AxTU8f+b73PnzinJkjxLfWxwsGTeiW8MJSrKyflEwggMnnTCweOAGWlw2K+L1AdQwJ9XCBxLbG0FgouS+lLikHLAjDlhw4LgBTMjUIkRRTaSg8KkiBO04MDSwklUME8Bj204WZRgYENF2lQOAjEqliovWdmrkA3FuEbjBrW0u1XunFPKvDIO5cR7nHKhIVe0hTkGeRUEY4ZKBKQ2GtkwQYm0oR+xaSgS7IqO/reAJpRF5EIzyF2CADappalFtjiGaH8bNsuhlFt/bwTHmF6R+CKAKDwIiKSZK0KFKGrpgLTdBFUZ2kT0GQg8YBTTkN1UVSuKjDko0atLPHXWT7Qpyp5SPP2xzBo7Nk+ckyghmHAEb6Fw1l3FSyttRWVjoh8nVWknOWzF3UatbAzj8XJ6IzjKrcbqHMJX0Lh082dVh6zO5iFVcjE8XBorhDoUX+U9Rc5AGSJVvNbO6o15PI8ArwEmQelXG9S5gJxRjsbVWjDQuA1lpKv+GcDLyTkHrzboq3nx5QxR4/ElOf6Zvi0lvuieOkpZS/eGsBFYE0ZwwFKb1NIeu/UupSaT4+D0rFuWNJQRoHiXKeGQ8D6T6DsU2B0O3yFPgo6rnh29eYBdRGjpRLAhdr9TSV0pKEA7aMYr0M4QodEl5BO6tvKEfQEvPiGY3cQEVSeSAAekqrxXpF70Z/kx7NA33k0KD/WIqKgg8RMFQUm7qMi6xFs0kLcyA5zIG51R2O2bTuxPCAwH+LRSSnwq01dEB6YLBYetexmNdC94FD2jg4pzFSseAAAQAElEQVSmcuhWHOxiDo5gyig96RYYMMpkBvicCAJylHIKBkd5ksnVJhSSGjcsZTWMoy6FT7nT8rUlXXjhrM7+4GWd/eErunHhkgadDhxSpJcQoMAxqqpSS9EvMgZQ4hBKfGyA0TlXcbCUlVROEkX8kGSFJg8yRofOK3jKN9NQD+AJNAoV9aoo6xgMlJXypqYKclKg30hdRFcBG4zoKrDeJXZQBHiR0dpGRChlayY57M0hR6CDkgqT3+bhySfwp8FpiuhsJvMyTNdSZbQx/93mFd0ar+Ts8yjro6gWD51NXre1CWo6+PouAWhBPykRXjZRl0+SGJ0rORaC3qZf/q0+rzT1o9T7Mk2cSAuiyK4LXJU5FpY1V8kkSg6xiNnbYWVXYNiQSmbHOaSc+kGMGjlHWaIcA87lxUVjhQGGN1JNhWuAOtFwRk91OT+hEDJiDoyb+oCRliWWCxVtoqw8lTDaaGUV2LQuY0QcEzTgRDcRLW3G7lOMH5AuQQAldSX8kU0/5mNc+JQkcsxzE8K4HSiRsI/Btvs9DTnNg3OKbMLgkMn6wGmU9FeQD4g8/i2nElmBKzFzYBSoQpDjNN8Kv5l3QapQQn80rP2b8TpWyrNuKdRgeeei2M/MxlYvyjknz3xtnX2UqBaVcvwjhxuQhOMItrb04zLP7dlQEfmYPlyxwmZ76yONTr5Ej7yCqcU6TzINgpZMnk7scHcSbbYAW7FyDG1cHql7Q0TkC/C8FpSbpNipA95kYxBHmeVfC6GToJw5FIoq4MJinaGUYw1UrU+JECX52yFXKAKZLhhLivrrvozjFizxmgZMn6mzHiT43pLeLDNKI9ryTb1kQWyA2Q4TzhMFdPvXIUb/Oj4ri7af2MDjgzOj80xZMqHpiVmlBCpDrsLZ7kq4QfPOC1NgHcQ6eDnylorIgpSK2IqwJ1uhUnTlHGXsEYwluEQB/oABBspLS2+WVWmvWOUzViVRVCbHjYLDL4hn4krOyg9YeYoe4Im0QX6JBa8k89IGdZQ5JxkqgemxylDgnCO5BSJdAX6Nv6ITLZwcOhDj5hxgA250hrxKiaVjFORwKUyJnADplEAuAR7/YmXSWE5FeLkhcfg12bzor9K3taO1rWuC3uSdQgxYV4muSnQ3Rold5uh/hD5GHp+JnmgmBueZLZh2NFhra+3astZvrGrtxorWl9Y0Guayg9v6T7kNjuNJ0U4q0UFBJyV9GSo/jQ/MWZ/C6lzktYoh4KMLmc8vY4F8pe0efHmiobzsle2AdTCMmM8YqQasy4Byqx/eKrc2gLqhtfWkmfMQfQ3Ry9Bl9Fmj73qF3P6EA2dCEVKV6FL4WiFfRLYg+1fKppSXpH0iMceSsQrTL+uQcfOXEWjX6LfB3DIveWsLHTHHfoKc3IqPanWNkkS5kwrkKRQVU6cagUl9oqFavWYlsSiLQLuAAiN42337t/KMuCWIzmV9nyRlo9HQ9NSEGpMNhTRVm0N5jXef62zSrkvUd6k6GF8bY2jKa7X0mh9G2V8rvD5wutbzutSWzq+XutgKOr9WgFyXW/D0vS53o841Rzq7TllXutpLdLntaJdoYdTQcpjUup9V001rJUxoVeTjlNYFKLPydaPG42fUSgD5tqbVcpPqWNpPq0PdGLOkZ9WmfJ2+m3FCvWROHWtHn51kWqP6nDS1Hcyp4PVOn3kOXKo8rWuU1NSNDj3EKm9lA8oq4DB6bIAe/IY+6aFSjcTmoyzfoFWetNE3wnCjbrjRxtr9dRjJM84bY0hd33nWKlGfzWlz6SPXwNVU2q9JZg0F5pazjoFNGZzYhJLYuI7N7mnjkUnMO3JCBQMOKirIAeFIRVkMlLBd+VYF2gd0UOCMBxx8FoyOCFRGONchuho59IkMY1qXlQ0pG1LWx5EPTEbaDuljzFOTOeWc9iN4Bji3ATqq+CqaVB9gHLJWQ+TepCPyI+YwwgltpUPKcpxXntZU4MBynGPVlzzOMWGsDKTqR3RXIdEQPQ7QxZDxRshg7QfQoep6czToZ0IjAvFNDJnngDabGKqhIfVj0FeVvp3mzDtPJpQnk8o5rG9Hg7LGbWNsjvV6OlHx3S5vQ5Y3ebocBAPkC/VphfqURjj2gnHtD4HZOtoHXO1DqwP0OkSnfaygG6XKtjg4utHLPuTZDYkKsy36GKLbfkSnrGWOrQ3R+5CDaOTqyF3TyOzBysgPWPNeTNVj/YvalAYp+xh7aHM4dVVT3yMrMg1pM+Bmx+iQPVjB+mCsYUVrsrIB6b61Y502qc1vK6ryiqeuvjZRU89ZuqY+dMCa9EWaVy7dMlW3AGWmvumLsgGBx8DWERgdqI5OkdVNoO8JDaED0KO8C28feQbMoY89dYke+uitwA7tw649SYMk0RD9DjPmAQbYaZ+59UwGZ31OKqd+BG8J7JstWMVgKTZcZ31q2LjdAjv2NdtXBrFWYqySfR7Yo85smYo1XqGt0Nk6c1kpa1rKEy3mqeYNI6eFoUHQoIU+6JVj2o+aR+Cbhq50E1zvBFVol+QjkG5gJDe7oaI3jMJj9BrlV8hfgV6m7Eon6mo76Fo76hpnxnVwg/RNsAjPfLvQ9fU+r2KGst8kYzitc+PRCU4jdNTkZm+F/HqQ1ilb50zqmc6LRH3WrM9D05CyAUozXXfQVXV2yWkdPbTJM7z6lb0mytFPTrkFPyNuVELA40U8XsmimdLfhnhLByim75mZ7cO5bTtLcY9lv7bVzkst89RwozPSldaQYGOocxjJmbWhXlkd6XRzqFPdUi82g/7yWku/f2pR/+zFFdDU777cAV39/sst/dHZtv7ozLr++StLlM1DF/R7Z5b1BxfX9HvnVvXbLy/qd15Z1D87vUx6Qb/17BX9t9+/pH/03DX9Jun/7rnL+sfPX9F//8NNXNU/ef4q+cvgqn7n+Wv6o1du6o9P3Y4/OTWvPzk9rz89fVPfOr+s715tVvjLS2v6szMLFf+3Lqzo2YWBzjZFgOW1hBEvFbYhSy2OolZxRE2cShMn28IxrmLAhjUc8SoOawVqWCa9xEZYyp3sz0gvDgT9/x6WcRxrRaY3wypOtJIJp7iM81x2DS3j5Cog6/IIR9QrRYzIZkwVeYKLbFIeHdiJyfiv4bPpxWbnPZdU9qViwE3IEK5SjpuGyG1F8FHsY55whDN26lK7RiC7zJPmzV6um4OC4FXYT6lLzUIXGfDiekE6B9AqTxp6s+/hT8boj+n8MKW9IdES87U/TrWKM7U/sb/G3NaY1xqOaI3DxOgq6VXKK7o1vVFmbRZZ0/mcsXJpoWDNyS9Tv4R+ljgQF4HpaYkDcom6BfS1WNFEC9jHPE5voXLgmeZHbwLkvt6VDNeg13DAhqvQTVzpBG2m34xebgVdRm+XW4UMl5roClyk7BJllr+I877IofBmuGR1rVJWf4kxDfaQYAdDBdpf7eS6MQjMR7raZYxWj3yuJU6067yLv7De1tnldZ1fbekC7+cvNLs63+zpIu/uL8Nvf1b9xpD5NAe6uNzVhYWWLq/2OVRGuro60OWlri4alnu6tAKou7hKe6NrfV1ahwd/chlcIH1urYuv6ekC/V9sDyp6drWt0ytNnVlp6Sw3BucqtHRuraXz4Oxak3Lq4Duz0tVZ+j67wt5m/HP4rLPQN8RKH94x3xnj2WhzdnWo8+Ac+TPIfWqxo1fAKeZh+bPM4yxzPUPZmaWOTlN+G6yNla12dRqZXllu0n5NZ0yP6PAivvTcSlun5pd0bqmp84stnVts69xSW2dJ268Qv7JAm4U2PE2dvrGODpuy3/TBNREAqdp3uCv2YGRPsoMJQNjKcnbagIBjL22Dsi8dhc452kT1YtT1VkfPX7mpb5++rj+rfOcN/PSy/ghn+Mfn2vrj8039yfk1sKI/xX/+Kb7yz86v6s/PrehbZ5f0bcO5Jf3luWXShhXoJshT/mrdEnXjsm+fXdFfnFvTn11o608udPTNC039+YX1in7zwpr+Anybcb59nr6gf3F2lTFW9F3yz11p68zKSJcJXK4QUVxcH+pSs4/NDnWV13BX8TuX+4UuYc9nqbuAX7nSypmrAVvEvi63BrTvV7jY6sps+RK8V/BLNzjnVvqlOoXDn9XwjZlG+MBhXiRlUbgkSSIqNUDeXt+Yy1t7QoNRP+sN+34wGqoH2qCVj9QhfOz5RB2iymbwIh5RT07EJkSnTp1Ssl+jvcmtiUXU8wOnpaHX4lAcNtJiPwUi8ibfA5x1N4A55cs47Es9p4tdr0vgct/rIjxXqL82EE5S3LhIdiNzkf4vtISzijq/HoVNg4hzCXp5KdfLixtYGOnlCkO9PD/Gc5wS37vY1HOX2/oh6eeu9/TCzaFOL/b14vWmvnP2up69cEOvXF3SKd7nvnDxhr5/6qL+6sWz+osfnoVe0rNnrum5s9cq+qzRc+TPXddz52/oh+dvgnk9f2FRL15aGuPia+iW8heoe0NcWJKVv0j9rX42222hz1P/3Ll5/UicX9QPzi/o+2fnwYJ+cHZRz5y7QZtryHpVL5y/pqsLa7IPg43wctEcGXCsbYozMyhGubJQyVNExBYitsBzhMQNigUoclGlk3LamNNcHw45jJZ16voNvXh5Xi+iy+evLOoU185ncLDmZA2nrq/jcNd0+qbRdb3CGjzP/Gxez19c1PPM7/mLC/rhhQU9f2EeOq/n0PFz6PpZ8Nz56xrTq5RfB9f0LGvxDOvyDGv5TEWv6Zlb6eukyTP/Fy7RF+v0/bPo5PySXryyoJevLeol6HOM9Qzlz6LbZ88toK95+l0E84yxBLX0QiXP8xdvslav4sWN/IsXbur5Szd1Clt6mWt3o68Y3Yqryzp1bQWeZWxuWafJvwI26SnShjNc2Z+5sabT11fH2JI+a2U3Kb9B+xtLOv0meOX6kl5iHV4BmzynKHuZ/EuVjEs6v7Suyxzy55aW9cqNG3rh0hW9fPU6fd5kHa/qpcs3Sa+wjqzXfFun57vwdfX81baevdzUswT9z19hHa81ZWt76kZTZ1hjk/0sa3xuvqnz8y2dJ3A5Bz3Nep+m/vQGPXOjpco+4H2Bub/EPE9xOJ9aWNfL6OCl62t6+WaLg7qNHC2dpY+z5A2nSRuqMsY5C2yMc8hpOAs9a/3Df+Z6C7nGOHujzZgAx3XG6oD1Zxjn13Xm5orOLK7jJwB75fT8qs5AzxJQnF1s6hw4T/r8Uos0/Fa3uKZz6PMs1PAK8p9hLpcISi5Z4EUAcg6ZLxCMXFzs6jJPM1eWB7qy3CfdI7jr6fx8HzrUpYWhriz1dW25o+tLq7qxtIRv5sqD06QKPjhScL8qFRT5OUYgHSlRhUhQIm5PEvZolqVyjg3L7UqhRE0edBbwt/P42gV7uOIh6zppA65TuEgeEHSLzjO0+fUlfPsS6WWwlEvL+I+VUtqE5Zcpt7qtqMrgxVXzAChubKTF6taG84KgYKmSwWkRp7JEf8vA6BJtAizB+gAAEABJREFUVsAak14BTR4iWty4rRM8rORR6/A3wQoByiq+ist6tXj1M+DBssODVo+2xNGqgMxGO0VQ10B/XNIQtElcEsnKewTbITpF9JaPEML56Gu1yM1UROVvy29M6q07r3q97kbDwVQ+6qeep+I0Q1y+S5aD9eUA8iq4PgwcXIFARVyhJspU48kyAz5g+FzluzipYO8OeeqMPJV6Xqc40g4eh0ElPJV6V0MRqUpuI0qegKOfYms1VMA/os8cvhGGMYxOPNRRLt6HvooRBmXAhkSwq+rKDjmJdWQguFabtm05GVrQDiN2nBMXJWqGSD391WrKJ2bU5ep4jafiJk/V7ZFXawgfAdIaV5ArROJrDNJiwBbCNLFgoy0GbwMrt9/rt78DYL/3b+lWHlWheA3dUt6m7g2Bwq28RX3Vx2ab19GgJjcVb4Z16tbpa512q6RXkd+wjPzLzMOudk32FpEJVYpcC4u1Fa6NXYm2+HaAQEToO9DHCN4CajFKRN8RHbN1rVpKnEKWaEj71cFIi9ycrBVBLZjXy6AmsjRhbkE3YdeyPNyIB3y1WRMe7tUJDoi8xEN/BS4LZLxrjL2CsDaPFXRfgbksb6DKU288bwZra3Nfp321ZsjWIejuYHPt0lfjrNPHJir9km8C01cbh2ZoIYu134TlN2H1Vr7ODWSzAvOH3+ZQrautremBvlqM/yNhPLehRCfhVdBX+68DY3VZhw46Nt6xDAG9B3QdeNiIGiReAw4tzF591rATcq0Oe1put7XYGnKQBewt4rwj7aAxquei+klUD3/Rq9pQzhgj+snprw9Ph7HbG7Dx7bWGPdh04bM1N3SwL6tbh890ZGnOTBk229sT/5CxRmDAuDb2JgaMbTCeLmP+KJicW2FzHUOM516HLjZu/sXmUsHGYgz7nJ3lb41JedeAbFyYqevoi/3UwVf28JtdpWrjY8zG+vi2gZzsPx20X7EeoIs+cx+wjtV/fkfa/kqrwXisLKcswmd/7doxhqulEnrmTK72n/0SQiAVbb+ybUX/sYKlHKkAogoOb+tHzIsuK9/KsPhXpxFyjSgv2MtFIuX0b+tY8nAavMf/i/09Bme8NkEcUtURX4g4YAwnVfk3oJXMnC1sO0X6DYxj/RstSVt94ZCVtsQr1TjEQ9gnY8Ofu4yyVLmrMcYkmFDBeVTw6isge/CB86RAG4GzqFSUB475my4kpkaJUaeENRJrRUK1iZoaUxPyjFGiJ8ferJE2/ligJcrs5NLb9Mu/VecVY3TXrl3LQjncPRr0Gr12RzmvdjzWlkUpjREUymIOSmUsfYYDq8eClweF6ipUwyRSaILpeGDpzBVKMGlHPqGuzmsBoy4Usg9wJhiho10gL9tYvDIQeYNjDGFWKdZh9uNQ3huBankqEFHs3y2IKijYRKCvyBj2wd5AXx6nGpBpOOrThnlMZCqRo9Npq9Vsq9sbaMTBgI2aGEJUehC8km1suq7obePSr/VdQv+XgI31I4GQEQFRj5yXfOpBIsc/ijfmQw8OgdnULIrEGkTWNQBmy7IElQQNtj9LPE6IdCQvZxRn5gziy9EJiCQrHTO26YDq8UpaRYyMrNfAyqJsDW28TURa3Y4o+3JGtoAuJfJGDZbeCuPfCqsLCGZlPEyqUfOqEVhliVFPPlE9c9itxuqgb/HlNmF5A3n7tqRhM2002A8DFTaOJW+1J+O3wMotT5G2Uis3VJMzoW/BOFXpUHyNeUj8iG/j2cRWNqasibqT/d2iNCk5vPqs90h29tVSWmD/I4I/+42VhIYp87F1YuuI5RExD3ByZlyAJa92b14GVb+GTBszE8zH2BWxjwByxYovWhvvFYEdgkoYhbTkFFlMG9caOsatwLptmKWqDshvpZiuKjNmAUzGW2nym3VbqaWtf4NDeMeEPNhKhc9wyGvjQ2RtNtOWR0wZtT5eRVSkXQD2+S3Od1lQESKHJf2jNInxjD+TNFuTJtwY9h/VTZOepnwSNEAdwIKPleroIsEvx4LJI4jptwI8VDGOk4sGL08F6haF8o5axk8RNmURE0mejZAij8lQo7yGvCk+sMZZXGeMBjJOUN+gvIGwm7JNuQ1ZMVgrM9lNzgZDGDV5q7Tlgcm8FbWNsgbrUqf/OnLVOFvqnClGa1U+cuaIsE6qe1XUdG/z8Cys/S0sl3phQsyEjvDlCedNlkT4I7oKmk5yTWgARuLxFxo1BfeEITIHFm+CeU+CKS/WIWp7PdEMxpPmPSX5QFk5UoZcaSizzMfp0Wg0/YMf/CCli7fdNyp4680pxuh++Zd/+fC/9W/8va82V248XHP9qZ2TpfbPBh3Z6XRit9eR7V77sKrdWMjeNGo/Ucu+JGgP6V1Z0A7qdmCRu2dK7QTbJoO2TQftpI/d24J2zATt2x51YEfUrjlD0M5tUbNTQQ12W0YAk7oRgU+hhi81R18zNcn+Az/DNOawFTPkZzMMCkwDy89BX4tt8M1twDa9bXjL72X3H2ROexl/FiOe9n1tywaay3JNuBwnUGiCDTnto2YSYeiSGbBtRsvbeNOUW3qTWnrGq+KfZcz/JVCNuSHHa9OzVo4jmQXbSBttEFnVOTwamKEhY44TbGgPFc5K5u1Z44Cz4IiRmE9wTv1RBE4DHmeKkLCdM3xeyiGeAAdgxdG4olBqTk1Cl6qcwWQUupRM9zNOMrnmkKeCJw/mNjAL3YSVbSP/OtDH68rgYzll5Ua3wsq2YruN7aRddWnPhLQX77oHe9tVL7WrFrQHT7obbE8l490O7y0wTtUXZTtJ76SvH4VKDnhvtSe9g3ZV+QbdYWU/CvBZm01U41K2y8ZGxp3A5LQ1rmSjvKLw3KJby2ws8rsyVfPfMxGhkbmWmixzTeRDTYeR5jjQZqO0TZLJv8vGsT4tT3sbdwd0RlF1syvWfSrxmm0kmp4weE0S/NRpV6OdxTsQ2d+hsLRd0NphafnIARixH4GMcac8+46xbfw55LXxTQ7Lmx52Z5JRwy46NWow3Ri9BeQzGV8Ha/OaOtOh8W3SzfTWtbK6rflN/e5gjjuRabuBfs12bD3mbB7MZ6JAtxy6c+y17WAb5dspPzgp3XfA6ZGTk/rUe3br0+/drc88sgvs1Kfet0Ofeu8OffI92/Txh+b0kXfN6PF7pvTIvdvxzYlSdO7l+CeCIQn1Qx0JYFcQpZcsQLFghY3sWCePnlP0mqLnlEhvW83pjm01nWQx70F579pT0yMHG/rg0YZ+7FiqDx+r6SMn6vqo4eSEPma4a0IfubuhD90DD/SDRsEH767ribtr+sBdNT0BHjue6tFjCfB69OgWHPN6nPLHjyZ6gjE+eDTVE5YGH6DuA8epPyE9fsLpMej7Tni972RNjzDue+6a1f1HZrWX82USH1UvB2rEgSZ8rhOHZvX+B/frxx7erY88vE0ffmBCj99F3/dO6KP3bdPH3rFdH33HTtI79ZF37tAH75nT++8Cd2/XB9+5V0+886Aeu/ug3nfXAT168oDee/yA3n3nHt17cJdO7N2mfTP1pLV444n/6j//T//G3/i5n/3Q3//7f5/V09vqy7/VZhMJTv6j/+g/mvz93/u9Xzx79tQvt5vNo9smXfqlzz6u/803flr/u7/zVf1vf+On9b/6+Sf1M08+os8/frc++8hJff7Re/TZR+/Spx87qY8/dlyfeeJu/dST79Xf/sUn9W/8na/o3/xXf0J/7+88rb/zjSf1d3/jc/rXfv0z4En9r7/xef2933hK/+bf/Yr+7je+rK9/5aO6/95DqhHspBySkwQ+R/ZO6IMPHtFTP3avvvDECX3m8SP6zAfAE0f02SfufBXvv1NPbuBz0M+DL1Q4qi+8/6g+b/gA1EC7L4CnPnhEX6Cvzz9+Qp977C547tHnPnBSn3rfEX3owYP65KPH9anHj+vTjx9lnGN68onj+iz9fPqxOym7g/neoU89elif3sA4fYeqeuMxPHon/RmOQP+nwPr40fg0Y41xRK+ln2FOTz56TJ979IQ+8dBRNvke3b2noaPbMx3bPaGT+6Z1fM+MDmyb1gyOysIOe3h1XtyY5MpHHYW8C/rqDXrqDoYajnIVPFUHnF4kLInmHqNwfyBG1cA2biPu3D6l+w7u0LsPzerdd2zXA4en9cF37NZHH9irjz+4D3kOjIFD+fgD+6qyj5P+xEP7Kd8EPA8f0CcfPqhPbeCTDx2knjJbq4cO6VPkXwvjebXMeG7HJx46rM+85w596uE79YkHj+pjhgeO6qPvOqIP33dYH7z3oD6Es/rEg4epP8R4B+E9zOFxBwfHEX32vUf05CN3krb8IejBN8C4/LPvO6wnHz2oJ993CDrGZ0kbnrQ6A7b05I8CPJ+9DYe0mX/yfXfoc+AL2OtTBmz1FrV0hWN6Cpt+6v3H9fnHj+nz7z/GHjihLz5xl556/z168rF79Kn3nNTnHrtXn3/8HvR9jPU4xtyP6lPvvVOfszaP2ZzZk+z1L7zvqJ5i3z/1gXfqow/fpXsO7tQcN041Sbt3zunzn/+kfuEXfkq/8PWf0qc+8gE9dO9xvev4Yd139ICO7Z3jIWVSe3dMatf2Sc3N1DRhtofdeGDBDOcAtrlD9x3arncenNP9B7dhS3O6b/+0HrxjVh98537mf0Jf+uDd4KSe/uBJfekJwwk9jb/40gaefuKYnv7AnfriB+7QU4b3H8YvHNIXHj/EnA7p849txWHyb4Q74D8Kjo3x2FH4jqCrOzeA/h87rM+wfp+xNXrkkD79CPbyXoDNfhJ7/jg2/6H7d+jH3rkT29qu9989Q3oOuQ7rl774kH71Kx/Q3/jio/raZ9+tn/3sfbfwNdJff/I+/fzn3qVf+MID8LxHv/wT79fPPvV+vfvu/ZpKnCzQc+y/ACJ7sgR5cMqDZw87BdKizCmyU0v2acntikDkISzozl3b9L53HteHHgT3H9anHz6ir3zoHfrGj79fv/7jj+sbX34MPKq//eVH9WtfekS/Cv4m+BXwN7/0Pv0y1NJjvE+/Qpnhl59+RH/zxx/V3/rxxyr86k88rl/7ycf0tys8rr/9lcf16195v36d+VT4SfLU/Tr0Gz/xmL4BNf5f+6nHZfibP/koenq/fu2nP6Kf+tSjuv/OXZpMpITbHruJn64HffQD9+k3fuVp/Rvf+BL4gn796x/WUx86oad+7IQ+//4TrNdx1v2YPs9e+Cx+8ZPvuVMfffAOfYSz5iP4gA/ed6fee3yfHj62V4+940792AMn9IF3Hdd77zmsdx3dr51Tdddvd4/cvLn41Pzi0tMvvPDCUTs/9Tb68v9Lz+VfYDzXaDTmOp3eR5vNzr2jvGjMTdX08DuP6DMferc++6H79OkfuwfcpQ88sEcPHJ/Se07s0INHdumh47v14Ilduu/InN59fBuR65166mPv1k8++R595QsP6afYfD/BxnqaDfYTX3pIX/zcg3r6cw/rxz/3Xt5q0WoAABAASURBVP0EwcxPf+H9evIjD+jEnTurm112kBo8Vh3bN6Uf//D9+vlP3q9f/OTd+oVP3K2vfepe/TT0q+S/9um79bOfuks/+8kT+vonj8N3XD/3ieOkLX9SX//EveCdlL1TX/vkO+C9Wz/zyZP6mU8d189+GnzipH76w3fpKzi4rzC3r37sHv3kx+7S0z92TF/+8HH99Mfv1s9+6m7GNHoXacPdVb4auxr/Hv3sp+/R126Besq/9pl79HXDp+/V1/8/wM/RZgz6QYav/zX4OcbfxNcZ/+vkx7hbVv6L5H8RHXz1I+/UJx+6Q/cfqOudBxq6d39D7zgwpXsPzMiCiZk0UWrGEu2HNBr11Fy6rpUrZ7V8+YwWrp/TyvJ1dZrLXLSMZGtVhKAijq/qS9o5qepjlr7u2jWl996xXY/eOaWH72jo8WOT+tQDu/Wlx+7Qjz8O3j/GlzksvszB8WXyX+LA+NLjh/UqDlXppyl7mjab+DLpL1H2JQ4Gq6vS5L9M/sc3YHW3AP/TlH/x0UN6mvSX339EP07Q+jQH71Mctp9/zxE9iW4+S0DyWeiTBC9fIAD5IoHEF2n3NDLbOLf6qMoO64vI+xTBx1P0O8ZBvUpJP7YFzPOprXnSX6hwQE89Dt/jRg2WNhyifIwvMN64X/JbxvoCY3/+fftl+ML79umpDXzxkX36Iukx9pM2HJDN3+S1dl/kQP0iuniKgPrz771Dn+Ew/ezD+/SFR+jvkYPkD3FYHdRnyT9JX1949IA+/8gBfYn004/u1dOPwossHyFQPHloVrWaVHBazuzdrs/++Of0i3/zF/RLf+vn9aEPvFcP33WEG4JDet/xA3rgjl06uX9Gh/dNa//+We3cO61aw5s5cXhKLkhTdHbHzimd5EHlLgPXXHcTWJ/ck+mefQmB9ozs4eMnP3JCX/noMX3lI8f00wbbuxv4Kct/5Cjlr+Kr5L9K+c/Q5mc+dlxjekxV+mNGx/jZqp409Gfh+9mPndDPfPyELP0zVfq4vvpxAzyfAB8HVfuj+hrpTXz9E0f189T/In7nlz59UoZfZD//Avg5/NdPfewoweEBntz36D3H5wjIJvXOQ1N6x0FwaJy+7/CU3gXeTYD/bm4OHjyxU+86tkv7d9R4qENf4pJkY++NuKVp9Qut9Eut8nq+NRhpyI2mqgim4HEioOfIixAa+FSeJ5Ftkw0d3j2ro/Z/9+ye0HGuye5n7Efv3cNNzR49fO9eAsw9YKceume7HgAPgofuIX/3DtZ2p95z9y69F/6H796th8AjBJDvod0j79in9923T4+Cx+7bo8feuUePvnO3HnvHLj127y49Ct53z169z3gtfe9Oyqi/lzb37CdN+3t2Ub8N/m36ADdHH7hntx46tkc7phLJORW8qiok+6VT3Xlopx554KTe/5679PhDBBYEXHcd3qbj+2Z0dPdURY/squsoOIFNHd01ocPbDTM6tG1WB+cmKuyd9NrNreI+rnoPzKW6Y3tNu7mezhJsvAzZYFjsG45G962vrxxlaAfeNt/+rTaT3/zN33Qx1iaQa4YHY1+WUj3zmuQmY9IP1XAd0NRU1iZiBeRnkpwr+xFX9oUmI5QrtsnY1WzS17Z6rm0TuXZMjLRjOteumRJa8trHaY7XKdumJB6uNVcrtGui1K7JqEYSFQMS8J26oFmu1+89sE33H5jSO7lyfPfBad1/aEb3HZ7R/XfM6L5DE7r/YE3vOlTTuw/X9eDhmt510Ov+A4nuP5jp3Qfr5Cd0/wFDg7Y12m2AeuO5/wD5fTW9c1+md+6v4RQy3Xsw0b37E9pmeoB+3239Gw439OCdDT1w5wTUMLmFTlblD9wxIcODHMYPVKiTr4HXUit7Yzx4J7yvA7x3vjEePGLlm21qyFQHRmuMa8j04B0ZOqrpXYcndXJ3XbvqI+3jenRvo9QeXmnsbkRt4wm2brqP/CjFWkSVo6E6K4sEKBe0eIkA5ep5rS9fU7+zJlcO5Xkis4czvJ6M2o0yD2pc34t3v5FxnI6wtkcncx1qDHTnTK6T24Lu253qnTjBd+xKoF737vascaL79iR6524DeSvbgPG9Y5fXveAe2twLz73wjuH1DvLvgPf1cLRx1BsP7TfavAP6zr2p7rN135PC43UXrx1PbA86sa3USdL30l/VP7Tqdw/tdzvdzevOu3bGit/aGO/JHY42m/Bb0pRtd/AaKN8unSR/OyJlUSe2l7cDPZ3g9eeJbZLhJG3vYhzDeDwxDtgeq/YnocfnCp3YxDZ0PWcodHJ2jOPQo7OMQ58nkeM4/R+bCzo2V44xM9Idk33dOdUjP9JR40cfx5DlCP0eszFoc2LbSHfNDXVyzvgGOjwbtA0bcuzbInHyUw0dOHJQJ+85prvA/j1z2j2VYWteu3i3sKfutIOAZBqDm+QgaEymkh9vfnOOJZFuxsE5Be8sfmbOkBaaS3NtS0fajo/Z2+iLZyPdtVe6Zw/YHXVvBYlzkjLylN+7BxvY6/UO8M69CWuejrE/1f3s8/sPGE31LtJbYX7E8lZv9L79Dn6pogec7jvg8S2g8jlGE3yGBwm+J9FDh1I9dDjRw4dTvefOVI8crenx4xN6/4kpXn9Mc9Bu06O8qrgXOXbXumrky0qHS6oVa6CprAB5W7W8dQv1vKnaaE3pYEXJcE1Z2ZVjr8quTsSXk+xzP508aJ3nh2Ye1SWdszm9fQCGBwkHDxuXAMXJZTUlPEjwXb1Wr7tcE26oRuiooY7q6imLfXk3kNNAXl0lztBR4jtKBU8E0Froqg5qtK1R1lBf9dhTnbyhKi/bqoUWrwKZR7nOPNfAumyuadFSVgLqM+PLO9TRZ9lTrbR0W43YVg2+OuNMuJECD1ClAnMRP5l/lByvJ13Zly96cvTheP3ji5FSXq0lIVfNl6pxXtU10mQSxFtI4fq4hYm0KakLlEt16zXvSaMuaKOHHn2TjoW9ADcQ8rmpfn/EzkQ9evt8+bfiVLim8t4lXs6heMlhjg7DDnmpYjhSDoaDgYp8JGHokWiiJJKxd8YZCz3FKk/gUFLeW7sCYy5HSspCntcBnj4y+jKa4Hw8UX7Ck7fDmMp+l8Ufau9cXXcemNbh/ZPas7PO0Zfr+tKimqNCI5+pdClG6CUks7EDfYurPYfhBQwwByX5EuMMGHXEqF3RlsPYPYbvSfuiK0/dGH25oi/lY7hRX240kMsHyN0D8Br/BhKcwRibdT1V/VX1nY200Q79jiFkEOM7xr6ddmR5FRsUnk1ebfBWdaQ9GzyhnzeDp4/x3NrIYDAZNijtbP6BTV/GpmIwffSqD33ViqFqrFGNtcpYB1uPNEhJdPK8s/bBo4soDYNCf6ii11fRH5BmXeFzQHylSSrvE0XngMQyV3DU+VAyRq5GMUadNcrQecYaGFJ0l+BEjFZAxynOJ6X+dnR5197TJo/pwtnc0I0D3tLo0KMvB30V6IL+Kl76TkJfqYaANaY8CdZnZ6y3UUtu2JSDeg4F02uKblPapYxh8ti4m0gZs0rDk7whuhqXv0pT+hqXdTbqjG7Wb6Y381upzZ+8tQfp5ti36EZdGMiHoRLgLYDEOSesb8Ke8Oi0AjrPcM51n8M3wP57EmXOHDpr43md53HK6bCnDNTYD3X6qG0go88U20nhTdg7KeUZezFjX2elZPucWEKJ7Xs7PfEHEf5+t6X11RWtrSyr025rhC8ZDYfKecIvh4ViGbAYsbsNTvaqJ8F+MnxMxg1Aig3dAvaaMteEA8RjP56DPAW+Wre2vKWxhYR8Ah3zoN+qvMN6g6rdvwi1/lr0uS4/AjmoaFOe/v2I+lugP16J+gqUD8lvIIGm8KXYl8makjbbT9B3iu5T1ithPyboq6LMMQEe3XqopQ3Gl7KWGWs6wSazuM5H4a0l3LIc+1FJpoDPjK6mqJoc1PkJ6msqIn7U16Q0kydAyWqpsixRkngl3kDaecUiyv568JBbmAG3MYZhr9RgE91Sw26uclCiB0n46TDISZdKR0F+mCvJC0A9dY41dhUt5QicXM56cw44zhOP/XnWUvDbuIH6clQq0EegXRh6FcO6er26lted1jrIxmQtsN0+46qH3W2T0syEVE9KgpGi0oeLCb5YKof0hWPi4Vs5T1FWa0Ay9JUpSWsKUcrzXPbbTWVu/KWq8wS7G3EuFOyDQDowLpILdibtEn6kwIG3zbd/K86kXq8rYMomm0PdQxb1xs0VnT57VafOXNOpszd05vy8rt5saaU10kqzD+2oPehrcnpCO3bOacf2WV7PpBo021q9vqilq8taubaulett0AJNtRZ7WltoaW1+FaxoZWFZJc7qoXfu088+/aB++qmH9JlPvEvbds3pz354Vn9xfkHn2onONqULq6UuLA119kYXdHRtNVe7rGtU26ZeNqtiaqfC1JyKiUmVtUyhhv3UvXw9kcsyxSQZb9y0oQDKpKYyySiDpnWFBAtPJ+SocxitYwP/9cg05tmktY08FJ06oNeiUZeVu01KvauP+cXVdgRGx4C31pD7kTCeMZTVpKxewUEjfeeNVDmPCiW6IPaonH8WpBq7MiFQtMOg2nHsOsfW9jHj8EpAKh9SOSWUJspcplSZMk8ZG14WxFAbbdPSV4hOkTxdyxBpFdnDjj6SkCmhX48D9ayNr2foKUUI6Ebeo4MEOJzmbWDtXJaiA0MyprSP8Ik1jqxvtPwWBOpiPVVssL5G4XOk/WRdbqIuq1PNK2bInDjsIQKcfCoxQXnqHP062jr6cnUvZ30YMi9rO0YiUSb43xTGv4lN3s18RdNKF9UcbZ4GGxNeR78OajJtheNQGcPaJhL8kbUvWfMC2y1vIVOZAnQYgEzX2F3SwKbQdUxTBdYk8Bhtaby1XJIpSWrK2BMVsoYykIKkVmesBpiQsgn56j8RnFBm/0qKOdiSzkiDxUUN11fVX1/T/JUrmp+f102Ck5VuV2u9gTocZsSrCqMocSB52jpUb9+usqKIvTgOm0RZTJRia4kBG0uwMQW4CIpg5eAVB0ysUNqDE4WhokGl2WYFRxoEwefAa6mTxUivhdl0QETrrwJBUwCRsV+FFDn4NhFIh9LrVWCDJXquykR5BNBCijYPIOblQEAPr4PJDKrx2K+OBzEPJpNEU07sY6kOZZujmZJYodSAAKA/cuoNnfqjTMOioV6RqVdmKvFv2QRrim17bA1xCVwcSFSERIOB0+rqQBcuLurixSVdurAMVnXxwqounV8n3QTrunppXUvzHbVWh2qD1kpP3bURaz6E9jgHBhpwVmyi18zVbRXqNkt1WlHtVql2e6Rep6Nuu6XW+kDNtQJaqtku1GwNtbba1/JyoQuXc337mVX98fcX9afPXdGp6ws6dOyAPvb4cX38fXfoQ+89pEcfOKA9s15Fp61he6Bec6Qu8+DZk/n0tNzqa6k10BLB1TJYauda7ebqElANCYR7o5Fa3YGa3Z4MD+4kAAAQAElEQVSanb462Gm7P6ZdC9QIXOx2D3PQ2/nLvyUnNxxa9Ogiu5G1YkE7+t73X9T/8Pvf0j//vb/Q7/3+X+pPv/VDvfDyZV26tqJL15d1bWFVq622ZudmtXfvTu3ft0d1Dtcbl6/re9/6nv7yT76j7/35c3rm2y/ou998Rt//ix/q+e++rOf+6gU985fP6tnvPKvnf/BD3bx0SScO7NTPfPGj+ltf+7x+7ief1PFjR/St5y7q//pbf6r/yz/6lv7Tf/I9/We//QP9P/7ZD/Wf//az+of//ff13/3pi7q0NtTMoaOa3H9I6c7dyvbsU33XXmW7dpKfVbZ9WrUdM6rv3KbGrt2q796jFJrt2gXdAeZUIxiq79qmScPuHZrcvVMTe3ZpYveraNBfY/duNShrQCepn9yz+3V8t7XZuUPWbmLXDk3QfmKDNjbKK7pzpxq3YQd5w3boTtV37GAeO5TR5l8IjFOrsIt5GXaikx1KuGZPd86oNtVQA6c0yQE3lXg1Eqe6HZI+inMAv+/lXCrvMiX8c1EKXI1G4SG9U6Cg4FGkMCPBViw4iTHIUW6IigoYeOX0nLj5cgq08/QlnyqdnkYn29Db9gqTe7bLMLF7+7gc/U/t3aXbsG+npvZRBqbBzP5dmt2/W3MH9tyG2YN7dBsO7IWPsv17NAPvLNh2cK9mKZ+hfWPPNjX2zoI5sE2Te7czzg5N7wP7d2p6/w5NgckNTFVybMfWdmgSnql92zVV0Z3QXW8Ik3eqamc89FmljXect7rJvTsqXUygi1tAH6aTCfQxpts1uYdxkXGSMSfpx2Dtp8hPo7PpfbtldAZq+jHMHNjF3HehB8OO8Zywhak92+Alzxwmsf8JHjAmd88xxnZNMY7pYIZ+5zYwu59ysKmLSXQ9eWC3pliLyV3blU01pMQJB8Lh0NLZZ76vc9/6ps7+xbd0+vnntN5aV78sVHCoFj5VgbE5DkNfYmUc3D46eUlOwoL44YJq2OeE2Wot1WQt00SFVA2Cqcw5eEuYA/YZVGKDJS1DhaDxv6hQBSdekcg8MmaEhuD1ejh4kg34W7Tio00kiKhgaWSlW3hoc6vcIUuygRS6FczM2jGu9RFoY4j0YzSwYczvWl2s0kFjGqHApgkC7UqQg8DT/FwWdHJXTe/YPal37JvWXfun5MqBri+u6RwPga8sdPTKQl/neJCzPz2/0ItaHUaN2N9ZraaEfWm//pxzczHkNiNnjJy1sN/WW1rp6tz5mzp3bl7n7CGRh9Pz55Z0/tyizp+FgksELzdurGllpaO1tZ7WadNaJb3a1tpSU82VltYWV7WKPGvLTa1bOTwr8FibVYKPFbC03NbqWofgpMcNW0+r9Nck31rvYjcD3eCh9i+fuar/+299V//P33lW/+U//56++cwLuu+Be/QrP/9F/erXPqtf/bnP6Ktf+oj2b5/QjdOndfEHL+jc917UuRcvqdXKdRN9XANXl1q6udbXPMHLfHOgxfW+VglG2twSd0Cz09Naq0tZT02ClTaBdLs/Upebvj4P7UWIWJiwLwfF2gOGqrfXF9b6FpxQHaVHLJ99xs7XgOj72vU1nTp9XS+9ckMvvnyTG5Rl3VweaL0biET7WmZhO7z6SXAg3mYVo0Ys5sKNJV04fVkXwYWXr+jMc+d19vkruvDSFV06dVWXT1/RxVOXdenMJV09d1WrNxfkBgQ6rqup2NREbIvgXk0207PnR/rH37yq/+oPLuj/9QcX9V/+4WX95jeX9I//sqs/eamr6zwhTBy6Q1OH9lWo796vBsHK1OEDmj68X5OH9pLfrQkOqcaB/aofOKD6wUOqHYIe2q36oZ3KDm6jfkaTB+Y0fWC7JnC8dQ6xrWjQf4PDbRN1DjtDA77NstfSyQP7NLl/H/3dTjfLK2o8hv174QWkp2izWTdx8IAMDehfB+MzNA7u1wTyThzaL5O7zmFSP7hbDTv0ZqY1NTGhuXoD1EhnmpqqqzGVydUT4Z+Us/2KGBR9VHS5WFUlNX5yBR0oK1yp6KJc6sQ5IbwoNMo7VV/4YRWJVFBv/ZVUlBhIASY5/OaOHtC244fHOHFY20/eoW3QuWOHKDsIjL4JjOfIAc0d3qttrO025vlG2M76br+DvrZgDpuYxSZmaTtD2+k7OGDv2KPpI3s1e3S/Zo5twNJH91E+xswRyo/s0wxls8BoBeSY/WswY/VHD9L/GFX+NWVzposTR9DBVtxJ3nAYelhzzHsGvc0eoR9rv4Gqv6r/A9p25z5tR9bt0G137tX2O/doB9h+ZDflY+wgPX1oh6YO7oB/N/V70eUezR7apTn0MXtkD/Pczdx3awbe2SM7NXvnTs3cuasqm6Rs8ugeTR/fC/Zp+uhe9tgOJTsmVNYdthPV77fZ88/oW7/7u/qzf/67WrhyWUnilXBzM/KJcgIU+Zq8Mm5GUiUWqGA0UcLy+OEEvzTRSDQzYUihgCuCmUamSZxDljk5F7iJGBFsFLeD4LkMQWPQJ26tJGJ+FZ46p1t5xg7IYIf/uIx646/KPWNswjGOgTx9MsRGnjIO98DhNYYofyNEykE5RrlBg1GC/gAqBQTRGG1U1NKyLUZbEdilKtMJNaYndf/J3frqZ+/Q33z6bv3y5x/Q0x+6X9snM526fFN/9tJ1/cErN/WHZxf17Surep6A4dxqS9fXO7IPzpYEi4HXFpFrrJJgpyRAKRkvKFFwNcbJeB2SgJRXH9CcfJ7yEGvIVBSpcP3czkSVLpN8hk9IFD26YT4F/QVu06p+y1KVXqITVbJpFuiviImKmGkU6io1Kac6N7aJ7OMfMZciFiJfV3eY6OJSrpcXpDPLUS9eGeniYkvbds/o+KEZvefe3Xrfuw7q3Sf38XqpzTnzkl7+wYs6/cPzunJhUevc6qysDdTk9dRKL9dqr1Cb861TeNkfUjR9tAhOusNcgyIQSEcNyqgRQWVhMiJHQdr+YF7OGReYh5BWUpkkCfdgiErm7fLt34oT4QIFI0PriZPDRmoEHVk2oSSZkfPTCppSdLNK6jvkarxGwXBGLmERMSRotEUD3uF0cD4T2aSma7Nq+AmuaBua9FNqxEnVY10NN6EJP6mpdFIT8DdcqloMSouB6jwBNJTTzonXk+qNJGxJQ+cUuYounRdFGqLFYVrTiDFGtQkN6GOETHFiO4fjpHIMq1RU5JBUPZPjVUdSa8gD1epSvQYylfVEZS0qAG4/FdJEIfGKPlFMtsDyWxBI/yiYrMoyKf0XRIY8r+WlfaD8r0NJu5InzdJ4WTfjL2k7Lq8pNhpKCEpqoF6rqYEep2gzyfX+ROZUr3tljVQuCawziKa5gqvigVbXF3X56lldv3lJC6s3NeTd/5BAJbqgLE14Yo4Sns2V0KDxl5OiN5SygKb0ARooi6wHFayHn6zLkEzUlUyafHW5iRqoy17N3Y70tjJZe3j9BsbtrO0YPGrLPqhp/aY82afT2DHwBGLigBu3rzPuhKwum5lQNjMJJpSSTqeRB/msbUa7zPqYog4k1GXQisfqOChqM1OqzUy/BlY2Q9mUsulpMAmMZ4oyo5uYUTY1JVuf22A6qTBZyZltjJMxVjZtfW72Y+lx/wlyZcidTdXoM1PKYZWATZpQnqIDP4FNTqRy5B1tPPOrwHwS5u8Ns3X52ZrcdF1uBlohk59hfegzTtck6vws8qG7SNBQ+ijOaQ6joBHX7K3FJS1fu0kQgm1Eq4u8YuAQ4B1GEEbCIeUwFA/IYXsawzKJw77EUkXV2ZssOdQBr1rmlDhsiQghYHvBaKAt4HyRPeVSTGBBGQJVgQB1IURko8z4Kd/MR8tThwtSRM5xeZTlN9Ow0NbR5xgx4CMM+Ly4gVCNsdE/mfAaWN9xrApVacYc8zAWFVVZRR31ekPYXIY81Sdo+uShbfr4e4/rEw/fqQ89cEgP33tQE2mNW+2gm62g67xOsf8HaxWl9PHRPSWy/1XYJTWVvM4Iwx43LmWFuBGkIBJ+IJVPMtbCA2RxRr0k/KGBfISWrFvB3O1Gp6D/kjYlfjj4VBEEn8jxmtAndclnirQL9GJjmLso+FEE639COQGP3eREGzFNFdKGhpwRPY9vJyCzV5bO0djEALhoqeyr6C0rLdtSf1Wxu6bQbavgFU05KJWKc6axXRlnxMzcHh7CtimtTclkzKMYiXm5RDlC2W8/5axXKb6QW6ajJFMAOEdFfGtM0qoNTeWck/M+eO+rJrR623yj3rfmXFC5kxlNIdl1HwGleoPIuzip2/dEsp68URwNUQI2oDZhdJursMBmTXwds8W4YyoXEtmHnRx9TRLoZJTVVCNCTpVELx8dgI8WFmlHrCTBWBOM2DunupdSLMEwWSMtMmwiHwPPXSLokVJfk0unSMyoNr2LTTGlNJ1To7ZD9dqcEgIg51LZnITHskM0Kx2BUkKsnijzwEkZ43nGTeFNHDJCnbwcst2ClW2BJ30LbD5vwJg9hm1w1COQJP8vDpdIW8H4SUzQw5uA+hRkjJVBLZ0av6XRccrYVu7QLY8EcsMgx8706CJBn6mLrEUJ90hl0VFeBKEs+TSgV6nPrdapMy/weu+f6vf+4Lf1/MvPVEHKWmtZvX4Lhz1inQvWwhFgOvoSebGugP6dDxTkONpcIQ4VwwgHn8vjoRIcseeg8tCEpTVa5SmrefqrkKjGGt3Ks0Y19JM4p80vmjKStsArwBfkhClXEPyO/oy3MCcUxq3DCLkw8rCBOCpkCFx5l6CgvgJpy48RVKJPQ6ieEoMC+R+FWERtIqD/sMm/QYWL86zXG8PJyoXMm31s0vCavhx6lQWX7JHxYRcUY6EQAOUluh2VOQd4qZyn2iHyD4yyBiM55dhLgRwliirpq4DfkNM255G2gHdEekT/OTZkf2E5Z24FvCUrUADE5KeUsm5T9Qk10kwZeyJHlyXtkjRVkqWSY502mWVfrmpXkIwsr8M2hURjqXJKAXMRyoooIyJHiTw2T+E3HP4nlgnTByGFAnwQU6t0EM3+NqDqEWdEn2PEOIIH+6zqx2XGc6sNrzgDQgX2VrQ+QWDMYPIDVyFi+0EOuTYRZRox5MwNyvxjlCJ9GSiEP1aI0coBeo23ITKXMUIwpoA95CoHTdWKppLhgkbrlxU686qFHr6MembmDejRo8csC6o3vHwSNWDNC/Z5HDFfc+DcUruikMMuZPPEVkynUUEMJLablARogJYgKJI3KGMU1jN3TkPsZ+S9cp8oxw/aw1JO3ShJCDQ8gVEEQfan65U6Odp6A/bhXUOBtUtY21rNwZPoRnuol2629NyNdZ1rNtXLBsLFizfrOn5A2rstKit7muSGzZdD1VmESfptMF6qFJv37P1EIsBx6aS27+K2b2abtm3bqenJaaUJdoi8qfNYvavWJLAuJfkCDEKUvdZp2udQBkMelAmsRyX7JrJsDu0aFBiuIPO2+vZvxdk0nAs+cdGlXmaU3ifC0AGQxQAAEABJREFUljXCCZZs/pJNmReuutLrEMH381w9rgebvZ7OnLugl146o2effVEvvHhKC/PLMl+S0FEogoJ1xA5MvBmDOBATYUEVPObhKSl4v9drD9RtdtVZW1c9K3XviZpOHJQO7XA6uT+V/frvQ3c09OjJbXr3nRNsznX9zn//h/r1X/+39a/88r+lv/lr/7a+/nP/qv7BP/g/6/d/75u6cuayeteXNbq5rCF0eGNVg5tr6t5YUec6uLmi7vyqugur6s231J3vgLZ6vKvs8a7yFpZb6pPvc016i/LedLDS1oD3pUPosKIdjUiPSOdrXRxHT6OmoQ8l39xKexquG7oVHfNt8vaU8360Au9hC/raCus7p7yi1FWUvnKub3PGq2iV78raaX2gpFMo6QclbDKPA/Q4S4dDiDilyGLV01QZTsZHrJP1ijj/gsNnrdXWlevXdW3+utbWl3CmpXzFJLgT8olS1i+N3vwYKRFQSfhC/Fug3lDIc6XsuHlJsBuHTTgO52QU5IeFHGvvQWJAPod9vSEq3lwenhTZ3ggJp2tGnWcMT5Rt1FHmKbNxrW1CeYJd1wqvOgdNvYQifw0730Q9JuNAlrL6Jo9RDr/6FmTsiwzn+io8jjPZwDidUp8yRsr+yaAZ+a1IkSPJnZIcHVbYTBs1oFNrx7hZhUwVrfph3SqaaNxPUvXj6c9xpruKermRA/RfZgR9E6onBPNcrfuyxrpPqu6nVdM06SllDuqMTuHIJ5T6BmfRJJhSzU2qkUxzIEwri5PKQoP1rrPuKfbgxA9FByUoId5jmzvl6Nv5VN6Q4lewvZwD0bkoY3X4BZd4RUmomJ9bvwOHRwRGQVVF/+JQCfCjl8D6liCWVJKPBtatLJ2sLoYSOYpbKBm7Cto4jLdSK389aIe8ZVmqAulAZLKJkr5LbDtAAwKMy208Q7Ex5ma6HPex2Rf7sNxIj9sF+N8AjFkCG4MJsa9Y2GFfNfZtwkNbynws7bmB9nmhGnqZRBUzUbK/BLyDB4UdyVCToatk1JYGLdXYHxn1Hj6P/Cl9ZezrDNXaSgR0IxdUugLdl4oqWZsAjJYq6XPIuE1uK5bXWlpcXtcC/nEePznPq6Sb+MEbpBdWO5pfaYJ1LcHX6vQ1wDBsvmJOjkDAhkpYz1qWqY/veeXyvH7nm6f0n/2Tl/R/+yfP67tnr+v+R+7Sv/8f/qr+T/+H39B/8Pf/Ff3dX/5p7eU28/qZ07px6aoWea21hj/vrLU1wn+YPXS6Q12/uahz5y/r7PmLle6nGjXNTU9omlvESQKkWuKUSHKcT6iD+TnhKjRExvVWT0ura1pcXdfyeksrzZaG+K8YHQ08EvsiODeSUA8/3i7f/q04kTItY5J6JwxmLJ9TZMXYi4rBsRiJIk6bPaWSQvMFtk5DNsiAg6XdGajd6qvd7muAgRRsPBrglKyfQg5jt4Mw2oGoAqeHWYSoGKRBf6iL56/pO3/5nP7iW9/Xiy+d1s7tM/r1X/qy/p2/9xX9O//aV/T3v/EFfeMrj+pvfPY+/dzH36GvfexhPXL8qBYuNvV7v3tOf/rHi/rTP1vVN/9qTf/on5zSD569pFMvX9VLz5/lXeRZnf/hWZ37wSmd/f4rOgfOf/9lXfjeS+AVXfzBOZ357mmd+c4Z6s7Ccwr6gs5/fwPfe17ntoLyc999Xme/+0Nt0s30ue+9QNvndQb+s6TPVnzW/kVVdfbBLerO0cd53pOe/8FLOm/0+y/qfIUXKmr1FWh/a4zv/FBnwbmNcc/Rz3nGMLrJc44+rjx3ShefZX70exFcY66X/+oFXWGs9o1lDqCEHRXZjGJdvDzrm3BgT1DakAg4nDyLa6vuXKbo6mzuRCU3MMbrOMydSynzrF8KMvgTNjp90U6sqYPW7FYJg0mwBQJg1TioBstral+6rub5q2oavXRD6xeugmtaJ7924ZrWqHtjXNEqdStg+fwVGZYuXNES6cVzV7Rw1nBZi+euas36vXJTaxevaZlAden0Ja2cvVy1Xz5zUTdfPqcF6NLpy1o6c0WLpy6N8cpFLVS4oPlXwMuA/Pwp2rx0XvMvn9fCqQsV5q3upQtVXzdfOqfX4gZlN146q5svngHndOPFs6/Cym/B6gxndf2FM+C0rj1/Wld/eOoWrv3wtK5TZrj63Cu6wvpee/4UfGd0+Vnyz53WpWdO6fIzZ3TlmbO6/IOz5M/pArZ9/vtndfZ74PvndO4H5/XSt0/ph3/+ol78y1M6RfnL2P1L4OXvndPL3zuvl757Ti9+74JegP+F75+v6IvUPQ/vS985r1e+c0EvQ0999zztz+v0M+jg4orKfsTRS8QKWusNZZ9Raw0KDYuogsIhT6I5rxbsMCAmUcAnFByMIwLXHOpTVV/mEzICHI/9RGUKWKTRaPnKHjNFV5NP6hIdOZdix5kcfHJenjLvoJR45+R9UsG5RM55OUBDGV6btvxrEV2ENTBmoWAHNrf6zmPk0MDBXYKCUzZYkFIhKOAjI3M2WJAU8HUlZQFEAAP7ZoOPfGCPVLB0hQhLZI8FFUVQuYEIn+2nDOfsSvZxXpPChFzIlCLSPTy4fejdU/rEAzP63EM79fSDe/X5dx3Sx+45pA/ffViP3XVA77pzhx46sav6w3CPnNimE/tnNU1kkhCoeNGJSiWJQz/2zdyNUB4N6CIqKtj4LBiXL1ojCFlZbWudh6olHpgWVrpabg61uNbXEljlAWllracVgpZBr2CVkBVv4UrJ4RNq9OmZc06fg5jp5Wtr+sHVjs40c11s5VrkPJnd1dD979ildx1r6MFjU3rH4TlNcPb0OW+aPIytLXer3yQa9oKI0TRC9/ah7PVeV5d4zXjt2lWtLa+o5qXZWqJpnqBq3Aqm3L6krBlZifFlX0zdApH+cCieoQhKSt4c5DIbjthTBeONsWw0GkSL1ujtA1T0Vp1MxHdEhx2yIQoVWF8wb4EBCbBuqiotvQkWKlgTnuwCTy2Rw8snibJ6TbWJuupEqrVGqhqWkWQSvkPO2qIFmlWKwDbVx6GtEoEvcqPRXutoul7XfccO6vF336EnHjyix9hkdx+a0J07U1CX/dbP0f28c61tU6ddaL0TxeWBWgNpvT9Sq18Dda11MjaLtLQetdqU1taCWqslNzVB9itx3dW++ssdhdZI5fpI+XJPxWpXORttZNE4GLL5hjwVDKEj6Ag65GnA8kM6NTqifGjgaWG40tJguan+4ipYU38JLBo28lV6XX1ubjbRI307VrjJWaGfdQ15OhnR32CFNsD6HlA2WCIPHVZ1TXhbGlqZYXFd3YU1sKrePGNzc9SnfNjpCe8i032QJR1rkijgADkjJPyRl5McrgrHX6qhPEyydyeUJjhCDowSJ1Ja0OJrKkCOy8lFH7KWnp8iYHGUeJktpaSy6JXgkHJuyAboyOTvE6z00E0F0n3m0tugXdJW3yVv9d2lVXXRp6GzsKzOzSV1uKnrcjvWvrFIfpn6FfUr3TLnhRX1Kqyi5xV1jf86fNcX1IK/fXNBFqw1Cdia5FvXl9Skbh2e5i1QRn1rA8a7Dt/6tSWtX1vU2rUFMK+1qwtavQYFqxtlq6TXrt7U6tV5rVy+ruXLN7Ry5YaWDVV+XLZcpW/AAx8B1UrFR7qiNymnjvJFAq0FArEFgjlLL164roXz1zVPYG904fwNLZ6/SbB2o8LyhXktX1jU8sUlLV9app8VLUFvnlvQtTPXdenlKzr3wgWdfvasThHUjEH62XN65VkCkOfO66VnwXPn9OIPAfRlyl55jjqCnlMEJWfgO/3cWV185ZLWFpvi2UNmP31e51xhbc6ig0vottkbVU5+hLcf8Tqt5CDE0wizkEuxkUR8RXMxVlTRwJN0wjV8WmvIkPG6yJDWsMNaXVmjocbklKZnOVxnpjU1M6Wp2SnNzExqempCU1N1TU03wKSmqZ+emaFuhjT800ZnqvyUpadpD6ar9AxtZmTpzbpp6iZnJzU1N8V49Ed6gr4b+LdaLZX3jmlHhRCA0TEiGywGRxngNidaPqKiGBUDMAoCiLQ1bPYRYQ7w8E3fTtGhJAKtyN403Tg2cCzZo0D43YT8dD3V0f3b9N57DuhD77pDHwEfvu+Qnrh7vx49ulfvPbZHj5zYp4eO79XDJ/frwZMHdP+xfTq6b7u2o696Etm3QRYElQRCLArC+oo45+UM490tx0o55lRdNxAMRILQEh9S8KBD3MCtmThDnEajSNrRTwoSWX3JDSjPqPSQqJbx8ONShWxSQzepHjdyXW72ugRfxDIiNlGOPbnAmZD2NZd1NeM7qhNYJJxP4gYzhpoc7WKRInuqwIM04jBEINQy5CoJgmMxVBz1CYp6SslncGQ4qMQxb0R0zCoqUhJVhBIEEFWyCCXrA6HWCTYxGbFG0UcfyLytvv1bdTbYn5zpH3iknOA6bAKjz3i3lyZRCSeM0RrRtZVl0MR7BTNQNog4hJyc7IklTTNltVRpPVHWyJTwbtHu/VluDChWRhBly8yPADi8PAaf2IYrggLv/ly/qznGmCW4iRhUyeboM0YLo2+OpIGbUKzNqkwmeavc4I11A5ppwAF6fr6v5y+39fzVgX54PdcLN0q9OB/08s2RXr7e1dlrTS0QnASePDx9plhfmg+5mh8pwTm6ysKREGpph3wGLF6ystfkbYNGXltUYAN6nHGSS2NEeTbuOE1ZAar8uNzq3gwuLxWRx+CgBkFFeQWuIktefUTGc6yDbRebT+a8amx8VoH2Ugl/YbBNbduM+sBalbZuPJW6NFOJo+WNAEGHJ52wfVP1eULrDmrqEfB1e04dXhO1uEnhwUbt0quDc+zhanKebksQnDlSr+jEOkuRNfM+ZTMDeCs9IUPkMSegp2hXpvmIwy2XlUVkjNQZAo4p8MRd2qFmIB14qonmtbi1c7QXNPKULnTgR1EJa+MpNx6Do9yhI05Ihf5AZa+vCDXPFwhkQz+nPFdJnwX9jGmucbqQ6bagLoe32EDOjV/OoVvlrQ6U1N3OQx9VGf0jj/UTkCUgb4CWjGX8hhHB+Qi5ht2BctJDYHRcPtSIq+qc8XJkzemzGhd9WNmIvPUV6Les6nMV/aJCVT5gL3GzEQbsOYL3gvSok6vP025/vT+m3Hz2mn31CB670A517fWh2i2wkW6R7rDp2jwZ99ulhp1Sg/ZIXZ5ee62OwnCEFbCP+WYJ1WYNV5B5HTlHrH9uh0Zwqj63wq1awX7LsY7CR0VDhAapxpar0UdGfZakStKafFaXJyjxmaUT8qnSeqaMB58E3+Bqwr9EpY1AWaCuVForVatHZXVHmn6yTKmh9gaUsgykG9hMGzWk+LEkE/07+vdK6NPGTWqJHAFWYB6BA42YQhUi9s98o4GDNmzC7D+yJwJzreZLS0sbLF+BenhQkUqjGzB9VWXosIgp/jOTxRCl7SVetQcO3oRDe67utXduQvu3T+ngzikd2OqnZiIAABAASURBVD6hPTOJdqKbnVmuXbVceyaCdk1E7Zry2jmVapb51HEcPpZ4hAAcSBSreXgESkmnsmBAIZXDvzpkSOTVSBPNTtQ006jzUDmmMxMNTdXJT0zyKmVCU+Snp6Y0TUDZQMeJ97R0ikyozyTXy1TNZE5tt0Or+JlSdU2i122ptLsu7cEopvHsybCtpBwQRCFnkMpCykdOxShRPvQa9p0qf57U5ZJULktUm0y1Y+eMtm+b1jT24mgfBl2ClIFSbr28LRhrJyitmXdkflHeOfkEOYHziVwCkFu3viKpqKQ6EEi+jb79W3EuzrmQ2uHCEjkErLGZd2yf0YH9u3X4wB4dOrAb7NKhg7t1+OBe3XFwnw7t36uDe/cqZeGsDX3IIDZsZOEC28ielKpuPRzMPLiqFA5VvM5RCBwbLwH2pB1wtEs8fZ5/4RWd53XPaa7Cv/OdF/Q7f3RWv/UHF/Vf//5Z/Te//0P9wXd5PTK/QkDiGS2lw0wlG6c9jPr+yzf0u986q3/8Zxf0W9+8ot/888v6b795Dnpe/923zut3/+qSXji/oEFIFV0qr4jh58RQgN7wmfJBY7BRE05cg0dGg6VfCyu3eXhrh/3eqqeNzS3ZLLuV90rp+0cB7SCbkMvg2BCuyo/LHZvJ8k4pwUHma9CaMtIp6cSlstrIAkTKIhsN0TgQWCEnvmxLelaJ3tiAkTVCRNma0ZDDJHLr1NfVG01dvLmuC9fXdZH05YWOrnCNe4WbkGv2jrbdVofgrqAnXO/4Z4xoMZB2jJeqRJboMjnWOpFT4gySpRkdOk5XeauDB3Gq8nG9U7Um2uTz6MTLZljzqbIkU8b8agacUxKdfADQhEklyJMw+RRklNXQYsIYSUX9eB0sXcnnq76rOniTaHlHrQdQyry1NTk34Kt21JGv6qg3bi++AgIwPspA8ZbeKLNy4Mw5Uo+mWE+BSGvHWAKuSif0b2N4xnYcfB7NWD6Bw+buKBc8srUGFUU7QnbBI/aFtUmsrGTNCeTihn58lBxOOlYnXiAteeQZl29JU2a6dMgcORgFv+faJAkjZYSznHMcLWIdpIAMQ8YaYYdFWmefeR4gkmp/lshUImvpnEqZxUSTkDWgraQawGKYd6QfKZA3PoPZWOGwKwPCmD8pXanSU2vgISpWtFAkzULK7Dk6+vEiDTya3pIXeeHD3gixqqNNApzJM4boy9HGY29C0oAuSwYJwSui30hQYgiRPGVWH5lIMKBvux2Jpkfy43KnQB8R/mD9QKv+SJeUGwp4c/oacWswwgaGZVBhQQULFXhdEdiDGTLWkbmGfmrooZ4UqoHUDeXKLgd8Tw1409BHz0PVXY7ec6kcSXZgSzK7co4JyvMvkWPvOsarwPgOeORr2BnBrdXenXPat2tOe3fOav/ubRtp8ru2ac9Ow3Ze2c9px7ZZzUxPK6vVFNHdAPmvc0P9B9zg/dY3X9Jvf+sl/fkPTmticlKfeOLd+trn36efe/JBPfn4Xbpr3y7VFWUBGY1Vlk5rBMc3ri/rKjeY164vaYEb1gFnR5JkqhEgTUzUtWP7rI4eOaAjdx5g7IaSUCrkzLUkyImSBSYRHdKz5CLfgflKGcGNtZ+YmFCdfur0l2YpdU40ApJDHr0Nv/z/DHP6n72LrMRtOyw70nWQPIs1xcLsmJtkkSe1c9uEdm6f1K7tU9q9fVo756a1Y2ZG22amleJovO0y0ZBFswUPVX68lNYl+4wawbGxrLSRQxVO1ZeDJvxIWHb2jHq8Yrl+8YZOv3hRL79wRc+9cE3f/MF1/eGzN/U/PHddv//cJf3Vqcu6trqsURjQ9xCMaI0BElnfXGzp1IVl/fDssp45t6rvnV/W9y4s6ftcez9D+YtX1zTP02Dh67jWRBFZUp4GhMt0yJ4gtMliwCyVMIExRFo48NcjsTbAw+tA1O3/QiT/PxL4GVWgP+vTBcfYBj+mHFQpDiRLahwMmeXkopcL3qYie8oo5VWmmUqCkFLIAAIbVc6EdZaTmLeteUoqYcN63vdEDp5ur6fF9ZYW1rua54nbsNgeaJmn/ZVOR6vtljq9tvJ8IGeHFW2TEJEj2qiVkkrWdQSCOXP07FilauhqTmIeYzh04ytYnvYmHjxmF8yG/hwtJbqSfVX6pNSnqRKcpXyiSKVjns45WKJCCCpBRCYpylWQsHTZXDeRUDNeP4fDBlXeyQd4o5SQT+Vp48ZwXhmBUQpNnGSwPo0mjJ0gcOI0LteYbpalMG4iMV6DjxVvUtVt8DvpFp+Vk/fIYW1S5mpIGN/KBtxgjND9QEF97LfPnPs44T6HwBilBuTtN3cKdBy9E00lFsK5IGI6NRqpJsF03Wu65jWTSbN1AafZmlFflU+RnsyiputBM7VSOyZKHZiNOrpDOrHb6fCOhG4Dr1hHWuOGZ42blBVsZr07UruXq90t1OYgaXGT1cKGBv2+6gn9p9I2G5P0JIr3yEVHqgIMRQVktfU1BOQfUwIA1jtWSBVYk5LDz2zuFrwo3wL6D1vKiCdUov83hqiDmUAruEwlB7UhcosgwjJWTaIs0OEYDpt7FZH9iug2DfgcEDDqFOPrwbIplK7qI0bmpkSB/kvSZbSwzZBUPmvEAhbMtcD+c+wij1Fi/olPFEPJ3h8o4BudGymCnBuWnMASLutVmSuVAo/dMKIJJrqpEBU3kxX1UjUHJ76iSAcl6KxhtjKZaGYq1Sx0birRtkkPnOYmgOVnG9ye1DQx1VDGbUrA2Oy3fYY+0412rm++dE2/+70L+qPvnddfPX9V9dTpxx66Q1/+8F36iQ+f0McfPqpju3cqQ18B3URfVyC86mBH62sdNdfbWm82ZbZUoMAsramWZgRmiSZrmXZsm9L2uQmZrLyWUaQfKWWGKf0YnFAv+yEy1zDWDQFKY6LGnqir3mioXq8py1J5r42vWNGSlagSb6Mft6b41prTxHjhImsU2UOcbI4Dx/Hc4+OQwqGMJnEEzeWpYwco8sLRc5iJcnsNQwH9lHQQ5ZNEng1DCmNIgFd0XnKJJCg/o43FDwjGYgVeic+UurrCKFO/7dRtSd1uqvbIaz1I60izRvuOokpXyPkcjOTdAOPKVWPjOAlnIuUkcoayA3Igz3tOpyF1I5co8D675N1nkdjv3GfKOeRzl6qEDxZ+OjYiKeRjUtoKh8CvA6xuAxDJkcORbqW2EWx/3KKwVPktNGxJR+Zo426KYFnRwMn+eX56eXTsmbmVlzxmFbxSKPLA8qAfloLbdtmHxkbUlYECRQWckk0OXyZzZjX0OJNF7cik7RwOc2nJARWU+kIlTiwwRuFSdOc1clLpJTs45EqZxqZoM+OCDLPUcausBnWecQIrO8Rx5LSLSFzpTSIleeegPwpjPuMwXu/oHATaGeS9XJrKYWt0xkiqEL1TFGkbnzmbDLISR6EJQLpKMjpJ+yl6EqYDFTRCDaRp4p1T4tEy1NIp6RpjZhtIU68Up1ZRS29BRnmWJqpolla0VktlqONAjdYovw1VfVbxWL3xmZNsNGo4zZomcfSTPN1N8GSXIENvONA6r4lW+z2uyfta4dBfIwAwrPPKqNkbqElQ2YbHghQmJ0PAwUbWbWIy0+5dszqwd5sO7p7VoV3TOrR7RocpO7xrTA9BD+6Z4dZ0Vof2gb3w7JnQiYMzevSd+/TZx4/oqQ8c0489eJSrf6/1Zk/zq20C254WeHW0QIC7wFPvIlgCy2s9La921Ue+3TzoHN8zp7sZ/wTj7uNQyVinQFBVYjuF0TJit4719bzd9LK/eEqco1Fh+VRDXhUMCigw2s8T9TE63sARnEXq9ToM6HNQRP0oDOljVCQa5WmFHJozRsG4FSw4IYiIFZUimzXGAB1DpCsELJIDVmzBzaIYXFU1pk7EkxUCezxEX73NtX07zCNvKSPjQwtV8+B8Vpt0k1eua4NcnVFQSRuzh8SLQCen/YiyApTK2Qe4AEXnK3t3MUjsD1UCIZvIOn6g9035rc5hIw4f75TjMvD93MD4Ks/gpCNpT50nCEo0UIaXSNUn0O/LEyAlGilSz5QU2AcjbjiKbEKj2pRaBHqLI2lxAPrSUidilkPtnh7p4PRAByaHwsQ0xX5y6M6nDQkE2sWQSNYpokesItg8kN/2p+3jJER8U1CGfY/lL1VwSxSs1NWYVU2lBZ3s5ZI5y/hcKcVCCfkEJSaJk+31NE1lebY/ugsoiUEVo3Mwkns7ffu34mTyZORC6VheiXVh4UsFFtOZ8XF4JS5n0XKMh8WjLMEg0hhZ6qh6JmU8fhpSFtQOvNFopCIvlbMjcjZXaZsXg4pGo6NvqWQ3BlDiJOwA7ZfSkA2Wl06GsqwhR02ePOckDaQAj5mGScpQYmhlTiLoloc6Rf6V4FUtsx9Ft0gc2agRSj9UDwpprVewyeta7CW60cephgn1kNPkKcqCDV4q56kjJxCzfGDOWCj9xy0Q6dvhnJNzY/g3oc45iW9tfpHmW7cVI3yk4BbYTPKJ5FOJje7TjGTG/LyGRal2tyv77wdWm22ttbtqgS5Pr/3mQINWn5vcQoktsEMXKhkrot+htrN+J+YyPbC7oQfxCA/sm9bJ3RPaPumRLig6KbhEQaloIVf9E0810jaUf2Ai1ZGpTEcnUx2dTnRwymmWMRKuUyO6y9FlbmuN/qKjS+fkPHBO3nu5Ki3R7RZQb3Vug5Ie83p5nyhJUiVJIuc8a+/kkwTqFXFM2vzCWBxpL0edk3NQZuAk0uNKikhb/lUIBuecPGM6BwWuktGpojAYrYKSWqK0liqrkKn6fEQtU8bGqIMqX0+VWpnxUGa8NWitkalO0FGbqKvOE1sN1C09WdPEZF2NDVqnfGJyQpNTk7fQIG/I6jWZftvcVjR7uZrYdKtXcoNRqj0I6g5K9TbQh2LOEgeqbC8WrG0I7OGats9Oa8+OWe3dOa19O6e0f8e0DuyYAtCqbLqq27NrSnt2T2r3zgnt2lbT4T2TeuDkfn3k4ZP6xHvv1mPvOK4Z5tbrF2qyqZuM2WGc5rDQOmUtNl4L2qauO4gKHP57t2/TXYf26CSvkI/v36a926ZVDAbqYL+ddl+dzrBCt5tDc62uDmR/vvz6jZbmF3qaXxxCAXRhKdfCUklZrhvzQ9242ddNcONmr0rfqNL9Km3lN+cHtH1z3LT+b3Y1DxYXulpa6mlxsQPasj/Z3m4PlRMcRAw7YlIBfQZ8Z8lDnCFAA/lxeax8HyxQB7QBSzts1ynQTxkc/lEa8rDR6Q7VavXUBGtghdvMZYK9lVahxWapxfURr2JH6rLuBT4gwU5r2G2KLK7gB/7XaBJU7d5UAesNjBVUyYTQ0UUxJDsjAuq9lLCvcS/KahEEguUSOynV4NasTlmNWzbHnguyryh2Hmd8Qd+FEs4MT1BigUwoc5nfzJlXe1hqDXtY46lxZei0NopiinKJuAmXanVpakpq1Ef00aG/DjFUTyWvr0ovE+FzAAAQAElEQVR06JzQ9UiDbp8HWMZCdutf+DIxZoyFLKh1nCk2/zp6yJiboz4QjJkPomcNQqoeAeaQgyE3iakLtHVQQUXwhgqoibIxb8GmioYcIBmdo3MSb6dvm/dbdT7oW8K+ZWr3LIJTQNZSjgV2LJwjYhbwLCD2qxrMczOT2s6rnx04tNmZCUXqWq2W1tbW1VzvqNnsqo2DaduvIoNOu6d2izJzPp0etyM9tXjCWx+w0TC8ZerXOFSbXA23yef9rtKypz1TXgfmajo4Vx9jpq5DXB8e3jap/bx22oMM+3Cee/fO6o5D23T48HYdPrhNdxzcrjuhdx6c05FDO6r8LhxvezDUD89c0bO89vnL08v69pk1vTTfl/1nUl2uzO2ptM+TaYXRUMM8V8ncsErdDpHfBBvcWzryA4Q3Aio1tW7WsclQmipVV+VWTz+UR+cVcAIlei7ZbGED0ScitJfj6dzz9F0ocm0+0OLKuq7NL+rKjXldvTmPE17U6sKqWjfX1F5cU46e7YmABcVplKxzqRQHurue6H4OnSfunNOHj2/XB47t1v3obec0wQ+CjbghC8ij6GljiEpKaTJKexuJ7uLp+v792/Xu/XN61/5pneCuftYF4UlkH2wNBCo5KHEAwXTIFCsdeqeKOqgXaebtNmF5KVidE3UiTUO+E++ra9zUAjX0GMuAQ3Py/CvzUgFHbcGvOAnoTp4+KkhM3YmsJQBj2bgGGJleNY4sb7AyMa6iwgbMBgI503nhqPNOwegGqj4oi0TQIfFKWB+fZfIVTeXSRM7SBCweWLoq4ynNVaAeHrG247pUwgYifUWeJIP3ImavxozeKZIf4pCDWCvXUHS1MVRDckDeuQz9GFJeUXp5BLbl8SxRwrqaM0/llOLkPTemSfUUPJDRjLVPKUt5Ek7cEC4ed6OhLwUOkaKlGpgAk3lTjaKnOmuM6k2NlZwBhZvM1VrTA0smlkyKIufUYA6TzKWOj5nkJE14HWEfvm1xC9MisG5xA9NaH+BLhlpfHWphoa0rl9d0nle3Fy+t69Klpi5cbJIHF1o6f6Gts+eaOnNmVadPr+jMKXB6VWdJb8WZNyg7u4XnDOkzZ5bpY56+bmzBNZ0+c5Vx57W4sK4er69UzZb1sLkzj3FQkqvkVWnJHgsbth+YvOlmTKOZqMxWDTFae68YvCyQrP6EAwHKOoHJGr501YITbp4W1wZaaZVqdb06/RTflDFOQj9RAT/leCCwtWU5xVOfHNeetehVQy5XDHAdTt4nFRxUjjElBRbEgpW05jWLX93Gq/1t0O3bJ/DxDW3f0dAOsHPHhKbx9UmtRhsPkFu0Z24ReFY1hiDPulrfPq2pS3By5sqyvvPiFf0l+O4rV3VlYY3AeEZ337FDd+K3779ruw4cnFVaj4Q36I6rkBG3Z+u8Sl5aWtTizeu6efmSVm7eJIDtK8Nm0szJYTMOI7bhUuewccn8U4Isor0p2R4whxjdIMdXEiR3+gV6iypNVheZeSmZfngKTsnV6cz6z7yqcRIn0bUgFcSXc2w86Nvp278VJ9NAqBjthzByKbLJHJI6h+FRPq5jESmnVg7qMMsMA9qJAe/jgNq7a5t2zE3j1MRrmY5Wlte1stqssLC4rIXFJS0sGV3m6WNZS4srYyxBl1ZxOsu6fmOBJ6NlLTc7PH0N1Oz2NBz0tZ1g5LF37dVnHjmszz96RF987Kiefv+d+okPHdFPffwu/fQn3qmvfPwd+olP3atf+qn36Vd/8Qn92i89oV/5+Q/oV37uQ/rVn/uwvvELH9E3fvEj+pWf/5A+9/n3Kp2d0h9+/2X9t3/8jP7Rn7yif/zNU/pn3zqlS/M4nOFQA4MFJmBkN0Js+ogi8CGYL1pwt0MOb49OhCOS6SeO9QmXsH8ygnoJ83aColvdgqfPBNgx4Sl2cmy+SElgTHPuhkKSOXuhd884jg1VIpcFTx2eoFdx5murLTV5L9vCqRma6y2tra5R1tKAIDDGhD4ylSGhdzuUQDnSTBq0oy7t5EzbAaZTqQaHZ0znhOwRufwYKCGRKkcwW6/pwHaCv907dGz3dh3ZOafdMw3aliqGuXIcZqD/wJOU9SM2vh24qhxjIpekchZoAJdk0gatypzVecFQwTn4QQJPhtNLaIuI+B90z7etT8AxVs4eSiM554AHieShtB33Td55WNCDs3RapbUhV3SsCeWRNpH1cgANKDL3AIoQ1ePxr8kT4To3Fc1hVAts0tZI4uEaBMqDmjjoJtfxt1C1KamLvL50AH5znhwmvJqv8q2hZL+1ZvlO4dTJ4YOnSdt1+rMr/m7wKlymgnUt4WFxlTCH1HsCjqiUkyrFW6d+RFCXkx8q5Sq+now0yUEw3XCa4PVeQgDiOEwTuy3lePCWh7rKhZfMPsfshtARsH4CT9ROXAIpcyMlRVcZaMS+GgQ1c6jUMIOKJ1ikSTlNkm6ACdbEymfhmcKWMw5w5QOJ4CZlzFRBQr+x9ArML2D8paGQiHM17EV17beJ+k59bj77/cCDTqEWilpvjrTWHGqNgMawbmmwTt7Sm6jqKDO6utaHvzcGAcDaBtZ5FbVO3To3FqukjW91rauVlS63OF21KB9yExSR0eH5HHMUX9Fkj0whBOQXe82pYEoVKC9jlO3riq/iDdhVVFmWoonNXgV9DZkzb2+wM6nL2vfLRLmvKyfoLOw1OGmXTMhnE3LeV+1tv9mtb2n90gdEikEJTijlFYbnATPiOyID2X5xyILIgrWCS7zsVeLO7TPauX1Wuyo6TWAyqx34+Z07Z7Vzx5xm8Z9ZLZOH37tECfsqYlkxpshSk7O9HMV5wpzofAmf/r0Xb+h3v3lJ//TPTukPv3NGN1bW9OQn361f/Kkn9LUvv1c//fT79dA7j2h6IpOQ2fodjgpdvzqvl54/red+8LKef/aUzp+7rPW1luyPAEpeIx5IcoKPgJ05V01DQos2N8wL+0zElFXCVxD55RhRUQzluJWZgGE6cZVt1tFRnfwEDwIzNa/ZVJolAJrmlrQBDzGQYGEUARfLko3DSG+nb/9WnAyuQVXknDrZAnuMPbDwtkmiw4sYlFCXSFbHKnnC8xqOrw5qvlSdA66eJWrUMlgSjTCsHtF/j4Ozy/vvLukOAUe31+PKeaA+h2W/n6vfzTXiPXQOCq6Bc3Zxhyf9Xl4oYijdoq9dXDF/4KGT+sIH36Evv/+4vvy+O/ST0K986D791I/dp6/+2L366ofeUeE3fuaj+rWvfUi/8vUf0zd+6ZP62z//Uf06QcpvfP2DlD+hv/WLn9CP/+RHtPvoQb2yKL28JF3qgabT8xf7WlzLhR0zVzGPMZyi0sSbBhSRL5RRsRSbD+ABYihJl4q8zrAnmBLZSxyAIdpG8VH0pBicAgeJXCo5KRLURKPoOvKEU4KqnjxqljmQEIPkaUdB5EBOePqusVlqBCdJGCqgn2Dju0wlziHgyDyOPVEmydvoEk/kjnWJPuNdtFdUnbq6ypAqsuDRB/kswDtUSb+izCGrY9NjEqo7ulAUe1V2W+GxBydkohc5jwylVIzkyoFi3uO1Ua7I5o/ozFBjZ/sYaSGVAY1EpxE6GoKSNColH6jzt2BlBW0sEKhoGVmXKJrL9GRrFNCX4zAuYG63O+r1OoosTBkDPIFDIeC8gmwcewXG5YpGdDCkryGH+bAQ40Z4rG+TzTGGeGUiaKSPKDFX2NGNY2zALCJz7nClfnOlpws32joPLt7sqML1ti7d6OgyuLrQ16WbbV2m7sprcNnKaWf1F+fbug3wWl8XKD8PLsy3dO5mU+fBhYWWDJcW2zo/39SF+TUVfkKOQ8sxt0meag/s3qHD+3fo0P4Z3XlgSnfsm9DBfXXyNd15eBJMk57Uwf1TOrxvRnt4XTM94VTHBmytUvwupqKE/eeTRIlPMKGgGq8Ca9hKLZWyxClBD95JCeVcEtFemqaPg7M1HdvmdXzW6x6ilLtmM93FK8STPJEfn2tQnukY+SNEKHfMOjWUK/OF0iRIBDcKuTx9O8BSSk7yiYMYEmXphGocyvVsSi4kKgvWKUYstFDJnijMDvFJHuN11s5ggjqJKAsEljXSp0FKqE88+9tAOoU33aAJ6Ui5TzP4M6W+rlptoqKO/Za4lPaZnPNKfSrHv8o/YJsxZirs8yrIWATP3nMgyuy5RN6AxIEJxg1fUWDUBUFKSdtCmUpXqwKSEWMWBCKFn1ThGvL1aWWNSZUSKBXxx9aXEq+ArAP66bEfc0WxxVWy/0JSYL8jOR+QEH3xM6G9Y2yPDEyXvRORt0D3Tg0HmHuNvlEja+3o3lfU0S9V8AWFspCjvXcp6YT95BR4PIlKJHk5l5CXiKm1SvB9vStdbUo3uk616Ul97Il36Sc//aB+5asf1Bc/dr+OYbMNxkzwkxH9FgT9bQLG+StrWrze0/pKqU7X5lxTkk4q2t9BUV2KNeaXqEC2kjlGH9FNkHNO9q+e1TVRq2mykWia19Fzk4kwR+2sJ9pdT7WL15I7JxvaNTWhHbx23TPV0H5ukPdOZto7O6VZyuroNpGq/iJ+Kzg2it5eX/6tOJ2U3Rgj26bAcPlmWVlmDI1NV2JgpVLyqUoWpQAlk4jBKUbsgh8hBtnBY5tOGIRPUvk0kzMk0CSV0kQO6pINymb+f3P3H1C+J9l9H/at+oV/7Jz79ctv5s2bPJuwu1gsQIASKQECBAqJBMUESiRkA5BE6siySOLgWPbx8bF1ZEukJduS7WNJlGRgAQJEDrvYvLOzYXZ3dsLLsXP+518of+7v3z0zu1hSMmWdM55+/e1bdStX3bp169a/+3mDpbtY3v4Rd6It8gXvZQcyhWitlFA8UXasZHSg+mhftdGx0gpHSoeH4EBRZ1v+aEN+sKV4uKs421M02lU03JYbbshl2wrwRsMDjbgt2ubNIjaPnEo2fkkfSlMMKJQidxJw3GKUl8r6A3U7R+odH6vf6arb7aoHut0OG6anTq+vjr2bg+N+T0edY41GA5VlTv+DIpRHxBx4m1Os+IKDtHSFgiPd0XLkyBPJOdpVKaGo0tjLe8c8E2e7uUjyPAPE8BOmNKGcYxxibgJeCodxEXFDiuEZLFzins81oJ0RdeeiNkYZgJMv2MQYCaKPocglBUW0F7G2UR4Uk56WLB3hpnK1Xaa68spVnJI3oUREm4kvOGAKRdy6Pe2lUVHdsOYW57QAFpfmdGZ1ppqL3f0DmTdtG6/ZDk9SRjfxpm1t7WkLb9oW4U3oNnQL3vb2vgw73LYMm/A2Nra1gUdue2dXO3sH2uc2tXdwwK32QNvk2wPGt7Z29ve1Q5uG7RO6Q/5j1vCw02edxjjkadFc6UfHJ3G8UQe41PfxRh3iXt+3p0pLA/ZseUB8nxv0/lGm/aNce4e59g1VeKjd/RE37Z52eZLY2R/SB8NAuwfDt4E8loahs7Pb187uAPSAUeJ70L1+lX+PfLvm2udGc1nyyQAAEABJREFUv0u7e9z+D3HRHKOsuzyHsmxKOIjajQiDo80z56wunJ2HzunCuTHWVqcwTCYrnFmZ1pnlaS0sTGpqosbFQkoi1hy5ipGvGFk1eY3YwxZO2JNJJKXw08grJh5bGpZJTP6Eciky3Ei8lngSuLjU1jWeVJ8+t6hnzs3rKfpi9Pnzi3r+4rKehT65NqcLtD/Tiqm3QDYL5DKX43AJXhL1iXoL9kiBEeMYX70Rq9FKMRISxutAoC9BUZRXdaQYSPYZCc4TtepeExxENidGK1B+ohlX/Anmyn4jqRYXqiUF3qAxUsJpbPXl8HO1qLPJRmikQVXdnEuNVKRJnr4FjKrAvijZ06hHld4rR29kRaQi1EBdGcbKiAPXkKF4siLWMI80JM+g9Ogj8jLYnIN5VEh2UTOvgOnVILHbnILzhGIJ/SQfK2HuPQufZ0MN8fTmGBtBXsFHdCxGi3j2nBTol3OBeZUiBZXmzWTfRuiUyPqOQVfgUSgxDB08jz5w6IMYI8fnhaKilCspX8pqV4wB4MgbUW8d68VxQcp4Mq83aqo36zLjqB+8+hjOR2iMHoak2jMK9ZbsMpwxDMRHCfPeSnqaaXTU8OjpsKc6uqOZ1khrSGWiMk8Uuway2VastlxooBojlcxbYD4F17uaIp/KM+7gmCdmKTgxUpEvKJTkcl4RZ4/NWT2NVatFrHekBkLdSlK16w1NNduaarU12WyoVUswSmqaZjzteg3jpsa4Pe2LL6fShJTQu+3bv4MHFE775nyk4CKJRXe+Ludr7Imagm9A66CmMgbROB6ipgK3moLDfVR6Nl2Q3Vg51yjj5RACjzJzIFTlUsqnynHTF0BRKkU1ySdSFMm5SKW8RgX1gO6w1DFK+AgvzFFnqEPefI/wuBxBDzojVZ9Z4UAZ4q2xP3gVhkEeBWEw4yJgYIh4Nig0oFywjnEw06qaNJliZIUwrDZvZGN2dXk2Rcy40qiu1MVKgsPAycFI5o4uR33lWaYR13Ibq/06Zw/FgrdZQzZ0ziYvlSuAAoPBFEDAeJAwSuA54DFQHHFH2HH4O4erHIVHI5TLVOa5PEqnjk6qp15p5CWUwXCUaUjbBW14jILU9TVZG2l52unMQk0rhvlUq4sN2Q15bWVKy4ttzUwnajVKNp801Yo01a5rptlUI63Jia9S8sxVGGbyoI1SmoY9CRr0KEWxtQhPBslom3C9HMhnh/SzIx/6bOC+TInPTDW1OD+jeTDHs88ct3ofxep0+9rDQDg46siMhIOjYxnsA73fgk6PdIDXzcrY55EMXQxBg/EMXbxt/eGI+cg1YF7sV24HeO9GrK95TkYo2FNkFs7Kas3Ms9fH6OxhUL5JCY/jpvBHHBIFefOqbqvP6rE6hjb3yKUpSVfGMgiFqYIw1BmFb3GDz2PmdZwmDiV3mod8nnwJN8BEqcaondAUQzBVjZthgqKOyRtRLqYuQ8LNMQW1UFONfVPkXRT3gUI4VhwPVa+VStNS3o9YpSG8XLWah6cKdQ7vBgd0HfeYHe4m/0GF2Ozs2Ui2/4P3J/Q0bhTeKd9F4/zQ4GPJR4q81wSbam6qrmneCaeQtxn6MpNmmqFf0/FAc+lI1R8MazpN8syUIsO2pwLy5cSXC8rYC0OOs5Fjn0VD9MUIHTOSo55Gy2lmrq65hYYW7HNn0OX5ppYXmjqz2Kpk/tzKJJ6jCZ1bmtB5YPQttCu+xa9gvD1xcVGGa9AnLy5pjEUouLCgJ87P6Mlzs7p6flqPn5vUlXNTunJhVhcvzmh1bUJT0zFDZ7/6XKgZZfywDwIfdHLtd0vt8xy1fxR0cBwIB+0cl9oGRndIGyPTbifTHvrNDOXjoy66qq/Ac0QcCqSjkHkWapGT58StDAjnFcmrRJ/lyHyOS3BkFAunRM5L28vIaewS9n1b05PTmpqY1Fx7QvOTbfRBTVOziaZ5052erWt2pqnZqYbajRhdUyhmHdD2yGFQWngMFUnon4BRY56VBD3n0BP1KKryZ8NddPa+opbXoBbrFsrwtWPpi/cP9MXbD7XbP1S7KTW81KLuZrXu2yrzfWSXjHEua8R0Z0AjRXFDHn1cIvcJOjnmLEo4i3yI5RiTwdJD6VQyzhIdHYD4cs7xc/wdjKA7PTLq6KtDDzkuxopTuagmF9dVKq70tnlYeUXFYJRyjKxAmYI6re4K1FXVB3WeQUDfod//TN1iaf6Zyv1PWiiPWQLnbd6DY10DCzNAyA+4Ve4eHmuH2+Iub69Gd7hVbvMeu2U47Ot45NXJYh0NpM4ooH9rStuTak/PanJmWq3pSTUnJkAbWHhSjclJ1dkob4J4c2pKTTZQoz2lOuWjtCkXpTIBMaF5tLGrO/c2dZv3yAr3NnTrzrpuIvjXbz3QjRv39PprN/XKV1/RN178ql7+zBf18ude1Ktfflnrd+/xbt1TzI2j0WgqYRUSNge6WRjxihl5gohG3CCLtKF+MqtOPKsjtXRYpOqFunKMlRJhLjBWxIHgEGgpktgsoQI1cJiU3JRM2INoBARHHm9wHB5kd1KMoebgu1KCq6BCJcaGuUuNWtw5J75VSyJNNlLNtmrQBBdlolarqcnpaU3zFjzRSjTNDXgVA+TKhSVde+yMngCPX1nR44+t6DFw5fKyzp+f18rypBZQ7PMzNS3MtrQ039YCN9h2u4GC8YqdqrlpEliabOvp80v6yJPL+oHnzuhHPnRJP/zhC/rB7zqjP/vBVf3z71/QR55p64lzbc1NxKrZDRaYMdVIYzXqCUhVI5wwfg/SpCmPonGuJo+ycYTF4Rxh+MZJC15DPmrI4hWtwpQhr+X3flxO0DJEQhfzDi3leLrKMmF+a8wlMqNYZbUmMTzjw+MwL219MAiqNAcPCNUfTinh03ggHBxljWIylCfljBaEI2Qz9uSOCpnHKOZAjfyQvnOIEo4xDGLSkgqZ4shQQHPyGDLoSBF5HcaxwWPsfScaK1NCfQl5DVXdGsproAhqdSfxUGk8QrYGknqMuyuFvhyHicMwdtyYZYYynraiGHIgjBTgKxRyyL43YYQGQyiZRxACtCDfW7S0tIpPuuUlB42Q5zSeKR8dyRUdlYNdlf09zpxjpWUHY6ujeugoxqDV8EA+P1bEE6XP6TP98i7IOSfZN3NbuEKlLxXXvNJGoihxpBWKU6f2REMmY00O0xb7o9WsaRJMtWuaBlPsl7bxEcgWaDYivQlks1WLZfwK1G1525RvNVO12VNtKw8miE9jyE+1Us0Qt/onqX9ysqEJ+lDHVeMiqXQlkAofaRicjrks7XOhOjRgeBxzmTq2SxYXpEOetQ96mfb7OSjfxB7esD3S9i3vIMMwLiXqSmggjSLV8F410gTploSxXWKEM/HyzFlZBPLnGmIwDLNCWR5kHpic9YqSWO12W7Ozs1qcm9fK4jx0UvMzLS3MT2lxcVZLXCCW5qbhTWiC8XmaoHGWokDGQvV5M4ZIcyUIClycHAYKyyPnnHIMlyHr6Jlbu6h95uXX9V/+46/oP//VL+q//M2v6stvbOq59z+h//V/8Ff0n/0f/zX9x//bv6p/5+f+FV04vyDfoDV0r8nRg60dfe7L39Dv//EX9Huf+Ly+8OXXdO/BnrZ3utrb62kP7+EuTz67+x2e44/BkQ47HdnFIuPiEBivnHXeybm3YM9nQ4y9PpeQ/nAou9T0Brk6GHXHzFmPORvaHBZ60zjJy6A+SqY7GCkjXFJtAKffzvm3R0/Z/39NWYl3Xv/r1qVQoKpQV0x5fzSS/brqJm74dVztFXC1P9o60KNtw2FFH2wf6uajQ716dwdsEd7XHm/zAeMibrU5R6g5iuXYIGJjvYVULq2DhgQNSV3Cs1LxavWqnOMQL4TghxhhKmWb+5ANftjNdchGPugU2sd7snc0lH3w7cjc3RhRe+v72l/f1e6DTW3ffajtBw/U2d9lP2dytsPYRDPc7P6F739Of/vnPqqf/xsf1C/87Ef0b//cD+mHf/S7dWPvUP/dZ1/Vf/XpV/UPP/1N/eaXbuvLD4603k90mDfUyVL1RhG3dY6NkVc+dMoH0EGk4gT50HPzdhpgiucYe+IwK12iUeFkh2moVEwiJoY+JfJm8KDYCKDkvOSZHxAlqVLmrpk4TWBNTaBkGyiAKHay/2BthFJ3Ucmhl5GvVIsbaZt30xZoNmM12Ph1pjatl6pzk603MtVqI6WGdKSIG4vj4JPLUTAjZRyQedFHT/TV5qa6Npfq2lpb11YaOt8udKEddHnK6/JsoqtLDV1dbevsfAPjKRI6TS0Okib9S+hfQHkO8HYM+0P1QYenkS7Kt9crhY6AJ57Jygr9vuC5KtzrBRm63DwNHda6S7jDenc6ZZXH4kfcPI94XjkARzyrHB+jbKo8uYxvOCStwmGmU3p0nMlwfDzSMTJz1BkQH+iYm6vhyOjxOH5k6YQ7HBiH9P+Y8AGeuiMwZI/Mztd16fK0rjzGjfrKlC5fmdSlSxMYg03Q0LnzdV0439CFC03Q0EXC345LpF252FaFS99KL5/ELc+Fc9RhON/UJXDhXEPn1+qgpnPQtdW27LfW5ueaarDeEQZ4hGETm3xggUfoUo/8G41Q3BZ2KPPKeGH9PemOdGEsB1dwLn5nyL/FF/kMll+cVA4PQhxlGArS4nSk+alYC9Mx4Vj23t9A3uo+UyMu1UoFvJq1SI00VqOWqpGmqiWxYh8pSRJktaZ6va4Gl4oWnr5mowE/FapKIw4N8xAURZAdzmPl5Tg4Pele2Pvi/FTOAZ9V8MrYi2OIsNPI+PLKQeG8xoig8ZuQi9kPKQd0Kocx7UMNSthDfYP9mrKvYw2KSAOeXkYYzjn7O8eoKJnn0scKkaeNgMFQKONgH2HgDYOq9oe0PXCpKlDnAOPdMFSqHJ1RwCsNdvGhv546o0iyg3jE086IQzenvoJeZRyio1KM2eq29kraLDHWneKYuWUu6/WaGsx5LRE8KbW5Rwc3opoaPB+b4VZjDUpHPSBjXc1IdBgQEePwEfPhGRPtOefkMZpGyFEBjRotZfR/Yz/X16/39cajgW5uDXRve6hOP2hlaVYffP68vvv5ZX3w2UVdWm2pjo7qDQfqF/SZC8tuz+ne3kj3dke6vz3Sw91Mu12nTp6oy3t8L/PqZCJuCOrmpY7RL32USIaBUjIXqr6Y4JMww9CIJ7AeeY7xzB6Co+6AciMd9kc6YH/vY0jum3cXj+4+e30fD9b2wVH125B37j/QOk/KA+qgVua+auBd+cO/Y0flnc297EfOzu5h6R9zwHRYwA7WfAeF0MPiNPSreKbjQYG7coRbMtchZvMx6YM8CFlTSU3BfqI5HFU7lJnBI/AeiUEfyIS+osSRd1k4jhyHrVfMIRc5B/UIRKA2MrHpVSGWyFyyYQt2UonicYoUsaF94VVnMzdBnTSH29/cpMJ9bDBVMT2Z6oMvXNFP/csf1F/4cx/UT//Eh/TnfzUnAw8AABAASURBVPwj+uifekF7RanP3drWp2/s6dM3j/Xiva5u7jNGYZz4trgD6qhgs6CQurlnY/lKOQ3zCBfhGIMyhp/gXYp0iPFyMHDaB3scznv9UocYNX1u9IPQ0FB1jpJ0DFNUKKOBGhqwWYukxYZPlOUZt1JOcd59Y1MUzA1DV8HcxhgvMdORRIWiKEdhFPKEPa4hz+EUkZ4knjTJDifjeQ6Z8ToUchxMEeUd+RRJYn0UhopdX82or0kPQldToadpMOOGmiwxYDBmJjnY2uSvu1Ipa5x4r9hHsoOjwwbf3z3Q/u6RjuzXRcHe3rH2MSIPuAEdQPd2j2XY3+tol/DuztGYEt7b7cj4p7D8+9ya9k6wjydvHy/eIfUegMOjnuxzIsY7wLN3+CZ6srQqjmFxeDjQIWX37HMlFbo6IL5P+OCwQ5h2oVW84pGOB/GQNg5o48iAAhtwC5uaquvcuRldujiLu39Wl3D7nz87pTMrLZRxU8s8sa0sN6rw6lJL3wkri02eJuoVlha+lS6fxFeoZxWDcHWpqTPLY6xSr/Gs/tWltuwzJasrc5qbaasWSwFvSWkGLCd1KArWJJfKIJaJI9HZdhOZFEKQODQJyLGOMrBvYeq/D4F8hrfna+HReP9zj+v7Pvyc/vRH36sf+Oj79OHvekZPXrugC2eXMKKWtHZmWasry1peWdJKhWXoCljS6vIyY1lhrpa1tnoGrDF/y1paXIJ/RstLq2rU2+rbgYJs7e8fy2Riv5It1g7Z2gO73LZ39rraRUZ2WLsdo6ew+Ak2qeMRF61HXLweAqOPqvih1o3uHGt961AP1w+0vnGkR5vHerhhONKDLUD8wdYxF7aONnY62kZ293m+7A+GGC4jZcVAOXDs8Ihn3Jg9Y4jYNw549p+HCmr6kO0jj4L0nul3Yk2CHPMsPGCuwJxh76U+V409bt62Ag9UKOFThxkuHv3gWGTHOgblLKthhP7M5MxjpiF0wFYfIQclNMij8xyegsg+d1L1wyuP8CT7pjo+AZF6dKyvRD0MtG5Jmlrq+7aO1dABvF7cVjeeVDdM8HzltX0YxB0A3SghfiowHiIuP3XfVSM61mRtKBxQ9MHRn5rS+rQK19ZRP1JnVNMgtDWkjQEe7BH6Npg+JHdhI0GmM4yinHnJiZfIbygD9TBfQXBoE7kuANEqbnnMgBliZAy5XAyzQgO8UAMMXHueH1B+xHmBUws9Lg0KcREtddDpaxd9cMxzsHmkrD7x5WgGD99pFM6749vE7h03koJriAtIND1zzLxHGFmvsWCVQn85BB1DwVn3oQiKFFW8HIOgQHCDSxAXSw+klhxwhcz13YgL1Tk4G6ewG9RJuM4mq9IT8iSlmoY0qJ16tTkw7VY+WfdqJR7r3qkeSw3C9dhTt7NWFYvWMX5qbOp2o0Hcy2cBFIrZeBFCGCOoEensdPoWUOBO002vNbsBn2nq8mpT9psO83MN5ZHTYS7ZHxLaHUj7eEkO2YAdX9exr+k4qqljwOPThRp6capenKjrY403dF1HvqXdsqb1vteDTtADvADrfacN4uvcEvaLho7V1gF0v6jpIKQ6VKMqd+QndeimtM8m7cUTynkayVmYkd2Yhn0UXibbjabEAptVKJ7SgAETgJgTF3J0XkE2x/oxSxhURWlrFkkYdGIm5Fgvn6h0sUpb8ziCiqRckRspCT3m8Ei1rKMWB16LutsosTpGX4ICTvGSJMxxIqcIOKwmFzyHodOQHd7DW9HDy9Xv5hpgnA3Y/fY/2g5xqZ5ihGK08IBbkFFLr0AbFn87jD8cjvC2DKh/yK2IAwBlM+IWOcSAtjTDCGU4om9vgrpG5MlO8mbEC+SiQEmdIq/CpXLe7iuMCmX0bYQxbu1m9Nny5PAtbuXjCNmsp5ps1TUFJpt1tYk3kkh15NRojTxvgvmtfzssL97F+reA8mmkxgmsrjoy3zip0+IWPqVNyja49RpNqZ9VldjAnjXxrHHkInnWWKxNBTni8OQVOQsD8cX6Cbh/ChQs3xhvzzfmByUccMvso4ur07p0dg6jbRkPz6Jm5ybVnGiqMdEGk6rZE29rQg3QnJjgCaLF00pTU+2mpifbmiF9fnJG85PTmmpMaKLW0kQT2pykz6n6PJH0kbE+ctUDXQx/u6V3ual32WecK9zaJZxeIHwr+m/xDyl7iHzudwrt44XbM3RyvLOZ9vD47XFd3yfPLvvXLhi8MOAlDsJ+1j43+4Oe1yH0sBt0RD3HGE5ZluMZSDQ5UdcUz59TbYd8SDPNoJlG0GwraI7wbKvUjKFZaKaZj9EYh6crauFS0+SZJs9kvdBEOtI0dIY6zCs1iWd0suGQwUhTeIYnW7EmWpEm0G+TJ6AbqscZl4gB+rGn2A2UxrlqGDM11r/G4tklo+5LeXRpF7nfZFz3OrFuHAW9fljoxkFe4eZeqZt7AqTtp7pxmACv1/eDrsNfH7W0wXy4RqImHt3ZtrQA5ulnOxopRadEoY+O6IofIJGKuvJRoj0U7t7eUEPCBRe4Au+5FCvhBtbA5WMy36w5NVKJrYahKtVrUoO26njgYm5azjlGo7e+QiAe5JyDF1TKAa+SeMG+KBQpZ2/ktJPh/ap4PhnzXKKCtCxQhn1UUoagqEIo1+CcCxLV8+Pd8u3fiQMxA6UQKi24qnthvAKEnRwLw0LIcxp65xR5U2oGwsQdZYo8KOdACHZ4oUhnUERLcxM6szihs4vtCufm2zoPzi1M6LwB/nlwDpxfmtSFlSmdX4aehC9YeHlKl1dmdWF5WueXDDM6h5vw3NKMzsxPawWlt8qNcZW2VuyDmFOTapigBinCMo5R0macePqoUoxQwvCWRhkGTKaoHCkedZVwC0l4qy8G3WocOYq84MDOnVe3CNrkkL3FbenV9T29unmob2zs6xs8JX3dKPgaT0pfe7Sjlx9t6+WH0Pu7+uq9PX3lzr5eur2rF29s66VbO/ry3X196c6uPn99U5/6xgP90Vdu6/deuqXf/sIt/dYXbut3vnRTf/iVW/qDr97VH371jn7j06/pS2881C6KsowSOc9GyUfcRgYKZoDYoHj7VTUoGyBjdN5+yDkIm1Olw0iJFblUtbShVrOt9gRotQgb4Fl8akLNiabq7VT1ZqRGM6iJkmynI7WSIbeekRouVxPY37moK1PdlSi9kroLeZSbQ+F5EEdOceQVAckx6UG2lx35nQqJvguDyspE5DelWIE6jFcBRelOoVx6G8Z5c5RpJlfxT+mI+Djsua0aHP10hC3fm6Be0Y9xf0rKjCEZLdA9gL6aU9GR18G3NIt7+MIodMy5L0vUmqsQ0UPPfBtf8D3xmEVwQXLwPXScHqq48cYYp4/D35aG/DpgZd9Mp27jWdxbmqTTtq1Nj6x7eUXO8xMOcQHHKJ0i2vaIiwPjtiSjMlLlcJRylP0nwtJP8fZ88LysdKkE47bmh9CB0ihXmjhFPigwGaWnKeQioEfkIxl8FMk5R0IBckXMbQ1enYOpxmGROM+aONnUV0sRRD6J4Vdgi+KpkLAtgVdeAvZwZkD+q7jx3hbOiGcY7AWHUslBaMZ7TrwCl64M5IWTHU5DOWH3qA8dMM4+ZXuk2bPOqEyUB4DXtIBfFFIcR5qdntAqemoFfbaCjltF963OT+gMp/XaXEtn5pta4zlubbYOBbOp1iokOsMT6irPq6uzNa3Mn8C8aYQXphLNT8Yg0dJMXcvUtWwfFJ5taX66qepzJVgFC2ARvbh4wp/GcGmlQfWkoH+5kkTAKWYdaqxHo+ZVq3vGkus+nszf/fwd/ePP3tavfvq+Pmb4zD39o8/c0T/69O0Kv/rpm/rYZwy39Gufu6Nf/9xt/Tr5f+2Tr+nz6LaLVy/rL/zUn9K//pf+lP4G+Iv/yvfovU+fV7MWZPuxYN/2uJQ8uL2l66891Mtfvq4vf/FV3b+7o9FACkUsMZ8xclHjTGnXI000vKbQTdMYYDMYftOtRJPNWJPtOrqqznhiOcYjId/OqQp7J/sqg/10csiSyFM6jwZAZuDnJidgVEojaCavIbJitPQp+SIVwSF6ziqRkGMLJY6A3l1f/p02nB//8R8PeZKwTEw2E16yEEE2/U7OATpsaxzzo5bEqqcxQpbg7YiwwL0G3Y46B/s63t9V/3BPNRT68kxTZ9mMZ9mUayeb8Bz07ExDa9N1nWXjnZ2p6exMqrWZhA2Zam2uDhqUoyyb9uxcTeega7PwgNEzlF8lvEL9q2BlqqEVrhHL0PmpuqYm6qrxvhopcHB6xYwlRuCKYaE+bvzefk/d/YGOd7rq7/XV3e6pg+HR2T6WYePepvpHAzYHe4OyubhpUfbW+qE++/U7+uOv3dPHv/ZQf/T1df3B1zf0++D3wO9/fVO//40N/QH4wwrr+jh5PkH449/YJLwhC3/im+vQR/qjrz3Qb790W7+JUfKbL97Vb33xvn7npXv6/a/cBff1e1++j6HyUL/92Rv6wiu3tMN1sGDzOBR3xMZGHXITyRVVB2Vh+0VyEUgUsPqDi1WCwCZ0TopYEy4gmsD4mGHeppmzqalUMyi4memallCi584v6sLFZV24tKSLlxd08dK8rvB08djFGSjG4dkJnV1r6+yZNjfiCZ07M6nVlSZlG1pYqmtusa7ZhZqmF6h3PtHcm7B4qqmZWNNgajrW1FSkySmjAGU7aSA+jfKdnCStQqwqPBFpwuJGweSkp7wnzcMHE45xAejkBHyAvQWPtPYYbW6wbdJbbalVhb1aLUOsVjPipncCFGDD8DZeCwXYRrm3uZ026k7NVoSBlwo7WHFUKvCMIgxdx7oID5N5sCJUmlcpk0NH2BH2Rlk/b6jiJYduKUuXGWyU9w4eEHkVCol843Auxxo641c0lyhzynPk8+RmB8uz4EYd8gurMkTsGadygSMPFQ+DyWjJDwsGBUKSlTGIPaPvAMdh7hjVKd6e55SHvSnPPKjoQYdyxYCu2olj6j6X9dVVcxDk3BiqjOycvpfyGDJmzETMg3kHHWPm/JSgeT7EqzuuK4pLOU99GMwyAxRDiLcKCZ4IO54xIxBTT8ycjWmpU5rAN8QYxWMEGbV2xyjG/aFswODiJqPSjyoI74OLCgVrizYcffYuyCvIDO56EqndSDRl+62dyA7SKTxs0xMtTbdbmmo1NIUbYJo8My3SkbEZZG66EWuW/DPI2yRy2IY3SR1t8jTI08al3KzHaqRezTRSu5lqgnrbuBPazZpajRMQbwHjt1rGSyu9jb2HcRLJ4+0NGIAO6ugrVqQELdHvQ4zGuzxVferlR/rk18E3tvTJb27rj6F//MqmPvXqhj756iN94rUH+vir9/SJb97Xp775UJ+B/6lvrOsTX76hl29s6MyFVf3oD3+X/uKPfUA//aPv04/8mffq2pVl2i8UmPOSOet0B/rmK7f10ue+qZe+8Kpe/cZtHfAsh1qT45+X5F1ZrUstKdVInGrTzq+kAAAQAElEQVSUbVbj9xhbHl4kO5cihMR5J+ccq+AkQZ2HeNmZZghVWpDIIdJHealOb6DD426Fg+OeDo772uMZd48n6kPS+uQpqadgP1hJUYeV1bgSyLvrmxl75w0oLdLgHJIgFvW0e87JOccyBBRXKS7FqvGjjiA3MVLM3ZYiZIPOkbrHB+odH6rfOZQvh2qljlu31EKBN9nIdutuoTSaPuMWPuQWPlKDzd7QQHU3VNPChgg+qPuBauqrhiswLXuqy+JDpQJ4OlKXEc5UgxpSjRQDU1piGEWeiZ4Lsxc4jKiR9nlf3nqwrc1729q6v6etu7vaurWt7fv72nlwoG08Hje/eUs9DJmIW6q3AwLtbb/qvHU40Gt4Rb55/0CvPDjWK4/6+vrGAE/KoKKvEP7m+lCvboz02uZQb2wNdX17oBvbQ92wMHh9s683Nnvwu7q509PN3aHuHBR6eCxt9KWdzGl7FOlhL9bDbkPr/bp2M69tXMzdnDHkgVtiIVPuMQo+ZhdHHFIRm80x2qBIpYtVMhMFKLkVCp6H481b4UbcMHLVa4HDtYCWatVLNeuBG0ikRW50y0sTOnNmWmtrMxghMzp/dloXDednMVzmdP7SrM5jsFy+PC/DeQyYc8TPX5rTOdIM543CO3d+SucvTGHoTOv8xWmdI3z+/IwuXJjT+QvzY0q9587N6Bz88+fn3qTn4RvGeeeqvBa+SNkLpFmZ85Q7f26WMrOyes9VdRC+MFvxzpHvfFUn8XNzqvKencXIGsfPnZ3T2bPzOnduAcwTtviczlX8OeZgVmdWZ7RGfG3N4nMYZNM6c4a5OL+gZbx7Dbtx4n3LRn2VRQZGClA7YJ3JD4dqNf9QB7wB+RzzSlVbDp44BA3mfYriAD9I5HMoYweVpZPP2WF4Gsagqeqs4rm8JEexSI5/hGVfhJ3knKsgZCUAywhL40Jj7ulPYzqU8XcEBbwZKf+k9IofZPsvtzkxbx901DtWGPWQylwpBkWMVytGJmPG4KGOuB1EZtwxiaIGDYc99fpHGgw7ODx7xDvq9g7U7x+S3lez6TWJkT2JUTs1nWgKOg2dxgCeNmMXOkP6zGSi2YlvRwxvjBkMgmmMz+l2JKN2M5/BEK4o/Clu6pPEp6hzatJpAkN3CiN5GiN7CmN40uLkmSLvZDPRNAbBRDNVPQqKGJuNM2KfOuQhoFdQKTIwCKY8yJVBgu/lJPZ1QTwPjpkBLlLGnu6zl3tlpAFznzGLQzwLI/iZS5Qp4dYfo/1Swgbi8DKXoi0tnGp0Eh7i6Rm5urKopb4aGviG+lEdpOr6RB2lFVBN2u1Lh5l0XIAS0M1D6KFRSQcCdPkQWuXJpSPyo67ES65q9pQ1UWhhIgeF5toBw6qUQ0id97I5GAxz7XJZ3Hh4qH10Yr+XyymWY/yeDB6Z98h/hIw7ZsSMPzNaPW06+mH63amKjadTMm1XocCoKJm/ApSEA22KcHCOvGPYX6LtdPs6wBg5MOOEi+DpB2QPTj5IO6gMFPoUxdTOgO3nmEhJQuzd9e3ficPJ04KtYTJzMvMsfniTU0UQmlJ2aEdsNkNcUaQXQQqIlRAC5yMZtXiQxoIQEAYiZCOXAwgnaSTaT3nnFOESNbhKiChH2/ZcVHIIl2xeg/gKlA7kfwvkdSQASysJBk/E8lhe0VbpcRnm6hz2dLR7CA7UPejocPdIHQMWe5+0wWFXe+ubKgYDPC+5EsYX08nTBQvUXVB1DgNbQqfI4TELbAqRe4ySvIZTvpWrAD8HxjdYnpLy2BFChyin74PgZB9QG6I8SozBLG6oW6JsfF1KmnJxykIFlRhhjI4RipGC4FmfiLCHOtbLeCI9wCtADgqYhTyGpR2ikSkAxhnhAfAncHgEHDdggy9yOW63ntFFGJ0xSHkDruNubaKM7UY3MVnXBN6r6dmmZnE125/Dnl+Y1MLSlBYWoQttLSy0ZF6a5eVpLcNf4XBfIWywg95ohZVpra7MgGmtQFdWpqrwKvwVjIUV6JnVWa2dmasMBaNrGAxrxE9x5syszq4tVHlWKXOG/GfXMEDOzGvthJ4h/9m1WfLN6OxZw6zMMKlwbh5jZl7nMGoqYNScO8FZDKI1jLe1MzO0P6d6LVKRjZCvoQb9voaDIYczcxxs3sV8B0VO8k7VlylnwXUOBt86/ariMJyXCLuKSojCGNQXZP8kke3tGHPJYBqbNHabKCkRr9ozHmGLl6y3UUeHShS/pSM2CqQXpAXW2dL/SbD0QLl/UrpIC8K8yHNloxFz0uNy0OXycqASQ6XucrW4tLTs0sKFpe4y1fBC1DHKarE07HfU7R6CY262HR0dH2n/aF8Hh3tgVwcHOzo+3mU+My3goV1bmVVlRCIn9rd+7C/nrvE0vLbS1trKxBgWNyxN6MwJXVtqaxXZXF1s6wz81W9BW+P4JBQgy2sL0zKcnTdKPfNtnVloaXW+AZpaWTC0oW0tzU1oxjy5scdAQRbYS2IPifktCGcYsCXKMLDOhbx6w5IxDmWffdk5Dnq0l+nhQdC9fae7B5Gu7zjd2PG6tZ/qjW3Ce9LNvQBK3TC6W+rm/jh+c38cvlXlIR913AI3KhA/cOR11Oeoz+v6btDr27le2yl0fc9V9d3ZK9ULiWpmlE0nmsEQmwVzeLtnwQyYnoE/F2l2zmt21msGw20GA2/OjLiW09ykVHcD+VFHCeueMuYEXRIVQb7wcnmkMHLIhJM95ThXQ6RjZiOSQ/cLvS+MO49hYnpKyKWdAWa82ZwV6PQMBZyjfA0F00zVPE9J9icp7KlvRDvDMiIeKVPE7HuVGCgGy5vlJYZvoSwPymEQxd7xwFGPr1CEmLhXcIDeiV7KvthuRuLMfr674N+Jw0nzPASn0vpmcx/Ez2AoWZLA0gAEx7JEpMWEIwMFSlIzs+xB6RKV9mZniOrKEbwspLznnSDUuAWkGpSJBmyCIadyFtWUkTfjADarf4RQGAYIVyVgIdKQei3vkPoGYExTDSg/BCPSM24UBSgRphxDJ6fnJYIp0sqSnpsElqU481WLnVJcnDVcnKmPhYQq5AO168Laj7XMzWt5OtUSWJyuaXGmrsW5hpbxMizNt7SIglpCQS6DVbC2MKGzixOyz9SMQRxleA6sLU9oDJQaivMMcVOUZ5YmUY5TqhTliYKc55mrxdODNFKBUuNCgXFS016Wai+v6aCo6xAvSz9zCoxVNr4Kno3t5Lh9ecZoaxOzfhEIvA0F+GI+xNw4NqljzZxESYcSddybQBCGmcF4Hn5MegJN5biR5czhSKJfHgMJEHcAFn1xKmgrQwnlGDgFCqlEwQiFXBIPFuZwEqpijJxiBtvhp5Qw+UIYUT9hy4vxFE5gCks6zZvTp1MUhAHKzJHuyG+KrcpPfd5Ukyvl8UZEBm62MfEoyhThrfPAaBSPMJTfQoz2SZJMidE0V5KcgLjljfEGiltxmRcYKJlGvKdnw5HsN5jYGhJzQ7JC8NIJShRrGcRcOZXwyuAUWIvgIsm/hUC44jOyKo9zkqMeZ/m/A6gzUJNU8rOQGLNdMEo6cIoCXsncBEdOUJKrpH4Bx34RsLSSOSyZ+3825IytlLnOs1wackMuRsxNryuPN6XBvDcxSNpxoYk0qJ2WavFU00olM1IyvCZD0B/0qnrsMO/whHx4fKBO9wjvSYc6qQtZmpqsaWoy1TTeixk8JDM8A85ySM7whDcNjFbgoJ0Glm6ekWm8HtPEp9+kEQaFIf4WOk1dhhk6t8CTzHyjqflWXQs8pcy3Es2xT+d4QpylrdmWNN2UpigzxfNMsxYp5hIg9mK195hvZ3E8YCXrULBOubwGhdej3Y6+9sa6XnzlkV56bVsvvXGgz3xzT7/z4oY+9qn7+uVPPtCvfm5D/+gLm/qVzz7Sr3zuoX758/A/dw8KoL/y2bv6mOFzUOIf+/w9jXGfPA8qVOUoa/Rjn3ugX//CI/36iw+p9x5lAeV+4/MP9GmerDsc2h/8wFn9cx+9rD/7vef0L37POf3Q913Wv/T9j+mHvv9x/dAPXNYPfj+8HzijH/6BNf3QR9f0gx8xnNef+eCyvv+7FjTfKJTtH6q/e6wBYzzePNb+o0PtPTzSwaOOjtY76uI1yQa5nHNKDMxRwj6Okb/YZYpZZ2/yiF4ZDjPWvtAwC2KrYcAWGLJBvV6p4+5IHZjVb5xCjweZjpG9o8FIR4SP7APVmao/+zAYFer2Sef5ptcfaGDyiYVjv6Ezsr3M2EdgiJUzzMs3DZgCIyaEaqOp+irFloFZRd49P/w7cSh5zooI3cZGOu0fS3EahFoscDOHskgOofFktwXz5voyg8Qlyl2sHgJ00Btp52igjYO+1g+G2j4uQNBWp6wocqndgdPeyGl/5LWDkG0ej7SJj3DzCHo40jb+xW14251c9gn6nQ51gB3qsvBOt9QYBdTyjLR/PNRhZ6Qj2t/nLfGgM0RwM41GpeiuIhtfMVTAGBGHp91uE1YkwPM8MT375Kp+8HvW9OPff1Y/8f3noef043/6gn7qX7iif/WHr+kv/eiz4AX9tR97n/7qj79PP/MTH9DP/CT4qQ/or//U+/TX//z79K+Bv/HT79e/8a9+UD/7l75LP/uXP6B/46+8X3/zr76vwr/xVz6gv/mXP6i/+Ze+m7SPQD+ov/YX3qef/rEP6l/+F96r559cVjna0f7euoaFtH6Y6wuvbei3P39Lv/Hp6/rdL9zSK/cP1StrylxdhUtVAjnPRpciBjpGiQoMsD3MWIF1KkHmnEasod00bNVdEIZNWcFjFDkgM2rYe6F0HLBOBYepfCJhzNnh6ThQI9rz1OVpxcvJws45ifapTD6U8IAAB5ND8YgwGfgOFehGRfnBt/EgVt7ICXXWwTfj5OFb1C0KhxNaJZcBFol8E5Aj3aqwHjEKjcOOPjl6G2Q3ssBN7e0QB/jbYcaRxCIAByzsqjEUNFFQj+SYBycvMfOOeTF49oHDyPBAls68eebe2xySZnkNFo/iVHFSA3VgYWiUKMZ49lBHOb1ZxtpxtGXfFj6h3svRjgeycAVH0/AJG0+OnjvReyjrWQJ0sHJoySUgKFJw7GrvFL4dlAun+Pa003hVv1NJHXlVVyrna/LoBuwkOFJM3pguOw4chwcwUamUQynFg5JyafCErYc5+zPg0bO1KfOh8tFAedZXacaulcXwjJAnD/UYtBV4WnYn8FBfDmRwUBeGUoXBCc3kuASIskY9B6FRp4z0EYCeplueIgibCpSK8hyajUEfYxDRXoWqPyWyV0jsowAUgpxzKpiEUhzGGMmlCyqcV87cbKHvvnF9Vy+9slMZKV98fVOff2VDf/DiI/3GZ+7JPnz6a5+5rl/55Gv6tc/e1K985i7A6PjMA33s0/cI39XHPnMHI+M21HALarhNmsXv6Fcr42VshHwMQ+TXv3Bf/wiefej1Nz53X7/1hXv6x5+/o9/87G196ksPNGK8X6uAYgAAEABJREFUf+0v/6h+7l//Ef3tv/HD+lv/2r+of/uv/yD4If1bP/OD+lt/HfpXf0j/5l/5If2tv/Yj+ls/86P6hb/8L+nf+qs/SJ4f0c/+pT+jZy4tqLu9pUe3Huje9Xt6/Rtv6OUXX9FXPvtNffUzr+nrn3tDt165p3pwmp9saAEv7BJG5+JEqhUuhsvEFwi3U8kxx7n9BiNeOfstugGGR783xDgZqAvt9PrqwjsGhxgkhgPovp0DnAf73aEO+iMdYpAc2DMOTzr2t1A6GDNDM1DYCKOsqIyVAXHjmSHTxygyjDBqMta9RMfIvoL9YJ3fUk7GeFfAv9NG8Uu/JBZ63Ct0UBVAZlBWQn0ANpgtTIBW4FZg8RJq8Vx+vNmgXRZ6fe9QryKUX33tlr7y6h29/MZ9vXx9Q9+4syv7DMfrj450faOjm1td3dzs6jpWteHG+pFurB8QP9CNR/u6Sdg+nHpn80hjHOv21hGAYo3fhn+rAnH4dzYOdefRnh5sHmgdq31j50gb9rmT7UPt7R9piPvdo9RibnCmrJwbKTflxeHp4cW+r2evrejP/4vv08/+6Hfpf/aj79P//M+9Xz//4x/Q3/7p79b/4q/8Kf17P/P94KP6d3/mI/p3/9pH9Ld/5rsr/NvQMT7MBv5u/fxfwfj46Q/qZ3/6w/qblB3jQ4Q/pL/xF79bfxP87F/8HuhHMVC+V//6T39Uf/UnP6y/9GMf0j//kce02M5VU1FZ79cfHOoff/a6/h+/87r+b791W/+v31/Xp17ta2NYU0cN9TFSRkrIHaELg0TIVQdtwfoF5RyaQxerT54e3qkBSjGLawocio5D0PG85r0UoTgr4IK3z0K4SMiAA5FKDtq8UrJOJXJQslFN91YoJYuLpskiR8AhGzLjgXzGC4StXKjKWv4xiCogbG+HkKNvh0OZOzpUgaPO4V0bw6G8xvDBy3PQnsJV4ZjaYjluqjYlviSP6CF9NuPhTVC3B87qPoEoedqvsqQM9Qs4+EYDYRs/5yVj8NTqJcpaWkn92HgcSg7nHGtAvGScBTlsHnIyFCGopJSsXcYXSA/EyyAV/ODyVlGrx/JVoB9lBcsDKFOCYDwOFbvlcRms2iSqU1iekr6VrH0Awmspl0quQd/rKkoDEodXs2COCur7FjBWM1IrfHvaaZx+FCBn3kvqCcil45myIGy8rIiQZ6cRF5g8DwqMNcIAi5NEzgSQ2Wg0aopiYSOONOp1JIyS1JWyz3OkyGfqg1Km2Q6sgqcDz6J6jEwHfMkMsSDOYJNAPIRSJXnMODCUxI2eglRaLXUaN2q8ip7kLamn5IJTjoIqWN+5aTPJOoUrg7xzyJ8k8hsCBkkIgXEG6i8l+u1tr8WxShcpA0payqIme5M4e3EQTWiUzEjNeY3Yo0OqM1PJ6IiwoeukDnX1DIT7wMLG7xHuwx+8DRY/Te+Q3qUeZlaWf0B4CC9D/gr6kxEuI682nqIzi6kuLztdXXF6Yll6bCHXpbmRLs+MdGW60LX5VE8tTugJnrquLbf11JmmnlxN9czlSb3n8XlN+IE6Ozva3djVNnh0b133rz/Svdc29eC1Xa3fPFJ3q6elqbYeW5nWldVJXV5q6fJCXY9R3+MrFp/WEsZLg7WPVCAxBT0uFVjjAgOX91WV0Jx5zhmD/bE385wc4j05HBQ6MHDL2+/n2jvq68D+KCPGShfjZTDKx8uH/OZFUIaBkhtY2ywvSQOE8wIKbE8GWhcrKrGeFa0Y76of/p03ml+iSz32D5OOMpAbLwNMIRGSd3IoEIcAB6icU/ARBD7hgjd4pETItUIodXTc0cNHG7pzD2F8iAW9eaCtvY4Ou4X6eapB9cxT10A19VFex7nXHm8Z5nHZPRxoD+zifdk96uktSviYNDwke3hFdrGK9yrAwyK2vya7D3+fPIcIYAcBPUIIO0hsp5upR94MJeNsaCiOiICXp9vBdIkUHO/fXcXlQI3QVbM8VCPbVz3bUTPfVivf1UTYV0t70F014NXyLaXZpuJsQ9HwkdzgkdQHvYdyvUeKepvyIOptyJPmB+tQQB7f3yDvGH6wrSjbUxqONFHLNdPwitBEsYQyZo7lxLC1D287kx70pI1Bql48o7yxoEE8CdoaxiBpo9haGkEH6aSGtRmNoimN3KRGflJZOq0ynVFZm0YxtjUoU/WHpYqAWLpIYn0D1Na3ZI1LbvyFT1ENMfPkgFSixQrm0uYzp+wId6n9DZKMDV/mAfHxiqjDM78e+YgcIeplONTv5L1hzPPeyzn3/x2+pXxMfW/VZfUZnLM6vaIoIj2ifg/GvFA6nmRymdhmeO8MoxG8bweaewSGaPHhIGjEKfGt+aSM9Shy5qUweIUyUghQUBaRDEXuVRSAtDJEKkrmMqQKPKyZkRCUMK/wyJ9nXhn9sHpz1rsgztmLHg6ydoqqHdqirqqdU0p7eSHljK0AJfFAWxVE3SDg4YziuuRrKmnfR228NJNKkJ8kmVKSTCuOJpmzCXlkyRAlE/ofiio/5eK4RfmmImjwdRUulacen04w3Amah9baUtxQEaUqvc2JVDAjy8uLOntmVefOrejs8ozOLU3rwsqMLqzO6vLagh6/sKTHzi9oeW5KiSvkuVk7SrrA4CnvJBkC6z8OiS9k8m1pnrRTOEfuEGSGBCHyqgpb4JQXSAhRqTIqQFDpCJ8gWEaDBcgYQFmW9MgY1IVBRakqnjEPnaKh4zChUW1BRWNZg9q8BsmcsvoCe3UO/pQy5mrIOnW9U5+6ETF6T12EcxComiZUwcIgoLotE0H6L5UEvh2wLAv9Z64Zk82YFUMVkr9UHugpmUqjRQ9d2JUbHqCLOniNOlJ+qCg7UJofKbXPlgy6csfHCkeH0uCIS0BXGh1IvR3yduXwekXiX1RXjLGVxIkS1rvum0qjltKkoXZrQhPNuuZnGprl2Wyq6WX/NxOv6ppuRJoEzTRCJr2co9PISohilV4KkT8BYe+Vo296GYYI50F1duBB3znqa4/nnwOw1xuqg74aFk4leZ1P5DCQRZ1FkOyv8BZy1RyxjFRqYc98QiuGqi96QS6ClOHnu+6bqX2HjekX6U9T40nX+KvaBCxAyUIGUJJaOhaLsBwLJsci21IJRZGr7jPV8EI0olKnfxsjZYOlUYRwRbKbnUdIa/WW4qQumWAgrALBxxJ1O4TZu0iecAQ8QhdDYxfLVfyIHJEcPOecnHOyPI583hP3Xp42CiUqXSJZOwkDixoKrqYYRKQFBNQk3BOvpVOKObhrybTqtQkpxLLN7pxT5KlPTo6d7gpUQ5FJnByBk8DDq0BdPvdszlgqE4UiVcAIc0WkpHRKS0GlmIM7MRSE4TFNKAApCU6pi5i/VAkHVxiUigqvRuJUk1RHAbeVkRaYQ4n9JZpAyRW6tz/U7b2h7h4UunsYdOuwFJcS3TiO9MZxotc7jQq3OzU9Ok61Ae/hvsMDlenmo4HubQ21dywNUJr7PK3t7bOZ97vaO+hq97CnncMBz2zgoK+d/Z628Ujtbh9pZ/tAO1sH2tvc53a0p91Nw74O8FoNOhmHKR03DcL4S+bJZEmsnM1rIF6EQkV1q80rWqrQ2/H2tG8Pl5QrObH/h4F638xbKNBKoK0RlsbR0ZG2Ng60iQfOsLV1rG/H9nZHOztdGf1O2CF9G8/dJnOxsbGvTbCxvq91YPEN5mWdm+MWHrx10h7i3Xu0vifLv7N7qJ3dI20xl5vM4yb5Nta5VT7a0TrYeLSrDfIab7PqJ32lju3NQ+b+WLu0bX+B9xS7rM3hYV+Hh10dAaMHhx0dHnUr3gHrecD67jDO+3c3deP6fb2BZ/PmzYe6eWtDN29u6tbNLd25s6e79w51794ROAZGx7h//1iGcdqYdxq+e/ft8V3yUdfdh7pVYUMbe11t8my7dZRXz7z2GyK7GH07HByH/VJdDN4ieJ05c0ZXHrusZ5+6quefvKznrq7pmcdWwRnCZ/X8E+f19NVzOofB0q57CSsusC9Lu1EXhQr2VsGeKpG9AhgNxFl69meoEIpSb6IkfIoiKOQAKgN1IS4qkaEsHipLBsrigfJkpDyiLV+K7Q+ccvqeETHkyH5BWZqXfaYnYEhlzvOkXdfn3+jov/mD1/Vf/KMv6T/75c/pP/uVz+rXeb752sOuru8MdZP9dXNri735SFMzXo9daeqJK4meuhrrqce9rl10evay1/OXYr1wOTlBpPdcNji956L0nkseEL90CvJejPX8xUTPXUooH+upK07PXI307OOxnr0S4fVweuqSKjxxwWtpNpbLBnixMi53Ur8fa8B6DWydUIO8eimY9TSMmLNo7G1gngr2dsYzS+gViqM2araBzko0YvNnFCo0kmGkvnrqauiH5CnlnKvm2QfJi3BeKB+OVHk0iqAMvYlq5EIbAacBubI4YS0iLlpeGfo/h9fPSh3xrHPAJdX+W5QjPCfHXKCOuLCOuFjliqXq7KkpYKAEzp6A/g2UdbTrnJOAcw7yNuhPfpEFnVz4P5nyPyXnf/q637EDsn0s2VJJEYIWlZki3oI9blYPdQUSWQxU8g6sYqjqJCKe8Lbrs54CFnXAanakR2gE70r2eaahCWbspEZdZXNCI9yaQ4yDTIlKF8sMEk/jduBHKIs4BNkBbod3RH8ihDuB5+mToerbadjyg4j0qBJuL5IQnIDAS45/Mkmy2yQGQOQaSrDepbRKD7Q7QHiHwwI+hhN5yjyhjpSpqMmpLhfqVVhlTSrrctCoqGFg1McITUbSAtxI3YRiNqb3bTFguVBjLDUMjAbGSh00lFCfIaZub/VlqaJRongYKxl6Lbcm9f4nLum7n1rTD7xwWT/wvif05IV5TTVj2VBwCumb97b0D3/7c/oH/80f6z/95S+CL+k//ZUv6v/8McNL+vu/+pL+k1/9gv7+xz6rf/DLnyXts/q/ogz/L7/8ef2n/91L+i9+5WX9xh++oq+/fl/bHB7bHGrbRx3t2UF20NPB/mAMwvsYLIeggxun0+nzHDhQj01vGIwyZaNCOYprCG84yJg70c9IEqvH/Eqef66Cc4G0f3YIeXDIlfOFxijlI1r4NjgUlqva0viLMiyGDHk5UncwUG8wQvHm6ve+MwZMtGGIZjR6ms/CY+QaYTFmyI6Nu2cfxEM59nnrNgyYj/Ec5Sj3nDkbVW2NyJ/xXJBRdmRAiQ4oU4FbXp9Du1/VNS43RD4Dh16EYo3t/2ZK66rXQa2pRq2hWlpTWqHOrbSuhKe7JE6Rw1iR9/IVIuYrVsk+6FL3Nsak/fn2Rxg8DzGAHmL8PMRQug+9t36g+zy7Gu5V9Ij428BT7H2ead/Coe6tGyzPoe4TfvDI6tjTA4y1R5sHMs/mMe2aV9P+Y7YuMmNGSZex24cRMw6k0WikOInod8kNO3BhCGo1pKmJWDOTidrNSPVUss+rJD4IRcR6lhp/OZOMMZC5gLTJQLhaelm4P1EAABAASURBVAzjb6dMhlBQXEisrqAQoACxERWZqIyrrn6W6KpChQMiTIYCfkn+siwpW9AaqBrxKn2ivq+rh77pqamuJnV7X/r4y/v62Kc39Wtf2NRvffGR/uClu/riG1u6wXP36zxR39zgCZv5Ox519c/92Q/r3/z5v6h/59/88/p3fu7H9O/+/I/p7/2tn9C//ws/pb8Dz+jf/YU/r7/7C39Bf+fn4f089CT8d3/hJ+CP8Xeq8E/q70F/8ed/Av5P6u/8guGn9O///E/q3/u5H6e+n9Qv/q2f1P/y3/px/dxf/xH9wIef09a9u7r3+i3dfu227rx2Z4zXoW9Y/JZuvXpDd0i/c/223vjGa3rj66/pNvG71+/qFvm2Hm1rH0P88OAAQ/kQ2e9yZAzZ/7miOFeclqrVnWLOhijyrLtXgwVu1uqEUzn+ecBUq8hzUMieRtk6GCleAx/LPE2DqIbh2FDOHihi5j7KkXXq97kSh0yBqBwockPiuSKV8lx0hB4QfMf5FYt8dhHk7EoxelOjYaCE8y0mT0Q4Kof0phAiVUEeDRNZTO+qL/9OHU3JwtnO5PKuWQ7Da2fnOSjP67uevKD3P3lez189q6cfO6Mnr6zq6qVV6JpeuHZZH3r+CX3ohav68Huu6v3PXtRHPvSEfugHP6g/92Mf1Q//xPfqz/zo92n1qfO6fbynlx9s6av39/TKg31df7infQ5G80jUnMTLhhrQJsLaiJxSlFCdcC2S6rHUgneKNnxDC4FsxpEaFWI145hwjJ3sgPjKJJcrL3JurIe6fWdD9x/s6NHmrta3NvRo65529ta51T7U7ZtsPm6Ur37jjr76pZv68kuGW3rpizf1+c+/oc986hv67CdeBl/TZ//4G/rcJwyE4X3mE1/Vpw1//BV9yvDJL+tTn/6KPvupl/XiJ8HHwR++rC/8wcv63B+BT3xNn4P/WfJ+7uNf1ef/4Cv64u9/Ud/85Evq3L6t58609ZEn5vX+K4v6AHN/eX5SE1EkuzR6tsnGQaYv3+noszc7+syNnj4NPnMd+kZPn4B+AvrJ17v61GtdffyNjj5Ovj+6aeGuPnerp6/c7euVWwN1+5F6dpCiAAYFCoCrHxdSBYwlDWsqocGmsHTyHJKhjHClssU59EauZEsHOeZeKOoC75KDxtxsOA/Q/aXQFDIlLmSLIvof++WqCoKE0aqS+qEBaofEGBqzLYtzKBIOHvoZKhQq6HGJcrLfqCCVmZSccxX0ti+GoWA/3sY7DRq/ZICGwO3OARGX9YVxBqjtpZKTLoC8zEmmr3JjY8FFcqbXYAWuhoUZecOhhhj4eTYSIyB/UMR6N5stTUxOqjXRUqvVVLNZV63mMUi8GqlX7EsUbq5mLVHMOliZmHKRd6SJw9wpTbwS9onNfynhynYasp4jgK2kHl6DHgZCj3H04PXwBHRyJ/tNjmNOg+NRqTECNKgzHNNj5MJgebu5VwU8h90sVge56g8TjTD2B9Rll4CCeXG0H9OR2EdKQOQijfoD2RzUkkgqhvKsUeBAkM8UopI1y5GlQoG5LYnZnMp5YgKOuTJ40r1k8xpoxNYDuXBQx5gcfAMFxnPPWji8Hq6i7q1yFK2KK5A18DOQX6gQJ884HBdmh5EnLjKOvaAg0gt5DjlX9ggP5SKvPmlbw1SbxaQejib1oD+hV9ZLvbE9JFzoYb/QI4yzjX6mHYy1Q27+feb9OJf6zFPpS128OK/3Prui9z+zqA8/u6zveW5VH3lmRd/zvIUX9d1PL+qD4LufPaMPP7emDxl9dlXf/dwy4SV9+NkFwgv66HOGecovVPi+Z5f0p6jno08t6aPU+9EXrPyqPvTMqj76/Dl96Ok1XZjjwD/Y0wAP3wBd2cW718XY7GI8HWDA7m3t62B7T/t4e442tzXAgzfAO9chvbN5rA5Gb9Hpo8+DpuqJJmqp5mdmtXZmWWfOzOk8z3UXVxe0NNNWux4pcAGWSuXokBw9JNbLu1iRc2rVEk21G6p5p9SWijkvMcB3u7k2uTNX/33IwOMlHiojw+LKpNZWmlqbj3VpMdHZqUKXF73OzQTNpH213UCNMEKf5ppKCk0mQ02mA83UCs1yEC1gNM1HI51pSIu1kRbrIy2AiSRX7Gnc+kC/AjIIR++2L/9OHBCqTwpip4tNJrVQFmtzU7q8NKuLi1O6sDCls/MTOjPb1gpYnW1pdW5C5+BfWJnS+eWJChcQDvtrge977xV98MNP6UPf/bTe88GnNHduWXd2tvW12/f16r0tXb+/o83droYowBwFzVVU9jTEMyRtW/tBrThgcBBOQSK1sbjbCFQ7LkkrSSswagrK5WMoV02FUgQ94RCKOVkjBFFYwPmwp6ODI22z2TZxoW8+2sSF/lDrD+9C72l7Y13bjzbAtjbZiBtstHVuihsbxzI8Ivzg/oEe3tvTgzu7enSCdej6nR2t394GW3p0e0sP72zpwd1t3Yd/D/79m9t6dMOwp/Vb4PaeHt7d0X3y3r+9qYfQR7d3tEWZQ/qWHxxoOsm02Cq02Jbm60GTfsSmKpWUEtoaxR/ERVudzAvPuQ6HqnAA5eVHhoOBZLAw3mOhG7U3kvCy6zATh41T5poKSUu5ryuPgKsp4PUJoaGApyjYk5dDNHyQZ0N6DhRBxWFYGSYcho4Dx3PYOMSnOtODODSkQD4Xx1DClmAgj/5/AeeoxlU1EYD6b0EgpioPfBSbgAM+8kpQeO2JpqZRjlPTLRkmp5qaApNTDU1MNjQ5WVd7oq5Wu6ZWK1UbeopW2+KGcVqzUcNweAuNZqp6swYSNRDoZsvqalTtzcxManpqQpPtltrNxhitmlrNhDpSbpAxBkgMTWXlmhgordYEvIaiOJV8pNLZYewkH8t4cZQy1FhSJDmbb8JQVWsVjdMsTj6fsK7QnHXNOWhzxdQXKafOXA7RCtxSQ0WLINZxHC6F2PGjAGVw8E9QlbGwKGNwUC8f1eR8qkDeUAbyl/LeULAUhSLHTRZXp8NLW+ChNYgbajbqoH8GlEVA2culSuoD0LHBJ+oKyBSgT0FepXPw3LitUDFFRMJACYF88IL1wyj9DUZP4lREVisrqMHxg+8q3ak8oY66XBnkStKAMG6Ewa5A3Cok4Ckq52W/wfjZl2/o//2H39Q//P2v6b/9g2/ov/39l/WJl67rPs96I/KX5LUq6A4j0BgYJt7qoX7b560o11wTHdAqNVfPNZNkmo6Hmor7mqoZCNdHmgKTYAJM1TNN1jJNpUPZoVuhNtCkgUN4IhlQfqDZZKRZq8vi6UgThNvxSJNxBnK1WJ+ES0uU5YoxoCpgmEboaw1LBQyqkJdCESng4fOk+QHj6Du5AUDPRCS30kStWowxnWqi1dL09KRmptuanWppbpK9h8EdMebSjHjmGHsdAzooDxLFSZGSJFGjhjyZvMD1TNpRb6BXbqzri9+4q5e+eU8vfu2OXn7tvhI8ix/+nuf15370T+nP/7kf0E/8S9+jH/nT79Of+e6n9AE80ucX6lpoRejWRPONWIvsu7Xppi5wAbwwN4kRM6nzdq5NN7Q2lWptsqbzMy2d5bxbmqhx+fW0rje/nPf09M3ouyLg32mj+EX9onCvshvF5Ds5pjyS1IgimXei6Z2aXiCo4QvVlauB8mi6El6uFhtnAiFvsSnqCHorLTVJgclWrCmU/OREC0XfVBf39Rau5d39Yx3xXMATo3JuJcid6omX/a2Rcxg6a4strS20dG5pQmeX2jKj56zxTnB2qQW/KeOdXYQuAaiVWVuY0Np8W/a3SVYXJrVmQPiWZyY0z6E0w6Ew02hqut7QTKMBbbKZG5pttjXfntRUo834vTJ2iP1efIaW5nLJDY9Nw3Uz49aTc+vJceXn3aGKzkjl8Qks3BkSN36uolco65Ua9YJG/aBsKA15bx/YkwL5Bt0Bbk+eTLhB9k6fHDDWhtwgct7UA0aWx8XohkdqOhRKEjQTSxNOagt4wGJNGDXAPw0bnYjELUHCO473STLvFEuiBvwklhy3hR5Ktu+b6quhgVrqlU31ME76StT3kXrU20VZ9cuRMlwrRJER8eXkowh97IW4yHunOE4U+Vgl2jeg2OUiSRHpgHiA7zgUHYfjPyvEgSr6FoBcIkPg8H0LtEW71r61dwpZ+0CcCkmSqt1i3VFCU9MJhgmYjvVW2OKJpkmbtj9KNZtqerYGoDPQilfTDLyZ2YZm5pqaRYHNvIm2ZjB+ZjDkjU5hBE3PNGWYmqnTDpiqYQTV1J5IMIhSzc40tIjszqEcZ1CY0zMTaiKrck7264/DTBryhj7MIg3NK5ElGuCpGBUNjYqmukP4Ficty2N4CahpkNeqD6b385T8KbwU5V9X6WoqMeUD6yPmK2bd0jhWjTWtR9IpGrFDKbtxPA6yv1XSiAIyFFT3peoOCmroAkOqQqkr5DWqEHETbaMLFuabOntmVhfPL+jShUVdurisS5eWZOHz5xa0ujJTzUEaW9kBe5DNQl1mNQTxL7wF8VUSPwVBspGOATE2SJBImKfhkpG+CeNbPBgnyOqARXlVoAp4jvAYNF0lhKovOdGceKFQFuSDi0wVzGGGTGeursy3dcx6fPmNbf3RV7f1uy9t6Pe/vKlPfvWhbnIBaTBXF+fqujjrdWFKOj8lXZp1ujxX02NzqZ5Ejz0+53VpxmuyZBcO+krxKiT2/DUYKsozvDmZyiynHxnIVWLYlcVQAZAgz2Hvy1Ko6gosB/kYD/tvPL7A/AbScnnq83iXI8YToXdOw4mcPBMTBaNenrKevWOUIVBe8o40Rxp5HGnE5JmHmH3p2ZMRMhUjT04SuRRFsWo8P9bTVHHkFFE+cpFoFt3ilFNHTl0ZFFFXTnrupNI7lW+GPfFIR52BHm12eE480gOexR7xVLm+0aHeVJcvLOvpJ87qqaurevKxJT15ZUlXzs3p4pkZTdWdWsjYFAI+hWxPUu+sTzTna5qmf9Op15ShHqsdR5rEMJqsNTWJYd+i7zVGEpVOHjj6Go0I6N315d+pw/HBh8iJJaCHJYIB2MdyULMTPdLtKsEv4RlM0BFyDtKI3eDZCUG5QrWZgwjIBNW7FMGpKeLmJhY1x/LO8lw5J/8I65wqlZqwtGMtzDY0j/Ken65pHqU9N5VogUNhjlN2Fsxh1c7Cm4MuTKekpRg2NS3O1issQRc4BBYovzAND+t3iYNiEbow1dT8ZFNzE4aWFientDAxqbn2BOFpLUzOaKrRUoKgynkFRRrPhkMhMSrM+3xIvw2DkQpQDjOdIhAPg0xhwBxgxJQYM8WgUPUbL+iSUR6U2dhHufJRphx3fgFyLJdRNuAAGaiPMuqhfPrktYMpH/TkRl36WdO1s1N64dIcmNfzF+b13Pk5PXtuVs+B589Na4wpKDg/rRfgv3BhVu8F7zk3oxeMd3FWz1yc02Ns2BbG4/XNPX0ZD87XHxzp5buHevnOIfE9feOwb6u8AAAQAElEQVTeju7td7RPP4/ozxBBSOqxprj5THMDmmAOp6YnOGwnNDnR5rCdIG1SzUZDEYaNk2PuDJDq28u5iBA8ZED/IxAoG1Bi5QksHCoeIheC7GASzTjHD1ocfxO2PKVI8krTREkalNZKUABoHTSCatCaUUPd4m9Dg0P5hJ/WpVrDKW14qFe9ohFhQ6wa81VrJBghdTVbqdK6V4JRmNREmHIoy5TwuB9Sg/R6I6rK1RtptT929w60vrGjR4bNfZ4lj7S509P6Tl/3Ucj3UNIPtnuEu9rYMnTIM8bDrY4ekG75HpD3Ia73DfIe4RrPeaKQGXnMScQ8Net1zU9PamV+Wmfmp7SGUX+KM9wsK8xO6MxcW6sYURWIr7K3TrFCeBkjbQksso8XOYiXMN5W7KKxOo2BMqMzq1Na4dKxtNCUYaVKm9Ea6QvzLeZA6Aw2C97PgMyxnCwq3wTCPwUKqr7enscYJXV8C1RWHplQ8YNKq5PCgXkYw9oCnDvhFNQdQkCuSlCAknKGAHXU59F6MY6FmOeZuop4Sns8cTH9Yvq10Ym01xU6U7q6Oq/ve/aC/vRzZ/X9z5/R9z93Rj/wwnn9wPOX9P3PXtY/9+x5/elnz+rDV1c0waXgeGNbBzyvHPJkcswhfMwzyv52R7tbR9rZOtTO9r7MK7y7taf9nQMd2Gc+do51uN0FPR1s9XiG6ZG/r11kZm9vqIP9Efm6oKNDLoxHe8fqHPRAV0d7HWhPg14mh7EhuxC4WKoQyWF0eA5055KKF0gv0ZOBXVXtQ8JliJiPiFMgYmZjQLkoURSlijCCDU5eoQwqcclhG6nkSay0/Uw9TLuCQ+d6yYyTwgUVrpQiJxd5laHUaDhQPiK9ALnE0SOmS1GQ2HKqp4XSZFShzp6N41wJez3CYI6igVKDH6nuM65lGoM2mniQavAbUamUQy9xThF99aVXTB/jijpZOzH9j/Xu+/LvzCE1rVuB9TUqIYQlwpexPDnCWESJSgQs+BRaU4ELtyCeuVT2PDByNfXLVEOeB3LXgtdW4dsVzbmdF/BdVFeERRq8U48bwWA0VBEKIX7QjHYLeVbeIRjOl/LQSvJcIbmcOLwIVGmnNMAHjnhUsAkAwhhZ2OdyCJt3jIKw8WLqT+KgmFXAQBbyjviVUKeYDeCdk+AExq0Kno3ksPIDB0Z5gqCxZ2VMMzZZhZI8RVABLbkWlBg0pRkkpA+B/Z8O5h0pCAfSxe1FGCjCOAn5kM2a0U6ugjIFLlQzbEpuUH7Uwy2Z6omzM3r+yoLe+/iiPvDEsr7rKnh8Sd9F/LseX4DOnWAeOq8PwvvgYwv60OU5feTKjD76+Kw+Au+7KPvMlRXVWg198daOfvPLd/U7X9vQb391E7qt3/valj79zS3dfNTTUTdWrxthZHEAp7Fm8ATMzbU1hQE4NVXXTOWFaBBvapLnkUYzRgmVTF0hW7MS41WsH7MiZ+upgvXOFeB/R5Cufyqom0OmZL0rnISt/oCMnMKRLk8fQKB9oeQcCJYfBWfxgOwVtFWCQP5AmqCyfr4J2iPsTvlWB7LjkMExz9INQVYuWLqT0LOSdwpOSpi3KIkYv/iyVkqV1BeAqKdqUyVzUqo0bW2Fna8+xGvexu29I9mHWu3v+qzz1r+x26l+K+Yh9MH2kR7t9bR10IfXwXg51AbPCOscPOs7HQyZMTZ2u9rk8NmGb585kry8cxJzESmohVZfwOBY4cl2ZX4CQ6VdeSFXWOuV+baMmlGyPGvhCdInMGQmxnnw/KxQZhWcIbwKzixNaWVxUiuE5+camuFy0W5INdubbiAfehViP1Q9KVXDWKzhIXR2yiAbjvmwvtFBhbe0kuyrijPddNuSKwQiFd8ynOA0HliTknRWiZ9VdqudsJWyuDspAbUFexOkES6BQkSZiL4YPAlvy8t6OWDdzLl0OReJLUz9QrJEOVVh7mBaxjP2JDf8Z/EgvXB5if28rGcuruip88tgUddWZ7l0LOnK4pxG+4e6/eptvfHKHd345gPdePWBbkLvvLauO68+rHCXZ4074N4b9/Xw+kPdf+2B7pJ279V13Xt1k/CWbn9zU7deWdetVzd07/q2HvCcfO/mpu7e2tCdmye4RZ0Wh969s6lNDKIsjzQyFBHPLjFjik9oQjhBz8FjXvLCw480KiMNCfdxe3A/47LlNSBu3qXq3ECfVpc0dGSQp3xAnxaIfylfFPIlFHn0zJhddh372QMpk8MjFxNOCNfY0w3AHVVTWAjTiYR4CXWkGs9i3BAVkLEQD6Q0l6+VFU3bkRbRoWe45C1dmNCZS5M6f3lW5y7M6OzaZPW5lTNLqc4splqar6nNkcg9hnMhyHM2RN6Jb/oSKnj6KUwxvcu+/DttPL9Eh9I0DYV3dp6iHqRBKe0hZdvdkXb6hXb7pXZ5e6z+E6mhtDN02u5LGz2nB8dO9w6kO7uF7u1Lt6FvrPf16v2Ovnn3QK/e3dV9LP/OyCln82ZBGCgZQp0pQrjsg3A5gml/2XSQlQh1QNBBGcjjKhQBcaBs6WKNEUHfBk8YFD6IfYI+IT8zXbqAkgCuhBaUKYSjqELh4CNxjJs0IfoW9wh3pMBmCrQZ2IDBKJZzWQgF5VTKq3SesQBENSeee8KnQPGX8EX9hoI2MtIyyozIa+MvbJNiqDg2pqNix+YcZ/fkiNissTzt+jLIDJmUcbXNLQnmuGUv8o66PBFrZdKQVHSV8Co7ddX4wNJXeedZbUln29L5ttMam26lFeM1qilwG7q+m+nlzaG+/BA8snChV3ZK3dwrddBLVBRtFYMUOKnIldhhUnOKMRQjlEQEjTlYPNSAplGpXGK+AwolIE3MKvNWMHmAmXUuyDGe7wjKOV+S/k8GE0Q6/WFeq6sMdYn2mTD447oDRkmgrpLeGGw5FHmJMsE5+sca2hpjhAdQgopyayxPAU94GQIG+puAZ/lCxY8VHBqSeQwuGofJK5/IYbz7qCYf11UgkJbPY9w78pfBYeAyS6x5KS9HeUeZQH9K5MxV+VIOAc8BoUrx59Sb0faA9OrDrLm4EEiDYDQIVcy+KdVDnvrIle3fIWnD0mmEHOW0WRDOkTXxFXnRciFVBsFAETfJlLVNk1wpRsSbSIrKqKhDK6SF6mmpBnkrivJvEm/Wggw4ftRMpUbN4NRIHeVL2eESccj4MGSUYzieJlw5kOBVzxM8IRbVtbiUs9MemJHxJ0GRMIZjXCwxEQZ18n2a36JB9s+SjZ7AfWvc8jkH0wIG6qaYqnpLypRCfhOQqkQ2AjpBrIOYT0daVAZF9DWirFdJ5kIle8WqsVqdZYJf5CXjKpGcgtt4ppS9YZ+V84w5KkaqEa+xHnWeaGLyHm4f6OG9bd27s6t7d/cqPLizp/Xb+9oAm/DsPzzdvLNVfX5t49aW7rz2UNe/dlevffWOXnvZ6F198yvgy8ThvfH1O7r+zbu6e2NT925t6zb0xhuPdP11yr3+YEyvP9KduzvaxlO3vdvTNgbw9n5fFfagxHcM+z3tHnS1A7b3u6R3MZKPtY5BvYHxbNiCv98Z6ZBzxP6y9+5BR0edPnJdKjcdyB5wyKSNPyozGWKjeNAqeUFmEi6YJm9TeCineC5c5Fn00uKEXuDS9R6MjfddXtB7uLi97+qCLvDcX48DazVCp2cq41K+majOk+ss3qsn3/+U3v+9L+i9H3lK7/vo0+BJPftdl/TEs2u69tSKnrq2oqevndGVy4uaxAJK0bc1BLqGQHt7F6/0B/UjIAVQzKK/y779O248v/RLOkzzwF4P8l4Zm3W7O9TXbz/UF169qy+88VCfQ4A/99ojfdbw+ro+8/qmPokl//FXNvRbX7qv3/7SI/3eV9f1R9zEf+NzN/Rf/uZL+r9/7NP6f/7yH+sf/vof6+Off0XbRyPeyguMD5bWBTl2dMnGZZ+jXKXd45EesQE2D4fkzbRzlGu/F3QAYOlo5HXMG3yXN/Zekcg8NoOyVnlthnhpzHvT5TAYhERDPDtDR5oAyn3EwTCkwT6D7KFQBqjnAYpmAG+EldTlBOuwWQYsTu6ciR4hBxcwJ7DkEE4Bh3av9BMrWUROBUJawK9gccKlc6IZsQc1cl5Dno1GSV2juKGRr2soDiBQ+FQF/Sx8TQXhEloSL11dwTUUkqZyDrucMeR20JSS/apdwUFUKUG8ADLQdxmKks0JaDwQLwErW/WjgFfwtFbyjJTjvSmCNGKUI/o2YF7MeBrSxpBRjxQwM0p+BjnHHFRgwCEIZoXxQaCq2ZLyORXmeajijp0bQEF9IUQKpYfvFar4P53aIf0n4avyBfVUKIgXTha2vEaL0uIGwXcqadf4We5RiB6jIAaJMuQnK1LmsY6SrGMA15TnNWXFtwHeME80yhK9RVPiKfExRtQ1yCLihriiI2Qzx5uYI5shNDQYRcqoqwi0hydxxK10MHLwnUYFaWWiEe1klMsIGx1Rbx5SZCNlh8QqFCnEiRxXuhL3X2FKOHFC1JXzpp5hYOQoY4rLEDAMRDpLILS+HGkRSDAmY/JGmDSRGyjxQyXRCLHuqyy6CmVfwQ2BSQAUSXVuJHniwHFYBHhvh0yKLA/lBPXkiazX7PGIwzniAHJ2YGOAOA5fX8lrjthSJzzBk+WRl0M+POvmWGexnqEMCiZy/KjCxI1RyR5ho4iwsYDlJbMxAEXgWUBQ5gqG5bd6RDaisnAokfMKBRnZYJbAjAu4KiM/q754iX4Fshjbkc9g4UBfCuqQjxScp+uO0hLDIU559g9JQpWIYiJ7RekdmYIcVUfeKY0jRc7Jl04oBLkyVjBZzZCBIkFOIw2wPocgH5Ya9nIwUr+b6fCwr42Nfd28s643bj7QGzfAzUe6Dr15455u3rijW2/cArf16OEuXpJOhfWHh3r04KDCQ+jDB/t68GBPN29v6hbelJt3NqjTsHlCLbyuG5wP12/fl+EG9I3bD/T6rftjEL5xb133Nna1zrPTRoUDbe4e6OCopwxdwbdQLoyxkEMmTEZMNt5CKQsnXprGnbG6NIfHblKrPCE+dXFF//yHH9ePfN81/fD3Pqkf+R7o91zV+6+uaXGirRpGf4TO9+jTtDaBh3dRswurunDlcV196gk99tRlXXrygs6Rf/XSgpbOzWj53LzOXljV2YvUcWZFSbMhl6aKGi0lwCVpta5BkgGCjrSf7y4w3e+8AdVDKFzkC7GD8shpdzDSK/d39OlX7usPX76v3//qQ/3uV8CXH+h3vnxPv/OV+/rNlx/q1zFOfvnzd/WxLzziqWBbf/CNff3mFx/ov/mDb+q/+q2v6r/9nS/pN/7wK/r8y7e11ynYXIWyPFgzKvk3QkHlhdRhsz3AYr/56FC31o91E1xn45zSW7yh38Vlc4931Hs7A93fHejB3kgPeU99dJBrHWwcFdo8KitsEN44tHChreNC250cjLTD2+rugDh0/Wig9cOBNo6GenjY0yP7XnZUNgAAEABJREFUq4P9Ieo2KDAHLqKfHASR0UhVn52HB7BrJHjsAaiTHQSBOPYRZb0cb62KUw1QNOaJ2joeaJ23/y0soF0OvL0KsfY4vHYxvE49UxUlj/32zd7A4any2h6AoWNNRH7pMPNAOhgGHQwA3i2je4NSBqaGvEE7xJkybQ1jrQ9TbfRj+F5Wbr8zxIuVi+4hjE44ZTRTkyZrhSZqUrtWMt4O6Uc8y+XChlNRSn0UYvd4qAFetQHtWrzXKzRGUK8fxBRqSB8H9L+LcdnD02b8HuHjTqbj4/yfGZ3jTJ3j0QkIY/S+FR9RryFXB1nrdgOUeTrMtcPb+/bOUJs7I23iNdrazWXYhm7vvBXeIf4m9grt7gVQgjHd2w/a2y/BmO7s5dpGDres/r2BdvdHpOXaPyh1gCweHAftI4c7e5k2kVv7DMjmbl/b+0PtHI60Y5Syu6Tv7Rfao69b+wPtHIww5oNKJSoRsoA8tabaWlhd0PLZRS2emdHi2rQWzk5r/syE5sDC2VktrM1qHiyszpB3WnNLbc3ONTXD4s7OJJqbjjU7FUEjzc8mWlxoaGG+oanJRPVGUMy6R6nkAVd8BTwlAcOmRDUEnysYjaAnKOEVGDwlCC6nYKbgCskhPwpmcrBNHAdNkLMTCSEKwAUp8l7eGSLSI8UukcPiCma0YRPZeR8wfKlGZhQEypzCyotIZXBUlEODvOEE47InvNKowVHEEYDCe9NKIHPAgDIjqULI6UchpxIKoKIDDhgN5FcF61CpMgRVQyOasaH6WYlxEgEJVacM/ghgT+PNCugEzyWwppGrVzRjfS29TyW9vFQ/d1zYHHXGEutv81EyJyVzUzBHJZsxRLFKDuGS+StcpBL+MDgdDjId50E96jT0SR/5SEXk6GeuIh9o2O/rCK9Hh73UZ08O+k4jdMwQDNA9vV6pQ/bY1vax1sHGzrE2eEo0rEPXtw61bn+ccOdQmxgeW3tQvCZGt/GQbB92td8d0JeRjvDCHw9yHaIUOvStN8o0Yv0DfRJ9c1C6LYM8a+NO4Rl7xBpEssSYsbYbDTXwYtSjQrMtr4tLk7qyMqHHlxq6upDoMWR7KfVKMykfRLye19FTNXW6CXqJ+c4a6sPvojO76K9Ob6RjlNPxcKAuXpse68idWGw/HXCBOMy9jjEQu0WkTuk0wNocSwVdonf2HXPhM/pugs38O2o8v/iLvxi4lRfeo32cQkBwMvlqUdDx4nxRjx53Aa85sv8HooMgHSE+B4rVYYP0UKD9tKa8NamiOa2s1laGt2CgmoZlnc1aVxif3pQSNwGpZDOmbLQIIfVYui5uasT1bwj6eSQTpA6H4CHGhWGdjXH/0Z4erO/J6N1HuzLcebCjO/e3ZfQheR5sHsIHD/d15+GB7lZ0H96e7q3vgj3dJP83rt/XV1+5pa/i8nz51Xv65s2HuvVoR0OUSVpPlPIub7RWi1WrJaqlkWpJpJR4I03VrKUyfp28tTRRnbjxG9BarSEX1dmoefUr1S/hPv3sK7f12W/e0+d4S37xjQ19/vUNPFLr+uzrj07wUJ/FW/V53pI/f/2BXoR+ARfsF25sESY/rtcXSf8i9ItGX7+vF6n3C2880Odx037+jXXo+tjbRZ2fg2f47PUtffL1bX3itQ19mjZfJN/Xbj3SQ24zdpNz+VBruDOfOz+r91+c1ocfa+t9V9q4S2NNNgul9aDClWxuDt+9rnZ3jrS/39GBuXj3OtqDt0f4ACPvAIPvEHfXIXQPN/Aurt5dcxPvdrVT5e1rF76lfTv2T/hGLc/b6bfm7WqP+vape7+ixxrTHvyeqvZ2aA9sbneQl0PkY0837+3qFs+NN3GZ34TewCV+886ObuA2vwm9icv81ttwk7f66+S5jit8jC29nb4B/8adbd24uwW2devejm7f363augO9yy3U8GjD2t+h7EaFW3e3dffBboXbyOFN3Phj7OgmaTdurevW/Q2MmGP1RrlGHIzNybbOXTqnZ154Si984Fk9/4Enodf03g+AD17T+z70dMV79gNP67n3PaVn33tNTz//uJ565pKuXTura4+v6tpjK3r66qqefuIMWNOTj6/psUsrOnt2XouLk5qaaqjZrqveQq6bqdJGqgTZjpD3qBZhqH47YsXsC0OE/Ff50lhREgldItvXSUQeEIHYe3nnJE6jgOCVHMhlUaoAObqgyC0tRj+kIFHgQDg1QHT6xd58O+87hY1n2SsaAvXQZEnBE1R8Mhh18EJZksfyGSxcWoExkHvvCgXuyhUwXgSCCmrIAXlVVuOKGSNWgEbDTFGQPKmGiNJGRxTZ4uC/sd3VK4+O9BVk7qWbm/oS6/3VO4/0FTwSX7q5IfsbUbe3e9pC7x30JV5I8BbHHJApNJXpxwEH57CI8eZF6NIUY6ZGj5oYPU318NJ18eB1MGi63JrMQFFs80qHslL24f6jg0MdHx5p0Olp1B8oH45UYjzkXEzNgMmgURRRLJKPI7kKXj4yuIo672TL6Rw8D8jjaSdJU9UwJpqtltJ6TRF858hL/iiKRJC5DcqLXFlZYKTFGpqBVYHxYbiN1GAsQE1lhDPOkYwxF8hE5COl9EN5X2X/UBoeqa6hNOpo89GWvvG1O3rxxdv69Iv39fEXH+gTLz7UJ156qD/4zC397h+/rt//1A349/Txl+7rD794T3/4pbv6+Ffv6xNfewAe6Q+4fH/qlXV9/UFHb3DD++b6od5YP9AD9M1xVihnAKXEfCM2kbcgsXfPt39nDuVIocgDU47wOLZcpFxOmZOGAINSJT0vCWf8yF2sEoMi56oVkrqiRltFnMhuAYWLFKVsmCB1saS75tLrIUAZNaJsExeUMgkJiiEunSIMl8D1Aj2lgLCjMxRseyOIJfHAHawonRxt+TiFxgq0UQaHkAfZf/I0QpEPhgXWcl7dorudQr1eAKXsNn3MTfsIHHJrPbIbPOlb3KjXtwbagN57eKT7eG12OFyx1BhPrEop4yZ3sRSBJPFKUb4Jt5E4pt/OqRbHWPWJ6mSo0c+6MGZQDDHPOC5u66AX6eU3UEa3R3r59kAv3jjS56/v6TPgk4T/+GZPf3xjoE/cGOrj16FvHOsTb+zrE9d3iG/rE2/s6Y/fONAnwaevH1LuACNjV58mz2cp/xnwqRsdfRJ8iroMn4F++mZHn7lxrE+T/sdvHJJ+pE/f6uqTN4+r+l68faw7uyMFL9VYpycXW/qX33tJP4279Cdwnf7Z95zTM+cnNNuWJnGptCfbyESsbj/HUCl0jEu5w+2ohzdqyBVxYBTLrkSJlBiYIzxDgScNOW6JmWeNIg2HXuhBlGrQiCujlTNYeJTByySWkTwWDt9C38xHuWwk5aMSBOGAU0n9ee6VY9RmhDPCQwR3wNNLH+E1L84xstDpO3WHkXqga94d+jNAyZshzIsmfEtHZhH2LuggskZ71NUj3qNuy2e8MZU4b3TMjaxHO6OypjJqK2ftrcxhL9cBXrMOaV3mpjssdczN7RDeYbfQIZ6nYwzwDuWPSD8gfkSYqVV3lHMQBepyMuMwSqX5pSmdxaBYu7Co8xcB7+RrF+Z04fIS8QVduLKKEbOi85eXdd7CF5d15syMlhYbWlqoaXWxrpWFVCtzCajrzGJbq0vTOrOCgbIwp9ZES41WQy3WuoFLvd6qc9DUlGBwnyLlwDlFUktIixVjnCQgTlPiqdJ6qnq9rpR4DD+KE7HVWZ9QUTMMDBKCJ35iRPgoVlaUHLRO5lGVPCnuBEIthQr8EIIIcSd1uZNwCaU+a4h6glUCpUK5knoMGAh6G8w4oZA8+3gMofFKoQipOyepOEFOwojeIhAakGekyBlyeWWKQkYbIzmeTZNQcJSWihHMJs3ilFKLkk0XKm/Ky7fX9Y8/96r+0eev69c+f0u//oW7+o0v3NfvvHQbeku/9uJd/doXbuo3X7qhL2NIv8Fl6ybeipvbB3p9fV+vcRm7jnF7C2P47qMD3XlwpFv3jvQql5Bb94+1sVto6zBoqxu03Su1i0wVvqaZ+UVNTExqAsNzuploplVTPZYSX6qGNVVzUFCPS5FFE+0YL1tDM1N1TU/W3sQM4QpTNc1MNjQ10dLUZFPTU23NgOnJlibbDbx0E1qan9Xi3DTxevUh7AYNtq3dWqwCT07CU6V5U/Zzpw36uUGfdwaRtvuRNrpem52ownYv1jZ6dOtY2u2Eat/s4aU5PO7I9FfpcjxOIyG8+uqNdf2D//rj+l/9g9/W3/tP/rH+7n/yW/p7hP/9/+g39Ev/8e/oP/j7v69f+j/9nv7ef/R7+rv/4e/qF//jP9T/5j//vP4P/9VX9L//r7+q/91//SX9h//dS/r7H/sSa/BAv/tVwFp8/CvX9Y37W9pjD+culR0IPvIhsl/507vry78Th1Mf1UPMXmdHSli17FA2n+SCkwvCBStFJUAHRCgUx7uxN/dWOVK7kWq6XdNUM1bKxi0Gxyp7R4pGQ6UcPGlRqBlGqivjMBwopWyNTRsXI8XZsNrQzQj5ioLqoOmDGr5Qg7f1Oi7kmiHKVbM4nUhtU5HH8jYSp1Y9YuMlmmwl9CVSGzrJRpjmLXJ+ekpLc3NaWVxAGS9qaWGeTTWpRq2JKZEocECJG0fkm/Ig4FItSo9lLxSKQ59FkkvkoxSZrMmnDWhDztckUJB/RB0ZbsCcwzk4RobnpIwaylxd/RADaSgOX5A5rx71HdN6hxnuwus4if2ontdbgN/7NnCZ0tthZXuU7VNuAIyOEWmAwh9ECZRZj9oq/AT9aVA+ltXL2SxsQjE6eiLVQ09t19EMmPUdTfmeWm6ghstIR1EjE3bLdT5hOmzsia2gCsacM0abF582FZinwsXUHSlnfAUt5KCsaokpk4BYJXkCPIOFLd3oafyfRgP1ifLysYKLVFqcm6LxDRaP4oZ80pCgFVgTgWBr5lMVUU0j55QbMDhz75V7KfNO2CMVisirjCNAO3gGQpIonFBxOBsCh6+jHYc8hSSlPq+COkJMGVC4oB4eqkFRaFSWylnTMopU0l6JLORgJKcMjCg3In2kQN9KeDn5MxUaIY99jYoe822rNyDHWyhZu0HeVZ8b5KjoK2dPhjBUWfY0yjrq9w+4KOyq19lR/3gXF/+hCvJmw45Gox7G4wjjoKBcqYyDPcM4KqAsOerAyTlHr1SFS8bA9idsLAcdp1mMiEJp+YICB3VJz80QMVi6UYOFDRa2uk7Dp9T4RbC6T+sKlkSd4U+gSuCHc2/rx5tx47Go1OVlYRLe9u2Cpz6pKAIqr2S+oOQtQQBm3+RMAt7lam6qsYu+uJKfgbLVYGUeGEc+j2clYq3Z+VrlYH98Tnp2talnMBCfWGhprl2X/SbfOs+9D7gkbfSlbRbc/oDio460RRj7Qo8G0v0D6S5elPtbe7q/sYX3d1N3t7a5xe/rAby7eJErLxxe5EcYLxs8G27aB1l5tj4cFDIc9KGCp+YAABAASURBVIcaoGtTDIbzF8/rqWuP6z3PPKUXnnpCzz11Wc8+eRGc17NPnNMz1wzn9ey1CwD+tYt64upZXbt6Tk+e4NrjxA0Wf+ysnrp6AU/cFV17/LKeePyinr52Rc8/i2fvuSf1JPGLa4s6f2ZJ51aXtLa8oNWFWS3MTKCnU9s6rEiuEZfWexs7uomX8eaj/eqvi9/A423hm3i/7cn/+oMDXb+3p+v3d3Tz/qau31vXnYcbOuh0VSBn3vYoa9Jnj23zbPXGeq6X75T6+t1crz4Y6LX7HeofYOB1dH19oBvrI918lOv6oxKIONgAmxJOUd3ZY/6PJO6rGEYBo0TMZ9DRUMynQ9841h8gAs42+Ntk6t0Q9O/EQQwGAxezKx3Tz47j6JDaSaKZWqqZ1GueM2m5JZ2p4LTWigjHWsMaX06DVurSasNpIc41Ewaa8yOdaZQ635bOt6SzTQC13yI5Cz03KS1PeE2lpWbqTmfnW3p8bUZX16ahUwDK7e8q7+qPn5vVY7yrP7YypcdWJ0mb0tVz02BWV8/OkTajS6tTurQyoavnZ/TYuWldWZvWpTNTurA8pXNLbVV/xG2upfOL8LgxLs9Oa6JRV4Ii4tKgxEXiNNCQW+8uzwbbuGG3q6eJvrbZ/Nu7A1zuI+3sg8Ncu10EF6vgMEvVVVO9aEr9aFodTeiQJ61DvAgdDusBhxEOFQS6qp4NJZUo08ABW3Kw5qCgD2WQwtshCfX334uCMjkZs29BkPEKKg2mODmw4tDHyByiFApqlqq2KMO+pgf0DcWalwM5jJIIIzPmVhhTScKJmgyFsSklPpGYp4JDtcD4CFEsoRwCcMiK40AufSRLxxenCrRhLQbnFBztcjBbue8EK2v4Tmlv54k5FfXI+ao/Fg+0a2VFHx3IS6dRXipDaWUcqjkDzjk9M5Az6MLnKpJMZTJSSI2Cio7gESYtjwYaYs6N0dUgdImPUYUxAHKXKWAkMzmy3yAbYYhnzF3JO3lJGyPmdIjRMGL+c5+pYH+UUa6A0NlvGBTkKzC6yziojAuQg0xlNEaAhmgklxQK7KmCukrqLHkzL7mlBw4gTlc5Dkfvg3w1JUFBBZ6IjDkYcAgM8F71K+RcCnLWejgcij2P8TLEyzg4wYj4SEPc+9kww0OVq2QOOQOo38sxpy54qWAhS9bSFvZbcMKv5pvyzEPBpipcoQJJLhVUsg6BNQhUWoH0YKD/FSVsuQMlAnkpJrJzkZAsTNUytqW9HVXf6B+TRLqrINEfSY49YmVl6cAxBkNJeolQBqPsgnAKh3EJSuJFGWuMlB6lCgIBlJFK6irZgKEM8jRVjx2XqqBpNs2VxaZewAP5/guT+uDFtoxeRT9N1mOVyGRJGUpRn1eIVBnHpYcSHknKCIv9lNZqMu+Vx3vroiBHG0XkkJFYOfsOd5VUQ6GmdQzaSAX7QElEnaUKZLFkDdIkaG6mqVncoVOV1yPV3HRN8zOJ5qcTzU2BiVhzk15zUx5epPmpSAukLZBncS7VAhjTWAuzBnjTdc1NgqmG5ql3Yaqp5Zm2VmYntDBZ00Tda6oRa7oRaZobqF1g7TcR67EUM5uuksVMnWGuY7zfh4NcB3hoD3qZzLt4iHfxGJi3smfe0BN0BqWOugP1BgMM91I5Os7m0DFuRQk1R+JejCRpDASmIA+TPZaFIORD/FAVZ1plcPBZTuaNJMKW30syQJAS+1nywwDh29umg/6P+n6HFT4d7zumW7/0S7/kWq2WZ+c4x2LGLE4d4Z9pt2QH+dn5WV1YnNaVpWldXZ3Vk6tz4ISuzOnK3CSY0BPLs3p6bUHPnV/UB66s6XueuqTve/aSvvfZixW+//nL+r73XNBHXjirDz+zoidxTy9N1TSNIM+2Yi1OJlqahE7FWmLTVJhMtQSWp1MtggXyG+bIO8emmp2INIs7crYdaablNNUs2AwBCvCvThrqEvtnDNsoeFhso9QicWiXQIqcrwTR/v7I1s6h7j7c1V37HAG4c3+v+mzBLVyrN4m//mAbq3xHL37zjv7opW/odz//Nf3eF6AvfkO/98VX9Icvvao/ePFr+qMXX9Irt+/grpfwjMs8PY2aVxpJKZNcJ9CqJWpzK58gPJF6TaZOE4mDZ/BqwTO06ewEmKxHmmS+JhvkBVN4rWbaNU1P1E/Q1EwVTomnmm2nmmlIM/VSs00BB5grtMRMLdYC5ZfgryxNa2llRsus7wqG4grG4cqZOZ1hrddY48W5GcUowS5KpNvPqpvgiMOpcAl6PyEu9WD0K+Q8pYzRQ/H0eY6pfn0cK8pukAPeccfxQmNaQk/D/3Ta58Cs2qCOHrevPnX2efYZ0MYIDNBM9ow0gD8kbE6+YCvrY+yZCHjFSaxGu64nkM8nnrmsJ57lFvicUcM4fO25K3r6PVf13Puf1HPvu1Z9puPZ9z6hZ97E1XH4PU/qmfc8VeGp56/p2nOPg8f05HPA6gVVG/ZZkGcvw3+8whPPPqYnngFPA8sDrlVlKA//KQO8JynzFHkvXV7TLIo/qTnGwIi85JzByftISZzKqUSnsij8tCHHyFZzoo17f06Ly8uaX17WxMys0kZDgcIFMBooWQSH0galUANBBdZliQshMN+hCDBlVQIaRkeIA9YZqrDEqSBHWeMplAow3oTFyUctZLRvZz8UjFelVQWJW98NJeFTUMq+q7yCH96EVVKWpSpU9YQqPK73JEx6OEmz/IZAXSU9DIy5xFgpGZUhx0LIK8Mj4pCKK5QYIxVUo+4ah2FaIStSZSVh47s6M19TYWUxPoTxNdWyvZdoulZqvl5oecJrlktdEjsx7ayZoweOukrKSUy3SqzLjD7ldNIO3Mx5DV2MsRJrSB8HweKRshhjpNbQKGmqnzQ0xFvb9zX1yV+ktcpIyRm3nMx2V8xTiryTT2OVGPdRvSbnS0W+UIyBHPlM3uByRRzpMaaOd/j08MI5jeSJ0+oJzTEuMpCr8hhRTz3xaqReKW1U5TE27Rm/jiGlrM8TbF/i+ctjTHsMBU/fXIUglkaiZjG2QOuB8RuM5+BbuCgpjqzl0IJ05yKJvFbGkydC/gUtCqckrWtuusXzZVNnudCeW53R2tIE3puWVqabWplpYUS1oG2tzkzq7My0LsxO65KdYQtTusoZ9gT67urSHGEAfXxpSpcXJ3RurqGp1NNykALgp96FX/6dOCbv+5EKnNoB2aWDifdqpolaHGItDkxsAWFQaz6V5mtB8+kJatI0QtrmNjeJtT4fS6sYG+dn6rq8MKHHWNjH8WBUWG7r8ZW2Li83dR4sYozU3FAO93SM16XGphhjpJRbfGpxNk6tQqEmh3ojCqTlSmgr5oaQsIFqbLSGpSVB47yZalGmhA2XsLkS6ompL/IjOba6aMuT5rlxOscmQVXYzxzFMmITDTJx2EYYFmDgsPCdjqD2gbW9QdBe3+nRUYbL8EhfudvRF28fgX2wpxdv7VX0S7d39VWwvt9TikFxBqG/fGZRV88u6omzC7L/iPGJtXk9gRFw7cyCnlxd1FOr0BVA/BrhJ6BXyWuwMlfPzuuJtTlds3InePzMvK6wCR9bmdVjGBePWRhcZXMaHme+r661abelJ8619QQepifwOl3D9frMmRV94PyaPnT1jK5eWtW5C0tauTQHZrV8cVYr4MzFGa1dmtbC6pQCimD/cKgD3KgdbjZH3YJbTAmkg6ORdg8G2rMPx0L3D3oyHB4NdIRv9PB4qKPjkQ6g+wZ4+5TZr+hQ4/BI++SpwlWet8VP8h5Y/s4Jn7x7BnhjmuuQfAfg6HAk+9+X+/3CdCOHiyqw1IoYR6NZ07Wnr2AsXNLTGM5PY6AYfcbCz1/RMy9c1lPwnsS4vlbhgow++cxFPYnRXQEj5hpGxFUMnceunZfh6pNGz+ny1VVdeWJNjz91lvovUZ/V+Zieef4x4gBj5GmMmaeff5z4VQAl/swLj+lZDKNnXnicvFf13AvX9BxG0GOPn9fM3ASHjRMjAaoOtqKQKiMsRMi249AoOR8BCtRFsWqtCbVm59VaWFZ9YUnpzJyU1G0XKAvU5JzQ6xywQYGw917eAfmqPvFT5DMvgR3sgYNFHBYV4CvQH9qqFDa0ygMVX8FZBgIn38YO5B/Dw6UsPwOnlEFu3O8qLPoT3gLZaOKt+sJJPQ5qCPQphLfyW9jKqKrH6gXjURqH7jsV5LcDryg9niaHkawKfdwXgwrRya+Np8oxSPI8VYbHdGgomMPQ1MhNKIsnlSdTypJJjeK2BkrlGxPyHJYFrRV4u3K8BWKcNuqYeU44zC0c7GB2Mbki5fSjDBhGzD33AK3vd3l+ONQbvDXc2Ozo5lZHNzaP0Dv7enV9X9/gEvU1Lk9fvbdNeFtvbO5pqzPA0+dou6YEY8VR98FxX6/euKevvXZHL75yU1+/9RCPRa6c/pS0bLNqUPXl4AAYTA8zJuZqPK9lGWTLH5hz0ccA5Lw8chbHCdQzxEKV1426PWOEMZZHygY8TmK8JbA5t7E6RfJ5UFxKtVCMgRzUQMq5kqDbY1eQK5dHN/tQKnZecWRtBQUuKr7wckWkAt1cdzWtzc3pKs9L19CVT5+b03MXl/QMevTK8owugYvLk7qw1NIlzqXHViZ0bWVST69M6RkMmWcWmjI8u9DQs4st0AQTepLwY/NtzWOg1OlnYv1gjlLn+Kl31Zd/J44GAXPIT8TeqboXTDSZexMyZEGJGQZRqRoCY0ZAnQO+7jIZrYVcvI1I/Q5PAV2l+UANDIOWz9UizwR5jTYxRpp+pKbP1EIizahIXInABcVsC2/WNYvvWHxH2CBoQDBDkcuEXafpIdj2qBDIX6Kp7d2cIEVKFAkYZRpyne73B7iw++p0e+r0uhyofRRSroKRlgyujCKVHFql9yqJm5u08LFyB3yiXIkyl2hELw0DaAetfoB3YG+IwWLg9m5/yG57UGibQ3EHHAxK2Qceo9hpslHTfDvV6mRdZ/ACrU1DJ1OttBOQapm05VaNcE1L7RreJEOqpYlahUXSDQvQhXasRYzAhVaiBaM8sy00Iy3gSl1oOi02DF5LDWmxKc03pdmWxOVBM4RnGl5z9YS26rpMwhOr01qZbWtiIlG9KaXNoKTllIJa26kONSMrMD8DlEkRPKsVo7wDCh2Y1wQ3bW+QqVthpN4w0wBef5RrSPoQj0bl1cDbwZJoyOn4J1HK/vNI+8Asrww8TYQqPqTs8CT/AGrKe1A6VShC5b2peDlh0oeW39qlD1mWqUSrOtbaDkCh7DxynKZOLeZ/Elf31GxDk2CCNZmYqWvSYGHS2qzVBJ47S5ucqZGvqanZuqbnmmPMt+DV1SbvRJVe1ySWfBsP4MR0rOnZVJO4ySdnUk2RPmWUvFO08WY9tD050yBvgzzUb2kV4MGfYY2muP2lKMeSw656GnGqvgIGRFl6BQ6NyHvZBrY9XBIvXaQQ1xRSPCZpHVqXGk1lSapFseRwAAAQAElEQVQRmTIOkBLYM3rJvirZx0VFA7s/UCdbjpUOtEVMBfOYs88sHAJphpKYURjhBBSp+lb9oDBs6rJKxv0MFY9DsKQOQxW3sNVlIByolApO6/xWepJueSyb4SQv5Fu+rVzJmAK73WjByMaGSVBJu4b1zR3duH1P12/d0xsc5G/cvK83OMSvg9dvPYL/UNdvPpD9bZHXb0DhvXFnQzfu7eimeVUf7OlGRXd068GO7q7v6oinioJ94tErEfolYviePnja9/TbF6V8KFk9yflIQt8EeYvIsW5ZiLSD4X1vp6c7OyPd3c11bxe6PYQO9GB/oPt7A93lMnCXm9NDLgYbXB466CGrq8Z6N/GyJNTbw0C5dfuBXr/9SK/d3dLtjUNtcoHY5fJgF4QDDP4jA8rqiCfuo24uwzFj6PQyHRsPetQdwR+p+lMB5O3gSbU8R70R/KGOeYsxHBx3dXB4rL39Q+3uHVXY2RuHd4hvGXaPtbV3rMPDjmLWoYEcNiOvduzVYjpacZDBzohGIjXxHjdqXnX2QJ2Lcz2pqcQ4OT7o6NB+o3C3o/3tA2U8/bSTuNK18w2hC6XlptccZacTr0nKt7hgN2uF2rVM07UcXZhrEWqYT0eaTwxDLSRDLSWZFnmym0uC2M6cXUL7ByG9YvmU6d335d9pQ/rFX5RGo9jlofTofXH2ciiHCpXywlApWA3b4IENJsIBZWYQ8Zjd51TI4iU3hVAO2XwZC5kjfLk8BkaCkohI8yg4ZyjFeeGxNzwGRaSSt96STVlwgygNGAUlNVRxwgXIsJRz3KgWLj0C6mrcAhIOSq/eoGSTFNrc7Wlzp6utnb62Dbt9NsIY23gztrmV7Bz2tc9m64wCh1ykIcbHEGMkixLlUaqM8WS+JFzqlJY+qGTlxgg2WgUMD4z5Sh9zTsITszFGITF/kvEjFE/dOTXJ2SJXsxyoXvTUwJPTdJkaPlfD5apXxl+pNCoUnyClH6krGX2B1yg/QaGU+axRV41yCduEXqsGreFZqmukOu7ZMUbwc+50JbMZ5KnLc0hHtFWPSs2kuKAbTtMNNj/xuBwpYr2iQF4ULJqTXjuVxE0GXOIU8RxlVIw/pw/DYsg6ZIQsdkLpn332INBeSVslbY5RyuYyIFNvxymvhF868ryNWr6yirMGUJPJHJo5yZBDTWYtD7pOln+MUoFVcMxRxHxGPmP8A7nQlzSUY94ZrFwsOcZu4UBfA3MeLE74lK8oSMY7gSPugaNeWT2so/yQigwj6EDBDzgrRnLwHWGHcW4QcVXhTC7K5WnHU4c3StzR3zFIh++YO0e7NpaS9bWxOafqy/lYHrl1qExV+6qQbH8y8tJ5FVGsAiMlxygpQEhT+VZT6cSEahMt1doN1Zt11Zqp0nqkKImYD0/fJZvP0uqhvoq68fybLFRxS6tQVnltXcZl6FpwVEA9JkMA1UK3ItGhE5ykVxvKwqegbDmGGZYBufuTKPUneawPxd7iq8pTqqSHBT8L4mUlxyUcG4PtzYJ+7nFIbmztab36v44OtLF1qHXwCBhd3zzQI4yYh5tberS1o0fbexr//Y9jbXDQru8caX3byhxoc+tAO1v73NdY96JUAmollCcO+6WAlLms09U6fagZvJR4Z6tnHZZHrzJrhB16TeqOvI7zWEd5JByDOkZndQH2gnrMXZ+5MvRYduwJxifV4kjNKFILNE24uUh1Dns6wit5zGXqAE/D5sFQmxg5W9Ct/aEM9rd5tvfG4S2Mn03Chg3ybRDeApu7pEO390faw5O63xlpG2Nny/TqQVd7h11t7x9rk/nYYC62MUK2MSB2yGN6dxtjqoL9zSkMpGP0cCyvBgLd8B4dSP/Zf6bXUmS/Fhfow1wx4RTdE0deEUiQZaZVR1YPBs8+OD7uKLdfuqB8K8rVYp813UA19FPKvMbMd+Qkf7JvHV72KBopdUMwQMf2FRGOKBdRLtZAsYbwRvQwQ34yleimwks5/S2oLEPm3m3fDO+dNqRfxEAZOWTcA2dGyhiOBQF0t2Bx84pK5IEvlT7IlGWpnMUbpwYOphKvhxQUeS/WkbQAdVCEQ04OhaUQUVuivIy5hUc67JXaYgduc2vYhe6ymXYR/j0s9f1OoQOeE/aOc+3ytLLNTWFrv88G62lzr68tsFFtqD6bYwgy7Rxm2j4qtHNcaq8TKB+qNg5oZ9/q6gVRRPsjp72h0w67fJubw25/xBPOAPRAX/uDt3AwGOgQHIOMJ62aWeWtSIsTsRbxaiyBZbwQS2BhItU8mMHDMdtINY3SmGDm2mGkFsaDoYnwNzEmGlD7bZk6B1PKIWobM2GDGTWjpe5KNVidCqxQs9qAQW02Gq9k4lIuLvkgEA7QEjrGLE9xM4k0lXhNYVhM0eepRqTppgNBU41SU/VSbfLVVMp+M8vnUJSfV8RqRaxTpIibTXuqodmFSc3MtTWFK2ZhcVKzcy212pEm8RjM4AmYxvMwze1/eq6uGTwNs9BZ4xOu+HgRps2DQL7Ki0DeKcLTeCqMTpE2SXiaARmdmkqpuyajU/CNNwGvNZmqNZmoTdhgPEufsvqpcxYPxwzU6pkizwz9m52KNdX2auMhatZLCcUl88xxeIj1DHhbQjbSm4Af3uQPT/hDlaORitEQDAj3FUZ9lVmP6nrKh134gHjg/b2oaE8Br2LI+zJeyAbQHmX6KquyfQnFOuZbWp/0McqRxQfUCShXWp940ynwDtnfrAhZTt5cOV7CElkNw6HYzCoZS04/czxJOeuZs2kNJRu7hhdlamZWU9PTmpiagoKZKU1OTuBFa6vZbqlWr8sjs5zfSEXJwVcqiC8nUUUVDvw0hW30FJbLQJIcGZ0Vggp5egtWiR9XRBpntqxfhoBuKL8DCuMhjwVHRoHuKKtwpIwO5qegrpx8b8bhFwaOl6JCpPKEWjw/zUs5LuPKiyDsiTFsvnIpz4Ps15/zslROR/MQqCOIaisUxDMmtvLU9gYaoRtG/b4cchSzBjHrmiJDKbLWwpidbwStTTpdnIl0abams8jmbFKq6fLqecOeD+wwTWglUqC3Yg86YPRtCIRpO5KqNE+cIopQuInziuigZ84j5itwooaQSBzBPqppiFXf6UvHfa8jnqsPAfYFelLasw//HweZztwnjM0hA/aNsC10xFP38dDrGJ3Zzby6uSNcwi90zCXxGFfmMdbTIV4V87ycGlN92uyTv19EMgyKWAN0f85ailF6RhHTd1+NuSRWVPDoTAe8KxVHjjGI9QlyLpZciifcqT8seZIv7BSSj8QcZIx6iNExUoq+jTDqUX9yrB9NUNbJecnqdOhVx9yziWg5V0C/lgbWqkDP5hEyETnlGJGZc1yICDupJF5SBwYxMb2rvhjWO3M8kYudEGzJjf85SS4ASc6SEB8XKZgUsEAFxkgUlYqiXBEHa8xiJ/AjF1UKZ5gFjWzzg2ER2OBOGRu+IJ6zaUal1whR6qIoNnEj3sXQuI8H5MHukR6C+3sd3dvr6p7x8Ias4w1ZJ/wQD8n97WPd2zrWg+2e1rHqNw4wLI4L9TE4BrlXjw3QKRN1Qk3dkKrPZrBNMYTf5TZiRsn9o1w3DzLdoN7rOx3d3u7q5uaxbmx1dYN6b+JeNdw6oTdo98Z2R3do224E0yjyJ9dm9MK5Kb3/7IS+69xERd9D+D1nJ/U+8N61SV1basv+P5zFWqGFtNBSXVpqOBldqJVaqAVVn+t5kxqPvKQtptICWKw58gOjNcrXg85NJnpicYL6J/QkbTxVoSWjTy634U2Q1tYTNPTEcl1PrbT03JlpPb82rWfp87W1ts4s1jU9GYsLNCsRFMljSHpVXy5AgCu5XcdaOzevJ55Y0+UrS7pyeUmPPbakq48tjnFlUU88tqBrwOgYpMG/avmgj0MfM3p5QY9fAUYNFjZcnocPjEf4sVNcmpeFr1ya02OGi1Bw5eK8rkAfuzRb8S39MumXiV++PCeLX7m0QNq8Ll+YBXN67MK8Lp2b1RmeZsLxsbK9fbAHDpTt7yvfh8Ib7Rof7FravkYnvCHxCjs7GoChYW9Ho93dE+ypSt890HDvgDx7GlDXEAx29tXfgUcd/Z099bd3wQ68HfV2t8HWt2IHnmGbdMOW5d9TD9rlJt/b2iO8oy43++7WtrrU16U/Pcu7SVnQ3dhSrwLxDauH8XDalP1MJc9xBe9tBU+h5TDDCEJBc9iGokQGpEoXsPycg8QDMD4MZ0mB8zCImILpBm/6Ab4Vo0DgMJCBgx1lIAc1qKREBeqClvBpjrqccvRCl8PGDrijXqYjDsjDXuBiIR31BHVAsoPyoB+ggQvEOH5I/Ggoddj/RwN4XELsUjPmO9mBesSheswB2+FA7valPpeSPm6HEt2UcCtP40hJJBCUcuLXDBxOCRRnhBIS6/VUTZ5rG/VYaUJebvYRWszjNVYxYJxDxdzCa36oBl6zBnoxRUdyR9Fiy+vqYsz+S/Tecw194AL64ty0nmF/XmoVWibfvJMMs+y5GTCNTp1RphlmaNpLFSJpknmeZn/OwVsgPu1Ioz9pWWiUFTJPywEGwQH67hAMlMrFdcUuVmCNbdxHnUz7J5e+HegWHpHNw0ybUPt13T1L7wx1zFocIysj9HQRJSqSmrI41ZC6shBjPsTKSRtloTIWhuj4DE93xjkwIj3HODpFiS425BhLIytfQYyQs0EGrxxeYUAXFSBw3jjqChaWUxFc1V7pUhU+VQYdGfWJSu+Qx4JcOWMVJYCTEi5Y9bpXPXVqJrEmGEMLpNRLAcbgVGC1lJQsmNshYmp/WRYRVJdaui5RD4yQ9ZJ0IeOUc8HToMXfRfDvxLHEcezSKHHMuDwC4FkgzyJ4lAxMOccqs1DBQDoMlbyHp6m0PD+hs8vTOrcyp7XlBc1OT1U3jx1cfbtHfe3xLrhz3EO5jPBsdLWLgtzFFbjX6emY2+BREbSLcO/iztwboIT6hfZRHNtY41soEewCYT9or1Nqv1fqEOk5zJyOswgLPgGp+nlNA4S/D59i6pZe3UA6G6dXOgwUCU8nIIwVv48ivMe77U3cm7fwxtzhLfcRnptHh5keYLTcO8x17yDX/YOigoXv7me6uzfSw72hNvcGmm02dW1lvvoQ1Qvzdb0HPIc18SxWxfNLNb2A4nnPclNXZ2Mt1YZabOSyT/QvcItaqJdaqAueOwHhZtASWMH4WMVYMSzxBGO/xr1ck5bSIAsvJoWWklwXpiI9vTqppzBGnlpq6emlpp5eNtqqeE8vT+hJ4k8uN/TsmYbeYwbU+RkU44zed2FaT2GkrC42NDkRYaBEilB4DsUQFKEEhBIolLPGQYXSmtP8fFMXzs9qbW1KZ8HqUkNrq01dPj+ly+cmdXGtpYtnW7qE4XNpbUIXwfmzbZ2HXjg7pQsYbBcNlrcCeejTRQw6418w3tvTT8IXyHOBPGO0Zfmt/svwLgFr58KZts6daeks/bE+DS3BEgAAEABJREFUGc4SP0dfzp2Z0NmVNvI5oQsYlBdXp7U01ZQwUIa46wcc+EYzwiOMiBHGg8F4Q0sDI2BxowbjDzAA+hgHg60tDTEkRju7sjyD7X0NcfMPeDIYbB6qz1NBj2eCHrw+Twk9UFEMip7BjAvq6GxuYmwAwl3q7VK/obOxre76jvqbu+qt76r7aFv9jV3a2FMffm99SwMMlnHeLR2vb6oL+o82NXi0ocGDR+o/2FDv4aa6oEP5I3AADjFaDnm+qEC/Dhj/8f6R+uzNHKPFBMGz3w1CJwR0gilno6eQM41mPzwBR3JQWRToh7xC4NAMxGHqFMYTFxwKqLQfyFzOXrUPdG7zJLCx26322Ab7bYxMYzrS5v5IG2CdS8kme3UDatg6yrTN/n3EheLu+oFuP9zX7Uf7umX04YHuPDrQXei9B/u6/3BPDx7u6NHDbcU+1uLcnFaXZrW6MKUVPIQrGLCrC22dwWO4PD+J7E9pcXFWZ5bmKyyTb3G2pQW8dIt4/ZZmm1pZmABtnWXfnV1u6YLJHPtzZWVGK8vTurwyofeyV77r4ozec3Za72NPfPjilD56eUYfYt+8wH56nj38HHvZ8DwXjueW23r2FEsTeoa6n6HeZ+C9ADX98l7oC6tTemplUk1faA/deg+ddhOddh39dod52UPfFVHK/Jdy6Nzjo462eRbZ2DnUuj1TcRlcZ84fVbSjDZ5mNqqnq31tYlxv7x+qgzwMkYUhBzlqWcd457rA9OooK9UdDNXpD/Fm5OhioXOdcKoAaO7w3KjyeGRcTu3yar+R10Mu+liofc6ZbhnUo/4BeruvWD10eA9rgaNA9tt63cFIw7wUTamHETYgzXR7p3CVrj/OKE99hSvlo0geo0VmgBB23L3bEzW1G7Gm66nmmi3NNFoYK6kcBlDpEwUgJSq4zPYLryPqO6AxjgAdcmYc0U5WyWoQQs45GfBU0eGK9+754d/BQ3HMPN8sADcbhwLxwCiahtsB9ixxz3tehFqpRU4TDa8nLi/qvc+c0/ueu6Tnnrqo1ZVZFnmEYG/r4fa2HqC4H6D47m2iFHiXfLB9AH9Pm2yQg96wErahCTBCMargZHSAUAwQ0n4ZaYjQDKED8vUxOIYI3ggMUJhD+pqhPTMEfESaCW4F4gME1jDi1pCxMc1da/mGRZBhhHa1ujIUZEYYmVfBbSp3TlQlWNSs6iviZ7V4TA/eP0W47RvmuuXm1Cx6ahUdtcuu2qFfoVX2qs+apHlXKeE0DJQAoymux5SnntopNNQ4PFL12RH7nApokL+hvuoVBqo5wm7A7WyohogH2lBPTWB5arRdU586BqrLMEJp5WrjqpxkAJPQCTxeLTdUDcR+pAilFvnAeVGI6WKpI9bPKUdxFMyhmAu+FXCVOmf5c0VQMaaSsQk4+uHpa8R4Ig1VgfqNevIarEzsM8XEK0CNZ/AneS1/RNhbHdY3qOWNyBtbHDrO06eNMTxz8haG8lV5rsjMhTuBZy48ffPU55WhWHI5ZMJnpfyoqOAsbDiJR4QjboNv4tvjpHnqcDyzONz5DvkyVDzjo0x9lSdoTGmLOY2QPV/RUhET7skXoQxZFsWZ5AnHmVPFI2z8KCeee/IbNUhRbgjQExTEQQw/oVxCvQljiSswZjwlEeEoK+ROoIqWkvWJvWRy7RB8B8vZ2p9QJ8nLMedOCMjbYHJTKrAHRXlHHstVoLdLDI4KlAzwrTpys5/ILwMx5+U5OIOLlXPb7g5KdfGGmIejOxSHXuDQG8P4PUvrhYrPq5b6AwuTr1+q0ylkv8W1x+G8iXf14aM93bu3rTt3Nyrchd69u667dx/pPnhw/6Ee3n+kdrOpC+fX9Njl87r6+Hk9brhyjvhZsArW9OTjF/AQntPjl9Z0+fyyLp1b0uVzi3qM8BMXV3Xt8pqeuHJWV6HXHlvTk1fW9JThsbN64vFzsj949sSlZY1/g25GV1emdHmhoYuzqR7nkvA8F4ePPDmljzwzq488Ow9d0Pc8s6jvfRo8swRdrvA9Ty/pu68t6vtfWNKffo7wVfIT/77nz+o9tDvZqGvvoKM76NobGLFvYNTe443mgHUesQYFG9n0Xw/Dojcs1AW9Ya4+dABv/IH2AmPCEFiLXPt2yeRSaR+mPUax2udYjkfSYT/TLgu1Bw5YjCO8cV32QgccY8wcgUOeGQ/hH2FcHEOPjWLIHPEUWYH0Y+SyQ9vHVg56ZCDfkeWDdqDHPJ0dDwcYSUO8YYaRDqnjkDSrf59z5BAvz4B9VwQhXQ458yCScHJ4D0G4E3Rdiq6rkWJIoRFwVgKZdRhHQg5LkHP2GDI7k0jLQWAOVX0FfgakFvIu+2aq3nkjyrLMoZfoWDXxUJSYGSMsXBRKFHpRISEc24coi5GMNljwhcmghYkMj8JQ0xOl2g3TaiOs3qEGvPH3iA5QbT0Wf4SVWvgaBkekDINDWKxeMXU76lNFTUgCPENZ0YheOAUs4YC1W8hzpxfHTKCeXCMO+8DBVboc4yIGqUryBS+RVexJ2Y/gPPVIhd3oGIMjFsmyBDlowc9KCEsnBxpxpOlGqpl6rLlapEWwkHqo57nFazIWBkdGn3NGVypyQTGIqNczd87aYfyOthInpRh0aexUS3z1dwMauBvroIF3opFG8AxeddoYxwnzPl3naaielvBLygI8KQnwcU6vR3KMm9OWcAHg0bZ9Fsie4Er6IkVySkHCdBCuNlrJeUJe+ubIn4+GylEUnrQIV6ZnXWJXo88NStekwgEWsii5OVCWd/WSA7lEqRSMsTqgOKTspvx2yHjITDgFB7Ldnt/ESdzyneK0LjF/xrO8leVE26KesfoR43kLpxEvMUaJZZBC4Bso6PTLWQC+Y5yqYCUi8kERmFB6whb/kxAz8XY4WgrUEah+DNo6CQtqGPOrrlDvKX0rX6C8aFdlIlekCsCXNt+xjPcWLB6TTr+sjwaWm6WDpwolRkyFiu8q3tsaZU5s3Ui0ea0KWhyUrGtJhyEO4qowfaz4lg7zlDfW/tRlo3eq8toamizkhcrcyjGXrq5CdZXIUIk8lS5SySlROgc1SEifihBUBo+d5JUzByO8qP8f9v482PYly+/Cvpm/32/PZz733PneN7+auqq7elJ3IwgFpm0HFgok1NgWCkXYfxBBBCGBjJFMgDoQhIxNMNggJBFSKxzGyMiBw0wyYQTdXcOroYca3njn+Z552PP+DZn+rN/e+7z7Xr0qEPxB6anPPd+zMleunFeuXJm5z7lVaEnqylGG0FvZNkB+z5r2RpkHT/9dRf2lk4d6DjBJrbMN1mATiQZty9DVVBk2JzVQTkr+RgIvSWRPOo3MUU8lc9Dtt6SarMNmg1q5wWy2nJocwNjztWGfJ+tlWuOZZoXmdbjFbLH+Wim9TIOaeIsZjnEDBzxzhRo400uk8FPlSnGQU5z4FJrhKDfhNzRRoxpxoBipx5NQz03Uc2PCY634sVb9SGsOGAUbhOs/B1n1tRpG2qAe+1xbK+RqcIAIeSX7GzbiKzgJP1cMqcqE8aXfIcsUeOqZKdUMe1xGxxwINYk1xPpyBjl57+RcohLZnA274KmmiE1VriNlPeWuIXMmzEE4wxkxx8RuNsbowxL2113rcCg1Qu/G0DG3skanxGcxcgNecgNuqBaUMGVMQ9DMgEyOCuZGFbD3labor2FG3IA/rpL+RObYJcy7b8hxM+boc0Lc0ZfEe2WJV4MwJlipCwtU6EuJrgQ5pXKU4aEefTI41nmCjmYuwdYToy31OnFSCDk/9an68j+OvUkStlcXbNzr5nlC3ttMMAkobMBARSYpOprPBEYMRCA5omSOzUrFRIX9ifvZWI4bFps1h6xPmXAQURaDSxryKI1zJhHloZ6gF0riSjlXSdQteM45OWeAJb6oMKCklZwqn6lKWSwgppkMgTpKn5CWKtaFOon8Fg7Gp+4qaSr4pkT+lHY5RZFDHnkvpwQ5Tx1NF3VpfUWff+mSfvq1i/pprmV/5tV1ffmVnn7m9RV94eW2LvQaSlm+wjB4SYnzojqaH2plz7xTI3FqNTOtrra1tbmmna01bW+t6sIibHHDBeMBC9ewdHCB6+aL8I1ub3W1vdnT1kZXW7RtbaVD2WmNZquhJvU0Gk0lGCGXJIrWGHlJhG2+KqeSU7U5FAFDIWu7q1hkQVOuZieciHIsAb6KZlxAFLNUoWKMi5S59bK1WLIeCzzOnBMrF0jiAkkVFrCCH3jzrkqPgTQk0LSGyoRylvAKddwrVqmwlmLyGLNMDoPg2JAcxtDFRs1TzSPNEXcZvWkwtg0t8wmj+VEkEobqw/SUeKYYspqarKNMMXM2LqJEg3MJ4+Tl6jn8QSo5aSH7ISVP9JRrsHCKVEqccF1++mHc2nQO4yNTx1PkG/TVwM7HBiBzUNjcnYVrmMy8/c7KrccnXZSdkh/U/ESR9kTSTasd826w9jqkXXSS6QTw1k/644CtZYPIK2sT+UR5jvEWmNdJ2eiQyTlknMlQj8nJ5oAxNTlntgEUyJbIFaAkXMihbVGVizWNbBQuSyRsgUxXfaIkbSgqk0uacqzPKjgF2hzDfPNkWco5KXFiowhKQlDmpYYPss+/pbFUgq1Ca4nHGgmZHPk9sp5NzalijErG21DJUaNjkzO+Yy04X0mONGiC48FSUqPhpEXZnvITyrTyHI65ikL2oWphAxPKMdjGZ9TgkfdmI1lvnjIUcoUwlcKMfpRqUJc5LK4YStO+UpwVQ6Ma4rgMwFCtalCjDe3Ekbo4MVnR54YNvqZKy5F8PlRTuexXcxsJXZDkIz8AzVXJGNiGnzNnU3glNrPKGgo25oRjmsilXt4o8yHvucVm3EnzqTmaGXGnSR5ktyxVFeWSVD5rKSYNVcx5xP6GJIGfSeYUkO7IXyNJ5UgXtIZPFA0OOwA/GFxCOV4Vs8IMqCIekK+QYZRV0J0lSsaakaTHpk/Cpns4zGScg+apCmRAp2kpYfqCrlvZFbwKuRKaQwuQE55Cp4xTHhMV9KeiD9anqJSCDI6WEeTb1YguSchE+NP0zZL68erO3/ybf9OlaTofc5oWgc1tsOlAcYTBCHikFQhJWzHrKDR6UrYipT1511YjW1WrsQrtKktaSphgVVGBDTFyvSg7XRWoFDtftN9MYBd0xJMqVxYLJZwoYhxjPCaqUDtD4GZEoeCElMuzsM0IiDYFFlmOEc9dV6VfQbqnIrY0rVLCKcrlrGphkyhLGMREM5ySqUfGtzX1DWQyeRQwleQwIJ7ybWl4DEmGUeklURe7qV6/uKqfemlHP/PKBX3p+oZ+4uqaPn9tQ69dXtdGxyulfQ4j572TOU8lqyLSRuc8fQnyktpYufWVFW1vreCkgLWeNnEyNtd7OBpdbax1amxCN1c72lrtadNk1rra3iDfJtjoIbsiy7O5saoNHJSVbkcNjHyapqrRyJSYQfCJZPVTexXoVXAqSgzLbDWD3mgAABAASURBVIYjMtYUJzI3h7KcYV9z5VyzDodTHe6f6Rnv808eHevpoxM9fXiqZw9PtPvoTPvPBsR5u7+7r3u393T/9r4e3eP57sGxntznKv3usR7eI/zgVE8enMxB/iePTrlOP6EcKws8PtPzJ33tPhnU9MXw7tOBDPvPR1ri4PlYL2Kf+P4uPHCI3CHxF/Gi7Iv8o72JDsizxOH+UIc8NR7sH2mJw4NjeD+Ig/0f5J3LHp7q6HAAhgv8d6UjHfPmf3w4lOGIMo4PBjohPkdfJ0cWhx72dUp4jqHOjoc6PR7o9NRA2ik4gcc1/NnZRGc1HeuEq/45Bjo+6evo9EynZ0Od9cc6G0zUZ877wxw6q3E2nOlsZPGc5xJDodGokP0tjOG4hBoKDQYz9bnjHyBbY1xojMM6nUVNeKIZ81zAqmWNifUpFahjwKsIbIDBPAp0tnJOOZtByVqrJFaQAwnr1bEB5hqMRhpzpT8BU/R2ht2oiqk8tgI1V7edqtd26uHT9bhN7GVB7UZQh5uPFdbl+krKemlwEOjoImvoAutlGyzp1vqqbB1trnfVbqZKvORoS8TpiNgAgzPL4QNpTopRjnXkWE8+JkpcptQ31OCA1MjahFtyMQV1Z6VgNCO+AHGfpPKsVZYmfS2xFwWVVrL+9LoZNqClVW5sVpuSYY2+rIOatoLWa0hb3Ya2ucZZ6yZaaTlhMrTeszDFFVFJLrUlHJY52timRpYqxZnwzbYCDsfMp9hEjy1kHpyr54psYgpVyGFHPfOWKTY6cuRx9NNZ22l5xG5UxUxmZBOXYmWSGk4ZY9UgnIGEUhLZPxcZv3rsRNwrJU/iEubSSSaJHXY4OfLUx7iKdPlUQoZRV3ROzlNeksoB0Q6Dh3qcLI999UmixEneSan3SoinaaaENOfpa+m0z3rZ57lr93SspzwDPgPP+7l2R6X2xpX20fH9ca5DezbiZnjEBjJCR8fsXSP2sEle1Y6ezr84xscmNZ4zPhUB/2PZi1ZLkX+sKKFZ6J7TmAkZ4TGPKqd+KR1hhHaHpZ7bJ75HQftgbxh1F8N//9lQD9gwHj8f6uSsVJq0tbm2oW2ws7amHTbcy2zIl9hcd6AXN1dJ66rXaaiRqj4FNZNIOCpLo5qMksVbPqidVGr7qE6WqInijXhvfMT76nu8Kb/9aF9v8878zqNDGd57fKT3CL//+EC37D+Weryv+k/TPznUe2y+lnb74b722IxaSdD1zaZe3mjq1c2WXgOvbrb1uStr+szlVV1ZSbTqprJTSwfnqT7JcFppFiP1OG1lGDLunZSwKlh/yjFwtriDSyTnFMzYcbLyLqjR8ItP/zdkBrHZcGpmUfb/ZDQzEQb4iE2MeKOm83gjlei2YCPjZbcxLRZdM8uYKoy5vbtOS02Zp5xbjBIDGpQp4lS6tK2k0ZHUUMUCzZGZ8g484V13xiKc4CSOMf72B9aGbDKHB0M9f3qq/d0Bm+1Yh7zjP3l8qMeP9uAd6+j5Ec7Cgfaf7uvg2QEbPnHeuveZi73dAz1/tq9npD1/dkiY+NM9PXty8DHs6emTXT15/Pwcjx890+PHwCh49PCplqjT4C3pE8JPyWv1PHtK2VbHJ+D58309f047aiBH254/P4Bn2Ncz8jx/vqfd3f0fib29A+3vGw6hH8L4e3vEeePfr2HhOZYOz5KeOzPo3A+GT3R4cMJ4H+vw8PAFHH0YPjrWweEROPwBfCTP0akOj/r1H8Y6Ou7rBINsOIXaH846xWE5OjYZcHhWyx7j2JycjHWCsT45nugE5+cY3jksfjzSCTKn8E9PRjrGyJ8aCJ9i7OcYUd+wrntv/0QPHu3q/mOA7jxEBwyPnx7p8bM5nu6eaReH7Lk5xejVc9OjoxMNJ1NN0NEZNxMlG0PFJlFWpcqyVGC9NTKvzbW2Lm6v6PL2mi5udrSz3a1xCXrlUk83OUi8/uolfebNa/rM69f0+itX9carhut6/dXrhK/rtdeu6dVXDDdxVNZZn6wn1qytW+8TJUkiz0bnnDunJW2xz7HNOFjloKwqWfsizkuNIPGNFfULCCrJeSnx1NFUr9fV6vqa1jbWtIpNXOUwsn1hUzeuX6E9L+n1117Sm6+/fI7PvHZDhs++OqdvQl97+Sp9uKk3kH39TegbN+jPJb3KQerVqy29vCW9vArWvG6sNbTRTjXFGX3Kunywd6L7B2d6zLw+Yj4f4eg+RFceEn/IPD9gTu8tcBfH+DbyHzBn99HR3f5Qx8ORjs5O0MN9HR0doRcDHOKRRpQ/AfZH4UY4wKP+SEOc4QEYng00Iu90POEZuZTY9BN5JS5V6hKGPJF9YeJV832iFKcigSake7hC/hzcdkQcvoCjGKMjqyfVKEH7do4ybQ4c8yNNi4DjPdX+4Yl26ecu/d5lLez2J9rHQT8YVTrkVvgIW3qMQ3yKTeznuernKugEXZxBc5yUgKF31OmizP46vrw+ZV8/lh1K0sK5ipGXbHY1Q4lO2bSeoayPj4Z6eDjWvcORPsCwvPPsTG+Dd3b7epcT7Dfvnuhrt4711nsH+vb7u3q4N5TjlmVn56Ku7Gzp2oV1Xdno6CZG5Tr02mZXV3m22F7vqssO3GBEWt6rh3fcxTDUYEdehbeG1q7guPTSSi2oY8kfofDvPdjTb73/VN/44Im+fueZ3rqzp2/ePdLXPjio8Rb06x8c6evvg/cO9fV3D8BzfYs837/9VM9YrD3K+9LNC/ql1y7oH3h1U//gm1v65c9f1j/wmSv6hTeu6rOX1rTdqNTk+tXzfJUWYzU5waU4HeIGwkGdmSQnTn4AQxRYWJVLFVhYCeHEOyWJx7lI1bK+Nr0yOtxoJBgsgPfRAE3QMH7qcFq8Gly1GlLGo5GmOCkZjltDjaShjFNDCg0s1FMW2YP6g397eohD9hAH4TF9e/rsRLt7fe2zCZz1p5xwS42ZzxEY1iffgpNwDor5abg+EVcasFiHYDZzjHTKwdFz+1KpwJmZTUcYmInEGDiZoSkVuXmSXV3X1+cB5YFHeiS9hisUQYBnqLhxqrjeNgRo4JasBuUYz1BWUy1RlJPz8Iu8HCcxz0e066Oo+ZbGXH0YHsnCM+TnGCvnFm+WF5zWA+GonJPnJ2GGU/dJmMta3ko55SxRcPL6O0JZqOCdrKC9RTnWh5ioqOg7zwGFgXBejblmX4J03thyy8sY5ehikZcq6EcxC8xTVMlx2MI5fcjhYWcVYwPHOVVZJioLKKjKTEuEKlM048+hpCopg5u38hzEK7G/uBoVxroyuQo+sjk3J/ZMOOQm5gi7cYDDcwgOjqY6OMrZIHIdHJToJNjPtQd292Z6yuFmd2+Ao9bXdFLSPsmxZswhqEJQvflXpSKALfsV35V2pl470Uon1Ro3nStdp26HQ0yrUrtdqtOp1OtGraw4ra8lIAOpNtah6w2tcUWxxrPr2mpLrWaiRJHy2XXoX+oyZb4Nr6FoDn+QUg4ECc4Rx35FDhzi4DRHZK0HAE0YG+xVIC1gWz6EFGl4NFtAOe1Ou3ZUet0ubWxrdaWnjbVVHKU12rWitZUuaM/B9cgaWF1pIwd6LfrcULebqdVLtbLeVJc+ten/5prXS5dTfe5aU1+8vqKfurGjn7h2RddWN1Sypp88P9P93aHu7E/1wd5Y74P3DqZ6l3l4dy/XO9C3D3It8d5xqXeOZnrvoNCdo1LP2MwPcR6PwelkotPBSP3aARlriB0a4qCMBuPaGRmRNh2NNSE+wVmZ4tgUPCPHssKZkFKfKMW2JS6R52CXGBSVOcfYeyjp0YtzIOnEfUMN3yStqRSa+EwJ1LuGvEuVJJmsvBopYZAkqTzgB/oqboZSlTg1uRJuiDLNyJtTRp62lXOrlPsUGWxBLJELyrlZNye0pM2B/dDJ/omf4stJjg2KWqUFS5+OL//j2I0k5y4gMtCR1rkEzzPRkJP5MUp3aAaH8AHGY5/rsINJpX3Ce1yJ2fXY436lx9ykPBkGPTmd6pANsFSqRrOpBvdubW4qVjKpm0VuQio10bp25tTOUjWzRI00VYpyJChOCowm8mpEVyNDcROa5p1qncirqDPqP+Za7gSjeDqtdED8kBuew6l0OPX1bc8x7TyqEXRoaeCEPKe02z613qZt13CYbrLIr3elmz3p1Y1UV9pBlztOF9pObVfKsQFENpBQ5iyWKIfi2oJKXaSVQZHNOShIGCFPX5CQPfUInqVF5FW7MMgYD1jax+HgOwycUW9lg4QavHNyDgg4z08zp145J4Mxi/4MI3CKETjBWBxzIjrilHBkv+LNyfmYq/19Tsv2Fy6NHnAqMuzzvLHH6dV+28GcmMOjsew3IPpceR7y3HBC3pzNNsFRSjIv1j/GvqVNbr92tte0s72hra31c9ivYF6+ckFXrl5a4KIuX8VBvbLEjq5c2dHV65d07cZlXb9xBXqlptdvXNWNm1d18+Y13XjpR9CXrunmOa7rpZevE7+hm+fU0pdxC78IkzXAq+u5Rt3XaMP1D+n163X82o0FvX5NV69d1RVwDVwlfu0aPKPg6vWrusbJ9yoweo0+LcMfodcuU8Zlypqjll3mgV63Mbl5Wdc+DsbpCryrRsFVyr9G25e4amHG49pLNxi/a+CqbtCm65R5lXm4zNhfurStnQvb2t7e1vr6mlKbT4y2Q4/E+prDSxhug3eZkqQh7zM5l8L3mm/STlHIgUi+gHNiVISdbSTwnUtq+apKVIaMNWBIVZSpZoXXLPc8LzpNpwAHOJ95lThKRWlUynPWmmON4wD4mlIjVfrEydaDY30kpM3tQUW7ZqxFA+sSB9dFwji8Hmc4Yd2mIPGlvGZKDG5GuJBf8rFDTtRBXbKvaCvXK6X/jaypBGp9go09LOlTDi1YyYZKgbbUqNd/JYyD5DTnG49Nt6xRqSJujo1nfXtn9QQ50uiaUnhGPe1JcW5S4pzP4EvGN9hWWFPqrD/Qy0HGs50G6zd9zNLAzayEv6XNdtRWQ9pk3W41MvXSTDRAExzNfh51ihPLMlcfB9bifeKnOJinpXRWOJCoj+N6xrydMj+WdlIInjSkm5hRRtOpdJ6xcFa0KmxyVVbMZ2ScosypdDYY4osBDGzwc54Yfy/MGWAc6E8j9cqwnSmT7um7Z04UgipuzQqcoTHOzunJmU6Pz7ix6euEG59jDs3HdltowKYdwTsk3XAErYHtO8Eu9rGPA27dg0+Ym0TRJVqGK8KViAPjy6e0KxEtU6jbrfrL8TOhv7Sc0PwbnuPLz2Ofnp8/lh1KEhv+RE7WPMBkVMTYA1UyeaVSblW8auXEKOXBEY8oqteYSR1i0CYshAmKNmF6C04QMmAMHCfoxJcsyJxFV8k2dltsTK4qFLeKnhwoBUYyukyRsirCFfUEaFQqU5zzNOpmLaj+DQDyR4myEfFSdCmLJkMRAe22MgyBcKAcKzfU5ZKHRdB0UR3audJwWmFBN1nwbU4KNdwIAAAQAElEQVSsDRwSzUYK3JQEHIzAeAQrG4WO9Rg5RfjCGHpGyAELR06yUpB3UhRfUIZRERoVa6WPGKYaxOHwMywQFSMgm+W1cEDWUJdnYdpsafW4UT/igq0QIoYhgFiPS0m8/twJ15IzHI3JrNB4UmiCMzfGSbNbkvE4ajKJnFrpQdlQxaZSVE72q9hTrjTH0zEn9qmCyxUw/o1mojUclJW1nrp2+tzoapVwb6Uj421ur+vCxa05uDnb3mFjXOIiYQP8LcOFLW0b3dmEbmoLWoPr7g/5H8pswTdsQg1b25syOseG7JrcwnOZDW1dMGxCNyl/65xa2XW76nZu0tY1bdtN2cVVKDB6jjVduLReY9voRYuvafuF9G14NeoyXkxblGV8y3t5Wc6atsi/xDbhzYvr2ry4scAmdIktbdkY0ef5uDKGi/HcwunYxOm4wC3l9sWL2tja0IUL66CnCzvg4oougB3KvnRlQ5evbOnS5S1tbq6o4oYqoq8Jei82RZ9ItWOMjnoULfFeiffosJdD72ELBZBQYicPNTjWHGvAlFFOqvmONEDYsY6DrV1otPVN3gAq5APSEEX+2doSKzawjirWnbAVkfOtNKXUQhF+rHJFnnccch7Yxr6wGGI/l2NN0KLa3PgQxZK2FswRAzQqcUZDXaZjY/cIGaSgep2RT87J4bxFl9AywjYw1lbKKDmcVFUJv4ITJMqL5A0GC1NeRC7UjkhUZKMNLiJnsFrIR7q13Q433tqMrNWUSnKUo3o9m5yBOki3nNHSqDku8nvjh0Keeh3jYTShvoT6zLnJ4KXYsYybgAZ57XN1JTd1paSKOShBsP7SNJJF0TVipKZziCl3NCkKceyKGDXinFQK5rRw2AscuIDtr9AV/BcFqMtSRXQoONGKSBn0w/jOURUVEvYpvbZ06vLsF3zT/0rWB+8i4UjfoiJjNJvmGvE0NBqONRpNNB5NNRxOZP+Hz5F9/uvoTEc82RxwKNvj1m6Pp8c9Dme7OCx7OCr7PHsec9gyG1ji8FC9aIpMX+q66jGt5OoxDXJBchHdR6KmCKcukWcQEgvTNw+V4lxQ00Sfsi//49ifpLTht5H3Qm9s+GkmWiQnh5EScM7JO4lvISWbmSwNchi6gDpWoL7exGpUTHjFArFTgyFgYCI8Zn9egLNShALPYQsHNVFAGSqUPoDIAlDWwilKNGbznHI9PQupypjJ0Z7ztgSphb70KLLnS60khVZ9pTUftU7bDGvQVWDPOh1JXRfV4Wan4Sq1Uq8Ozy8JBZY8ZWS0s4FjldKfxHt5nlR8syPf6ihptkFLCTclDRZap5Go20rUazl1cXI6oNugvFaqVitTs9VQRtmOsgOLIdrIWt9BdCLmFrDwHOLLjAVdko1dVJDB8gfCgZiNo6fMhDawemRxioRKolyLR/oYHYMDtbjxnfdyCUYEZy0wlt631Wiskqcpi5dcaVfyGLKIc1LirBSES0aiJF9Umjml9DkxikOXggSk9DFt0NdmU1lrjgZ9bzAGhma7qWa7oTkP2s6QA82G0mamlPwJqGkzJZ4pqWmqcz71Wt0mUwNjOI8jW6dZOUmd19KTmvdhfuOlViaOVgo8c5U0Jd8QdeicJou4pSXMa4pMHYZ6kDSdPDCatjz98EqbhoRwQhigE1ZXVqenNT+Dl7WTD8PETSZFV34obGyWY1TTBuU3wZwmjYayBnHG2tqStpkf2pyBRjtVs5up1W2ovdIE7RrK0DPWRgVKdNI2UpdY+xuMQ0ueDrukyXw35BgcOzAoSeVcKnnTHVY/6zSiJ9F5NHKJRObEizTJSaQnSSL7nMX6xorW1jtaW2sSz3BoG1pdM2RaN7pKGFh4jSeY1bVMa6uAq9d1nmM21tvItdVBbxLWrR0GPG13TrVq++ipMZWo0xH2kTAOkqvDjjQhF2tE8ok1zijIvpxz8klSj2ODsXTOqWJzDMgQVJLSP05EsXYgoqRIOfqwTIlwlPHNdhKQdx44OaM+kRPtozA4UlD9ZWGD5RQS9i2+LB6JRPIEA4Zibh9pB3xRJmJyjLMjPdqaLaWqCKJpwizIM7ceG+Y4WHieUjNWcENi6qOMtgl3o/RxdOhAh/Fp0/cmNrsRgprIoUq1A1gFpxmHmCkwyoUMJTtF+lg5pwrZKEcXnTVFgfKo6jxscbqjiGwkITosG85WZK+onWVrtxftd6QGnGnsD46FFWNlV3Sxog12iz6lv5M8yDAqokZ4SSNugIZG4Y8Ns4p0dib0IElbKslrB7eyouwQ6/baYc5QoS8l+0yB7hjKkKgIXmXlgOgLoFXWZroo4HjipLX6VH390A79j9nLYcHMCq2pG4EWmEagqBJqxMI0rz1js1vFMO/0El0El/EIdjrSalKqw0mnbWDDtw2+mk3xdsec2ieacnVboAwBJY6GRTWeleQZDYeS2glOieNcF1SyOErScgziGCW5s3ui7z/c0+/cea7v3d2V/an7KSvDy4l9UqsNr1e2V/Xlmzv6uesr+sXrbf3i1aZ+4WqmX7zW0i+Anyf+c9Cfud7Vl6/39Hn7i6NrDXWTiq26xOCgrNbG6NRkg+11O+ryNtxZXVVnbUPtjU111rfUXdvEuK5rY2NDFzndXr18Qdcub+rapU3duLyhm+DGpQ1ds79KeemCdjjxrq2vqMFV66LbjGicK3vUYiE7eAZBYw0apDkCsmWNiCmogeER42zOQbfX0tb2urbBFk8vW4yDYZvw9iK8td1FpqPNrbbWNzpsFD217Y870KA0ayprduQ8JswWaCUFxjywSI3aIq0srKSem4qf1oZAywPtqVzQ8rQYfFSFcxrgGd+opRmCi2JoZTQoknOJoMrmO4b5vC9otaDlR6jJBAV4/JQh2k/i1TmFE+N5K0v4pZVPjSVGsCRc1OFK0Qsw7uha/CGQ+0GZegeAb2nBOWrwIKFXRgEbRySxMgRHbcjQ+UqkRcBYBmhlMBlJpaPNjFvpKsJBlYUptVqghJaq+DdPs3GMxqM/1qdA+23NlCyoMvH6ECnhVIWfI3deE9oymJU643Q6LCqNsfzGG7PsLTzE2A8x/oM8aJBXGtY0ajAL5KmgEV6U/eXOIetwYCBtgNyYvFPKi4xGii50cMhuvrSj116/LPuvEV5/86Je/8yOXn9jW6+B19+4QPii3oD/xhsmcwk58Nolvfn6HG+8cUlvkPbSSxe0vdWVfbhc2BoxGmIMGD6+bUJsQlOWTSqhy0JvZYcZZRI6bTzH2Lt6HhwHMfIwXg6b5HBQxNhEIYo+lWyaRTlTUd+csOPBozuaw0EdGzaQVwI88+gZV084CZ5CKL8SflBUKAOIqkon+02nIc/RI56eh6DPc7j99tRwXGgwmqNP+Ayc8hRtnwM8gZ4QPyH9iOf2g7ORjvpTHZ9MdXQMPYIeTXRyMtFsJom1nNTOu5RmhXodnqw3U93cSPTKZqLXoW9uNvSZjYY+e46McKbPb6T6nAG5z5LncxdaemO7o1cv9NRiHxjYh6x5Mra/Mrt7cKYDwoPhVPXY0X8t4BmPiB44qOwrMrJ8O8KOMfKMdWLjjt6afSCo6AOzWYkJlDzCnvEzOCiQY0xBWMJ7VYRLUFBmzpwvUWDV58hUsI8U6MCM9P2zifZPx9o/G2tvQff7Ex3Y52tGlXYHhZ6f5XoGnp/NtGcUuV3kD/pjdL9UQdOsDbTH8UUL9an6+rHsUJIkpgK0jdGvlQlrxaJMUJnUBZnTsYojcG2rpzevbujz19b1uctdvbrR0gVuLTYxrBtJ1BoK18DjnfWHOuV67ehooCOu3k5ZXPYbQZPKacyCnWAYZ8gVVakcI1BCK5BzFTk1VBVvptIxhu/th8f61p0DfeP2rn7n7nM9ORzg9AQMjDASUpdbhGubPdkHXr98taufvdLUz1xOQUIYXCV8xdDQz17r6GdeWtGXbqzoxiYnMm6AxBXyjJuTGfVGlN5OpM1mS40W6LTVwFlpdnpqdrtqEW+321rpdXBSVrSNE3Bha0UXqP8CTx4XN7u6uNnRjsW3VrW1taa1la4aWUJ7rc0RGtlkDSw4AYZcC2pBgxh3A1KKKomViDAnzEVkUzIHhUOtzEG5iDO0wxPBzs6GLkIv7qzrQ6xp52JPFy91oV1tX+jSpp7a3YasDM98JZwQnfd1myrmZg4nnn95Agqa8BQ0nUaeh0oNecsdjqcaTWaEc9lvAE3YxKbMp9EJG5thBv0BUPasjJqxwmtq4RoSRfwdoUCP7GRjdIk8OJ0DO4dfrJzyDfP6guzUZajbYO3IJevnD4NtKIbZLNaby5Kyt8swy51y+3xF4TQ1EDf+dOY1rcPwZxLD9QIYS3hTMKHcORhnO+0tMa00BfYkZ5+XMjq1tGkJHxCeMmiTacEc5NRVacDGd0ae00mlGjzl2SZ3guE1HI9KHQ5yneKJ2KZ3Zr8SXDqNKi9zLk7GuY5HM51CLXzCXBs95WnQcAI9YUO1sME+BzZHIYufUn+fdk1KBh/b4VSowfq6uLOqq1fWdPlKT1evrujatRVdvdbTFQ4JFr9K/NrVNdLWdO3Kuq5dhhqurhLvIbcCVtHprno9L+cL1lAOpR4ZomxfFGvIEOVlEFS4D4bIhiUwp4mEcyjn5FlEPsvkfIL+C7D6nIjzw1u8VIl9crVNhI+OOQMVntM6jDBlegtDQxVkzxNjniXsecI+QGqfDXvy/Fj3nhzo3uMD3Yfe5eB179Ge7j7e0x3Cdx/tE57jjvGQu/NkX7cfg5oeEN7TXcv76ED3Hh7pwcMTPX50rGfP+zg5pSIbcsptW4NbPcyVLuCQvHGtq5+80dGXb/T08zdXOcit6mevr8n+3L5Rw89fX9UcyHDQ+3nwCy9v6Kdf2tQXb1xQBwfi7HigvYOBdg+GerY/qOlggCLLywHvvGqIOOPglRDymvOczGkJ2IbAugwhEA/kk1JuYR1DbrYtMqcRi1cnYJ8ohj4JRGAUwZpPeQQDGasXEDkghBqpAmMRXEaJWf1Xcw9wUA5x7ozu4XTsnU110J/piLVxgCP4lLjhOXK7yD3HeXmOY2K/wbTHnmaOfRGoV15yqYvzfVOfpi969uPXHZSFVW2qYG2LtW7YNCQogIHbcK02U13d6OklNt6XOIm/tN7UZa6U19lA11zUGkrRBVyoaMZkm+Ke9HMd4IUeDzGaU69hlQIoCjrCkJkxm0Kn7CZTjG9RBBFVgfc9Rcau63YxsM9GUbusgz2M6oC9ukQhrZFREY2Nylg8Xa5TVjJpBaPYSyutZJVWs1Kraak16HqjlGGjGbTZTtTjar1hHzaj7TlOyrQoUGiBqGDl8lOotuifA34BB88D51hcHkDlSjmQIJNimBP7sJ6FfVRC+RyhFHC6IotSYlAXWNg9DC790OILZqwRYMS6JeKndbmmZvyBzUtG+5vMS5MnixZPGm0WeptbrlYNqdUEjaBms1KrFWUXJ+2WU5ZSLqfEykBbbsvGawAAEABJREFUrf2BcMk45MVMk+lUw8FY9a+VHo10eDjW02dneoAhvP/wUA8eHBE+0qMnp/D7evJsoCdPz/T48ekcTwi/gCd1GNmnfeQHNZ6Rp8bzoZ7/HWOAQZ7j+fPBJ+Z/tjuU4SllPwNPn4/IA8/Cz4a0s1/jyeOP0seL+OPHZ3X6h/G5nMWXeR4v+vWYcfgo2DSeGE716PExOAFLSpg04z9+fKLH9d+KoeyHtKnGQI8eDeATfwR/iYeEH57q4f0TPXpwQvqpHrM5PXpwXNN7zMmLuEv8zv1D3b0HoJb2dHekwdjhyHUUXU+V6yqvMk2KRJNcGudBI9biiBuWcVFxSAhc6Udkoqa26YIpemwHDFu7E+L24UuL2zqekWbPI6byjhO3Q6earMsG+pZykEldKUO9TnzF2rB4gGeoFlTKOPBkOCKpm7K2pzg6hTJuO53LFTWT6Wu9N7D2IhBr1Wgk1agWPBHnYpT15RSiI2ZrzyuymCK2ik1GPmnIGXwqIiCVs7Dz1EMep/MvYvXKNUbkB8uUsq0WIvbtkEC+xH5N8EqHI8Z7OMRxGOvwdKQn+2d68PRI958e6uGzIz3EYXn0/ESPanqsR9wWGx7vHuvx7mkdN/p471SGJ9xaPD0e6tnxSM+OxtplXe6BA8JHJ2Oc7SA7ZCWJlCas+yTXarPU1TWvl7dSvbLu9dpmppc2mrrB4fLGRlvXgdE5WrK0l9Ybemkt1U2e2q72Ul3D7rcxOEUu0S1xkYOeCMdYKkrruGccnMy8xegYo4S5TdjGvRzbisHOVTkOtdmVQZ9xYeMfDkYqZjN5xi0xcFBKE09eJ0qUQ4dEoQ57J5tjVYpA/BS8AC8QdzVCncfD86TPITnn+CEV6Co+PbpMu9lb8KdZBx5rjcV2qXJyc16o9d30uNZzDlW1jqPXpt82rzFKQjccOpLWD2b6VH35H7fevPvuBRdjYKtFk4R2yWYgMF1CB6Iii419Vk0a3qX1Ha5XW9VEnWqqZj5WByVqB4k9UFmVyPOOp9hQUFsFBnASWhq7jiZJT9Ospzxb0Sxra5a0VCRNVanJNVWoQR6AslRKuUpLMIpeM25IpujYDOWdoBgT2lEAa6mD72ivw/BFrvBN0Z2cfJoqbTSVZg0240RNNu+Wbd4GboKyVEpAmnpkEtU0kTLSqUIOA2dIfIWxpGV+pqbP1XIFtMRgSomNGHXbkmH8CAWpXiiVHG1RyCWogyd6ZjJiUZmCGxQicmSJksXnYLwpKRIxkEqig3jgZP9IrvO5mhPlKbMG9XgDliCh3oR5SnA+/BIsQccoC76jbREU+UjTSZ+SZhQ7pUkTVWGinHkdjzEiZwOdnQxlfyPlIae1e3cPdPvOvm7f3dcdwvfuH+nBozM9BHfuHunWrT2wrw8+MLqnD95f0A929YHhfajhvV29T5qlf0D8/UXceD8KH5DnfeTfe/+53ntvAQsbjzKWPJO79T7tQP4D2vL+gn7wwb5uvX+gW9A7tw/1SbgL33Dn9tEnpBvvQ9ymvx/cek6fX8AHz+r4bfiGWwtq4RdxixvBW7d267bc/uBItz84WeAYCm4d6Y7hg0Pdpi+3rc23DnSbcbz9wXPSdnWX+u8SvwMe3NvX/bt7mtMDwvt6wBw9wDl5gJPyhJvIU54DQtnkmWRVrcYqOtzGcU7E8pdj3UV0suTGoMJRDaFEJyoQpFrZUFQzBA7K+nhBCUmHh47bBw8TZFlWrBOn1Ds57IPBL/WU4upijAbSK4PkqZslVVNnYfTY4+R7dNkTdui2ozUyWBtYEvbURRGa06CIYyPkRD4Rrp0V1Tnqn7amzG7QcTnbxVns7Fsq2LByu1HjxtZuquywNGU3M34wS+ipjL7Y5h+hwTnq1ByUPI/Dq9O8AgNW0YcC21mGoIpKK99Q6bF5aikPDeWxqdIB31TlWoRJxwaWNZoyWtXhhiqohQtl5APQgrwVeUulKgOoRK1eCW2zFnj7/Ek1xiaP1Ypmp0E1ULsYqBnGasQpN+MzpdiHZIEMmpGvESdqQ7NipLQYY/uphTnwirIv+xks4KRIfRWMKtJ/UAWjnjEA0Sva+ClRgG8f1u/jlJxxG9E3nA014ZbJ5j3ziRoY5RbOYtPCNbzscMw5jBLiAgEK0MEERUqZ50yVGvWIlYzMh0jdIgxtoDPtVGqaw4ydbzVS9Tot2XN+m5Ncp5lplZvlbidRiwMeUTWyqCaVZyAFpgZOfEUx1tGlDgXSp+vL/zh2J0054ogVhTpZ+9CzRcjJwWBuMTSSZ+NMSGmANoqZ4FlaHDVVSZrdbJQo1sylmvqmpmlHQ9fSaWzqpGzoqMhACjIdWzhPdZQnOg1N9dXRcZXpmKvxU3vXLp36eLAzFHaMHhQ+U+USUa0ajGJGuxooSgtFbQQWGg6TYzE53o47jVTrq11trK1oa3NNl7Y3dfnCpq5e2tK1K9u6wC3Q2kqbp5omci1tr7e1w4lia63BzUqCQ+PUakgdFLTXqLSSlbLbmBULs2I6ODxJ4lmEok1OlU8UaGOgcTTJBkpm/+wUY4vIDLejnWYgxThFhtrCczgpAvFF5oghh0GEnyxwycuxJBW8ahCLyNdiGCWbNheCPDDq2FhqVCVzVtbPYCn5PW+wPiRiHVOCVzPNJFUKjFuME3k/pc0gnUFncjhlMofGMiDpk5aib0vMZ2Umi7mqqoZCbGKAG8rLRLwK1CesycyJlyCNF5QLGdXxSdRwEjTi2Wg0rjTkdswwsDC3bAOuWu0/fRvwJDinpT6kpQbDJRZ5LU+NQud5iA9HQUOeMobUM4SOrM4aUWOj8OdtIE54DCy+pBYekc/i56Dt9ltP4wW18GTqucoH9HO2RE78BeRFohcxyxPNSM8NpBXn8CrgFeh/CQo2zDkCcyR51lSWNpQxb2mSQVMMaIpznRB2aiVOndSrnSbqZIm6WapuI1UP2oOuNFOtYHU3u22tdQi3vFZaQiYgX6mNjrdAJwvqNoWsq9FrOvWaxJFf5fZttU2+tmOduDr/KmHjGVYsDblWRnmskzYLtZyNVfGE6tBPj94mLmFTTNDXBP30chGVCqAigDPiuHXxptwWL6VYOvJHldiEUHqpSrll9YxpVESvo/MyUALf8Cgw1gjwKTOBDUTWOZ9caSqfJIrsOPZrqPbH8nb3jrS3d6JjbigGPGXNZkKnQeE0JvzDMGLeRzyBDhcYIWu3UTNzGlgbwbWxDS1WWkZDGkqSprxvSErlXSbHlkqL5LEhMCWaXKP+EeWcgAOS/YgSay7KeSlhnm0AnXeYlUBCSamREgPOR4UTEmokMcpH1XC1o5ErcdMa3s0otgClHGvds+ZTDjHmrDQ0VScp2PxzNWNJuVHs7+SjEdRv05HTzgn2LKCTgQNhhf7l1GcoECusVJfI9gWmUPWNBLowI09RBVXc1LXQbUOT1jfk1UC+mzXR057Wu4aO1jsd4oa21nstra90tLnSBT1tEN/oNrTexe6DjQU2cTY20cktcHmN26Gttl7a7urlCyt6/fKG3ri6BTb1Ks+Qr/L8/ZlLq/rMpRW9dqGnm5utObZbus6z/WWe8FfaiRIfZGPoYnBuaZD16fnyP25d+dznDmKaoi3LhjHsQqkETRKvDLCOJSfFILEbiRUn77zslFCyOLCryhOnPE00QOg5V5v3j8/0gDfLh6cT3ecK8tbumb7Pdff3udZ+m6vxOfr6/pO+vgO+zfPAt0n77SdH+i54/9mh7u+fiH2C6jx1sYBYJL2Glynb9fWWrvYSXQPbqdStZuqEqTou1/ZKUzcubuvm1Yt66fplvfrytRo3ru3o2qVN+Bf0EuGXrm3rJZT0tes7ev3qpm5sd3UBRd7Acm9glTd7mba44tzi7XuL66OtheK3aINnUCoMbqFEhU/ncCxE+dqA2Cm0KqaqcJiiOQ2Mi2OYHYYiYWxdPaBOrG8AkzSxsOFA4hwBdYmpIsYuEA6BVKjDcXF1WNSWAI/xMRCnqNoYMVWe9sUqUTlLFWaZhFPoQ6Zuc0U72zva3trQ1taKel2n1RWntfVUGxuZNrgG3txsaGu7SXpHG1s9rW2sqre2ps7KqhqttgJ9mBalJtMZm/6sprNZoWmNfEGNn2uMzGSaszGXbCxzzHhKmJHfYH8DY1YUWtIZp9cX43N+Weev0ywvyMlfp1kYzHLKsHJeQIEBzMGcWt2VCt4Rl8hfCC95RkucYzOgZRVktCCeL2SXtC6TtuazSNs/GQVWeYncwrXjwVQUgCeVov4s1kT2R9rKaszmO1FVjVSVY1XEDU17lsRgXrzY0xWM6CWo4eKlni5e7OryxY6uE36J8Mvn6OmViyt6Gf4rhssrev36ml690tV1rvsvrztd3XS6tuV0ZUu6tBGIp7qJoX55h3wXV/Wy5aeul3Y6mqNXp99kndzA2N/Y6tRr5uaFXk2vw7+209W1y6u6hKHf5vkg5GNNxwOefceclscaD8fQmaY4AVN288loSnykCTd20/FQ08kAjJCbasx77rgfoJH8TpHbnzTpYZN68r6tGBsgU2QNRlZBZE2ZExJcUARawPko+xBm5UqxUMjr5LBbIQQ9e7anW7fv69at+9wMPtL9+8/0+PGBnvIU84SnuMfYoofQGk9P9JDnvIdGn57qIXj0jCcao+DBk2Pdx8Y9tGfHo4kOz0od9isd8czdP5vQh5kqdChwsAscIGKoFM02lKUyie05yhyABu1tgTaRjqHh1W0k6tnnSkAri2o1JHvOzTiltVqujuODcnSo1MAJaUapiY1q+IyRyeRckwp6itxe+yTI+xljkINSLqkkeBHINmBfySmX5xalm5Vq48T0aMcaNw/r1L/eSbXazdReyVQRt7/AejSjv+OJjsZTneDdDejfiL6NoGPaM6GvE8Z7go3Dx9cE2zSrojz2qYnD1lSmDNuWVE4ZaZ20obV2R5urq9rC7hi211a1s7Gui1sbusyh8+r2lq7ubOrqhQ1d21nX9Z01XbuwqmvbPXS8pxvYLdPJm+jl565t6mffvKaf+8w1/dLnb+rv/8JN/cKbl/Vzr13Q73t9R7/vlQv6+Zc29Ysvb+uXXt3RL756UX/fm1f1S5+5oZ//zHX95KtX6n2nnQhtC9jsygWP96pP15f/cezODIVCJ1jUHsX0KLQ45UT1UqcLbMpXVhJd6jqtZVEJ17+xLNiEMRg+4eYkyAwCs4YRcOqzQT04Husd3vrfYcG+xwL/zp1n+tbb9/XWd+/pre8/rPG17z/SV99+pK+9/VBfefuevvbOPX3zvaf69ntHeuvtQ33le0/02+8+ZnGPxHJi2CKeddRWr6VXL19AYS7pp1/f0udvrGlntakmjglrRp0scLpL1etksqcd1pQSHBuVU6mY0MxCjbRSCyRhxsY9lP0xtpQFmbAgE2jqKmUs0gTqWVwGRxmOk4UhSaIpqCrSAosuMniRkSOoEKPknRKuK73zsi8HSzgVFhPRg+AAABAASURBVDaYiNFPQgwOtleU5Z2HYRCPsnyRegSiaAKMWMORBsfaUWMhS9i5RJ55Sjgxppymm41M62tdNrpNNhIW9uVNXb28petXtnQTh+3G9Qu6cW2Oa1cv6NrVLQC9clGX7TeTMAbrqz2lOKOhKjSbTTWZjDUeGyYLauEfxJD3+OFwxK3IUCOcWMN4NJebYNzGk4mMThZ0GV/SJb+W4Wp4DOyKeGx5CY+tDVYeddhGOB5ONK43RCjpc9llfWPqGv/w9i7aZ200jBdxo3U91DUxWFvBFMNsf867psRnXBsZ6jYTNzqFLjHPO6YNI00pZzodaTYx2Ca9wLiv6eQMPZYubPZ0aWedOdjQlYtrOCXgwoquYJSvgksbXe1sdjDghnn4wmabfC1dwFG4sDGnly6QttXWtjmivUSbK6l21hu6stWVfcB7m/D2elPbHAAMWzjsW2sdNol2jZ3NLvXMcXGRZ4d6duq629TV0UWc3s21trqtVLNRX4PTU53ZH9s6PNXJQV9nR0MNjkfqc1vRP+pD+zq19JNTnZ6eET4lz1DDs6mG/Ql0hJMyUY6TG3AUMQgy6tBvybEQvMR6iW6+bmztVLbS2fBmbIB2mzGrvGbsJ1NuZGZsgrNSmuEwDiczjSi3/nXVcaFDDlUPHu3pvQ8e6t33H0Kf6IM7c7x/57Hev/tYt8AHdx9piVv3n+jOw+e6de8ZeKy7D5/p0bMDPdk90tPnhgOd9s9wPmdKsCsNNvtW06uDjephtNZWW9q0+dte1w64eGGdud7UZTbfy5e2WJ/bunrlAmt0R6/cuKIbVy/p+uUd1u8F1vE2/G3dqNMv1LLXWKfXLl+Ef1lXoJd2LmhnZ0sX4e/UZW7AX69x9TL0EnEDtuDK5W3qoszrO+ia2YZN3bi0ps/cXNdPvdLRl1+G3tzWT7x0Ua9e3VG7lWn3+ETvMmbfub+vdx6d6sHBmQ4HUw1x3Ec48MNZrkGNQv1pqTNwOit0Os65parq+fPMV+KcvLPZi8xqkMOOOpysGomXt9vDLFMGOs2WVtqgBTpd9bo9rXS7Wut2tNabY6XbVq/TVbfTY6xb2t7clN2k229ZXt5e1dZKU1udpnbQ7230dZ352OZm/dJaT9c2V3G6N3T9wpYuk2+b2/huM2NfEG1T/YXtdXXgU/TD/zj2JWQhOibfyTP4Tg1Jqwz9y6tN/ez1Df3SK9v64qW2tv1UHa4GU7zs0qcqk1RJlsjinqtZxw4dXKYpGFPGxElTaATBQLz0ErZCRkvihXOqQEHNMwzOFMEZsrnxXCJxg+A4cdBEmYPfikGradBmFrXBYl/HIbm01dPlK5u6eHVbV29c08r6Ko5TpYo2eZwJbnTVxCiY4xG4clY+xjGZKOS0jjbXJy0FOdrmfCmHsyPiklPgaSRwg1EGryJGyg11uY7r0Iy4IakCJ4GIdJRwJSpOBkVhcgn50xqRvonxDSGqoj+BeiN11GBRBssXLSbkMbQ4NCwAlfShwDGiNzJHsHIWqpABIozjVBkoowLB0WY6EpaQlVzwc0pZQ1VxQDsH5O/T7RHtHuOM5vLU43A8Pac5z8nHBU5XOGzSTHaS8rxPtxtOzTQq4uxFbqw8pSa025DSc2aLHlovpdrYwPMgcZKjb9gb1TLEjW9w5Lc0x7yKMfkkanol0h1l0EXa46knqeEYp4TxniPILgNT5IwmnNq8gfF2zJFAKJkjTrHiVkX094eCk1+dl/yO8Iv4pDyxzBWLXCE3zGS/am8IPG8Y/0PMkJtJyGtRf4AGboMC7aoY/4q4yQsZT902JynOcGrzQnkefgoy0EIHHLzM0y/mkMLr9Sj4lR0m0A3HwnEePUCPjI9vKVGeTB44m2vgxZy7Us7AVb8MrmDyDCW0VETvhQ461p6FI3lirSfkJc0Dc+IbTDpLThl2ohEzZaHByb6tZmwpAynPuilPII2ko8S11EjaStVUlrblXSbLl7EpYV6UJgIRBFCBwCHD1TCdEl8eW5EmTXnfVlkmGvDUt3c8030OSh886uuDh2e6w03tB/cP9P0Pnug9nI6H3NIOJqXyem07euuUo0/BZ3KNtlzWUnCZSmxQdA05npuj85JPhLVQcE4x9artmYsKFk4SGwFshZSjOwUgRQlz0Ok4HJE2G/+qblzf1s0bO3rl5St67fXrunHzkl5/47pee+OaXn39ml7mxP7Sy5f00s0d5C4gD65d0rVLF/XSlcvgoq5e3NRr3BBf53BxvT5ckPbSVb38CvlfuaqXXroyL/+1q3rjlSt6/eUdvcHNwKuvXtIrr1zW68Din3nloj77yiVwWW++elWvkf8meV977aau4IS8cvMKt3Frsv+37HU2hjdXot7kxvVlblBW6O8JN11HuXQcpf1SOsT4F+ooZ0Zz1mYRoqrgQENVhB/amjFPM8Yzd14l41iqRGMNlYLpFvYdtVGJEtWfQ2SvKTDkBXMTKDeh3swl7AlO3jcVXUfyXXn0yfuWIghpR0Xa0yxdUdHaUtVaV2iusSelOE+VxlXQGLtygoN6gLN0UjoNuckZh1SjSVSeO7G0VG8TZSqPfsaYKhIS7RF16VP25X8c+xMmAZvI2R8Fs/Y5frRRDPMo19uZ7M/UN1GgNOYYE8kxOSWTZJhilIuKkG0KNnWWGTjAelUKTSQZPOX7IDkDYcRlcIRt2g0mk0SnBEORGB9D2gRtBDuSGhjStBgp5TakhcHlgkcbq21d4XRw4cK2VtfWlDYyZVmqRqMBzeSckyN/6p2yxEm2YGhzxaZQsXlhQ1g4sAlHIAObpep2Ik9fHYvB4L2Xp6+e9BpVVBIkT5mesPXNW/tdqqRGYrkpnMYjkzinlDKM1qcFMjjKcyR7YGEvN89Dm71EOeQhnyfuWFBiPFjyihaGp48hUt4coZYxA2kyjg45zIDRhDIS8hu1dhsSjIjB5ggboTmP+smXOMwN85+hBx10Y6WZvHDl7NkspEYSQJRdUdtvYhhtUFAKmqQZL2Xzy+hz6ipl0IzKDKm3fIGxieSv5hSZFJkUmgGjKWUl5EmSSnYazZJSKWUbMqO+ZLyKGrW85SNPA6fWrsDbGL4m7c/Il1HOj8Iy/w/IWJkfAW2gXyn1WLkNym2kFWNSqUm9jUV4TsM5v0ma/V2PBoukmXpktYBDb52amUfW0U/mkdsq+yxHybNhKHCAsJwWL7jBKomPuYUpeOYqcbzGGNwZJ1ZWtOS87Mv0fMqtjsHSCnS/NPk8V8l1Qs4zXD6ZYoxnspuf2XSiGTerxjdakG50hkxdBrSWMWpAPre/Pgym9XPNmKebsabjGZjypDPjtmimMc86I261BoOBBv2BzuyD2P2hhoOZzgw8h9AVnQ4qnQwKnfRzncA/7s+0xCm8Y25X9k/G8Kbky6G59g4n3FyccJtxqA/u7er92090C0fkHs82Dx7u6uGDXT16uKfHj57rySNuOR480phbPVtPQsfFOmJpsvc4NbAfzWZT7XaTE3hLHezgSq+Nrelpa2NVF7bXtHNhXRe4Udze3tAWzw7b4AIn7h1uKcweXeOW4wY3jzdxLF7BcXiFp+abN+xWY4e8mzgrq1pb7arXbdTle/THo0eONeZYp8K+RRzIYI4mB4KIzavYLSvmu4IXcFAja9JkTFa4WBG3oMJGGoKlUYaDJr7AFk9BLlGmcHYjcuZYy8ouZ4oLVJRb4iSXOMsRO2npCTIZz47NvK9WPlBrNlBjNlKG/UeNKZPao2i5wXOsSVS6VCUOakAHK2xaxKpJCeqY2EgrukQhzXAYnMqkITWw8M22cvKdoZP7Z0M9OzrV04MTPTk41sO9Q7CnR7v7evhsgefHusNz3Dv3n+u333+gb9lN/Dv39Q3oW9+7q29xc/87tx7rt957qG+/+0DffPuuvvHd2/rG9z7QN75zCxAm/s2375Dnjn7zd9/jpv+Wfovbs69+5wN9hfg33ib+zi3acKJpGdAUJ+tLCLZz0Z1P0bf/cevLH/2jfzRmWcZlp3KMGftatP1bJQ2NvAPGRktV2lKZNvF6M+UOoGSz4FQQdmlHnpOLUL7Ixu5YPA2Uv4myNoLUgnYpC9VTG7qE8efhqA7T3SNtBayCHvEuamDo1VR1XiujxcJNWVgGj9GOLBBzNMQCcCi2x7D4NKU5wCUqODHb5xZK2huJc0hVzo+8CMKBRs7LJYkcC0nkpzrFQMMt0YBTYfE54jwNnqnmi/DR0QJagXOgGhWEUcQRCLQzYBRqagueU21cxCNpFo5mcEiLeEu1LOnGE+kOzI1KLosbHGUkNNZTvsEx5kvUcdJdCDiDDucpAal8BTgd+BrG+zjm6UmVIW+wuCdfVGJtqCZKOFH3OokubHR0kWeHnY0utKP6Fosnh8vbPV3emuPSZlcWv7K9oisXVnXJ0kAti8wlngguUcacdikDkOc8/hHZlTr94nZbF7ab2t4CRrdb2l5ii7StDmkdbW22ADIbYL2hrbUUJOe4QPp/X2x/Yt62dqjfcAF6YaPNGIFNsAwbJb5DHy9sdmTYZhx31k2mJQtvr3e1vd7TFthYX6k3MY+T1u+f6PjkUCfHxzo5OSZ8zHPEUY1jnkaODs90zNPJkf3fJIRPeKo4Ox3r9HRY4+yM8MlQRxj8g/0THWLwj45OdHzcJ9+pjslzzPPL0QFhA/ETruqXOF6Ejy1t/1RHSxC3PHWc8CGbycH+sQ72j3RAHQf7h9o/ONL+4QEUHO3hSOxq/3hf+yfEjwHt2KP8Bw+PeFLZ1dsf7OmdOwd6+86h3rl7pHfugLuLMPHvE377nsUPZOlv3z3W928f6Lu39mr63v1j3eO25PBoqoqNLsUR72ATulnCE7CrP8/RTryaPtZocxLqcTu43km1za2x6eR1njVeural125c1JvcZrzBTcdnX7uuz71+Q0Y/g7PxOjcLr167qJd4Cr3B08jNK9u6CX2J5xajLxN/iVtdi1/aWNcmzxBrnY5WeJ7osDG3vFOGrUixkQk2JcHeJBxykpqWrLsAqnOIfnhHHDhgDo3zFbarkohHVYrYgzktFbEJtW3BlgRsZiAesNEKiRQyuXOk8vAcUPBSTOSxhUmSKQEuUryTEtrriZh9SWhLAzvZJs3se0tSO0gZ1G6LShUqOAgUjHnBFVhJXkykzGaltCfF4TEn6ZSn0SfM/T0cjbvPT3Vvt68He0M9hD7a6+vpfl/PSN9Ft56hWxZ+hm4/xjl9dDrSIxzXp8NS947H+s7jvr55/0zfejjQ7zwynOl7j470/uMD3XlyqPcf7eud+3v67r09/S7687v3jqBH+u6DE56m+nr/yUjvge8/Her73Lx9d3eo7+2d6b3DU31wdKZ9c/yZr6AgbDOjVNJjOvwp+vY/hn2JQ77SLD1UjGzn8xYG51WyaU9xQkZKNeHKbMTjz8Q18Hjxepke4fVGZEJwiiEoRXm3ek29weL+8ksb+umXt/Tlmxv64vU1/QRB8yPmAAAQAElEQVRPRV+8sa0v3jRs6Es31wlvQbf1pRubYFVfvLEC1mRpNeB/8caWvnBjQz9BOZ+/uaabOz2ttTM1GMks8SwaAs6hMh7HI6pyTdZYWyXUULBkppXH83Wa8R5dcG9YclVnchWOVaBflW9wHQtIly1M+pS4RAav+T8XnTxwwcnCnwTPrQ+ppEvnNBJmLFPa6BxcFNzGigFDLiJHOg6Zk+Sd6XuQx1h5emR5vBMyUY7x9eRN4NNtpSQkHj5x9yIwUO4FiLJEm0XR1mZro6/74WU8keZqeOpwc1i6oeY7+Sg5HJ6Ig+I5jXWaXut2muTd1j5rcI6Vtja5zVrGtyzd3tfXWtrC8G/VtIVMU5uEa8DfNJkfCeSR21hiramNtQZoap18hjXSDKtWLg7AFg7QJpv/Jk7B5npLG8jV+VfIB9a4nv6R6GX6ePpqL5Xh4/x5fJ5m6XNktewqV3yr3URzigzxFeJLrOLs1WE2R3P8Vkjvod8rhk7G6b2BXkRNuaEYDgcajg1jDbhmGIwn6o9GGnKDMZoWsr/qeTaYaMx1dV5ETSaF+v2x7Nc6J5MZZRSyG4xBf1TzB8gOwWg4hQ8ob2zhJUZTjQzDCRQYtTR49vmfueySP6c1j7aNDaMJbVmUQZ4RPMN4OtKE0/ckn0CnoJA9tewfjvT4yUAPH5/q0fOBHu0O9AA8rDGUffi0BnFLe7I/0WM2M9vIHrKhPdkf4vTkosus9UxF5fDlK5kjsNLKtNJu4Bxk6jVTkKiDEVllnNc6Da0y/ivtRL2Wx4GJanMt0EpKNUASJti2nDSHTjS01gMrTWiTfHNsrLZla2K919KalUe5vWaCQyS1UinzUsI6t7XtOISI9WxwbPTLtW3rzNb4i0hYhwkWwBucxEIU5kRuERZlRsqI2AapXuR1mnNuQeOckuY0/4qUKVqjSMPMjhOOdaHUhN2zDIH2VXZgwpZUODYZHeh1m1pjja/R1w3s/AXW0ZW1TNdXEl1KpEsNaacjNVPHfA61iyP99KSv56cDHaFn47xQoK2Ji1jlgF0JPKUU9S3J/d1j3X1+pPv2918Ohto9ncn+qOCk8MyjwakMgLban6cYu1RnIQFe/VI1Tjl0HnPUNpyY/ttwJKla3ISlquQ5ZAUOtCW3hgWOa5FXqkA0kNd2P/PfJoR5IdSA/H10qM+uOI3CrXLWhDxJ3CRN/DBJeOsWE6BPz5f/ceuKcy52Op3Rq6+88h+//tpr/+Hrr7/2N157/bX/1/WXX/mv1O7ef3I8yG8/O9Kt5ye6g2F4yCnrCSe1Z5y8Djid2YT6KHkWXcbmtcbCvobC2h8Een0jldE3LnT0xoWu3tjp6jM4GG+ixZ/ZaelzF5r6HKfgz0Bfv9BCpqXXL7RBp8ZryL0GXiXfK+R/CeywONqJk2PxiDrtGrLPVfHzvWM9x4t+fjThKm6IcevrCQbrmRm9vYHuPD7iHXoPeqD7z0702BbByUwHaPfxMKo/9Rrxdj2eRQx7pcm0hBYaY+THYygYYfgNthEMMNZm4D+O4WCKMZ+Sb1bDfnul4lQUWViuXvy4HoyX+Q1RC9ciCvMBoHwTdjIjEuXnFKbJUwwLfC5nZVYwI2kfAQoGm1UTKSdCA2UAQhYzfCRGZuNFjEaNhZyM1jykOZ3JSmOJRk5ijsWeJhgZkPogQ7agKSe6NKmUJkEZqOPkT0AdRs74mVFgcukyzydRX8qecgxWT4qyZSBNRB0RuBoZXlvKKTlLEqUpgGZJqpQ7e0MDh65pQHcatDuj3E9CCr8GG9OL6cZ7Mf5i2NI+GYU8N04fASdL/yJIT2rkaEgBykUeo5Vs3BL6q8VGUbFxlAZO2RUTXQZpqRcVG08Acom8T+Wgtj5LDGyJYC3P7WHB846hIlwhYLpEkVThxDRD0YgKkC9CmW54KFYlOSsfKjYLUbegcwfXib0H/SSf6VQNCSLJL4BMhEcs0qegoBI9MxSUk7MZTAvHQSMVy05jNplRDc3jpTQqtOBbOBAOpFU4JFE5bSupq3IpTfZiiGh3xLlwamapmo1MjSxRI/XE4bGRNjOpmUoN2pMyD8IJr3jCmI1ONO4fanS6r0F/T6PhoQJPHIkrVeuiC5QblNAHihFqVSOt41EefXfWO9ZLZbcFhB11iHwRmUjcwktE5COtnqdF2VqUk+SihPwc8GHamMbIWFoYyCHoPHJmL5BkMs0RCNHkJSshai4vqMH0JIg0yg+UP0dFqFKkjS6RPO31rJUEm77Bbee16xdkn415/bXL3Cpd0Ode2dZPv76jn39tWz95vSc7aH7h+o4urq+pKIIOcTL2T3OcjVKHg5K5iwrMjWNNOquDJpcO54KnRvvvFYalNJg5DXPPnKYqYpO2NOV8RltSQKNY1xX5x0WlI54Pj4YjHZydasTTYoUCBsqMpCfYgLVugwPtij5zZY1D8rq+dHVFP3Glp5+4vKIvXlnRl8BPXulCe/rClXW9cXFLN7Y21MWOmOIG5xR8osba+t7111/7/37uJ774lz7/hS/8Wz/xxS/8m5/5zJv/j6tbF2+JIQSfmm+G78evL//kP/lPlr/vl37hP/2FX/iFv/RLv/QL/9df+KVf+r/8/C/+/r+4snXhP9sbzB6bY3J7b6x7XJk+PplofzjTIW/JRxxVZkXFXEYWZ1SKEW3hpKy4XOtgzc20nuRa9YXWgPHWuX/ZXGBLY21rpC031gaytYwnL7DwGnlryqbRVa4utG2bGvU4lFFyLAQUFWfp0ZNd7R8NZP9PxHP7y4t44w+f7uvR00M9tvCTfT3gqu8h75XGe/jkQA/g3Xu0y5v1c93jXfrh4z095+r6gOu8Q664D476OlzgiGvFj4C6PhI/T+/riPYccpV+SDknvKOOWEg5xj5EzwJNWHSpolIFEZZXxBpEwsF4nGgCvEC8MvkayVyWsPGq4DC+c9Rlwq8p4xEsvy0seNHikoKLMgNUYQAN4ZzCdQvUEouw8ZZxaFQURfGTBRsJEwomwxwEYDdCEWdRzAu1IRpBkKjHISuMcQSOshxtceStQdzXMgH5CoS65448H+e7Wg4Z6nMGjLADquuMcs4p8V4+SeRdQtzL2b8ouRBBkKyNwAFGXdYGTxvci7CyKXPJI5Oc8ajf066P5zlPtzwLyCh1sDDk67yBMl5oO2PogKX5WraUtclxSzWHyVayslXX6Ywo0g+JlkXJgtHVLVJkzssQ5eh/mjWgCbmihENmhtqRxxz5nBNsXhScSEsF5JGQfQWkA+0JtNVgp/EPIcpHAxA2XkCOIDngk7kOG89AHGH7+QIcgg72AqQgWtdfMX/1pgKjYrwCmy6Np2z6BS8w5mJuIjQwTtFgYXgBfYoGxkzwHTxveoV9kPE5Ldf8F/TNI+Mo3VHGch7F7YAow5HHEXaxULTnVg7HVTFWCYrZREU+pOWFPOV7ymSo5Rx9EyXS7hCcrP3MNDWgeyZgSLxsHiJzEc4hzcNLSl7KCjXgOYPxJHw24GrUZSNTAQsHBj9Y3TVV3bvgvCL1RqiA0Y/DsemKtsg5xRcQXKSeoOAC/KiKcY0KqhibFjdCG1sr2t5Z087Oqi5d7OrqpZZuXmzr5Z22bqx5Xecp9frmijbabUUcTZsCfGFxWaFpcJSSKnJoCLQv0OaKOUbzlQep9KlC0lSBA1Ng+wwVNMjLxjYy+iEEBXS0wKkeTiY64tnygGeeYw7KdtNnDreTU0LfWjiiG9xmXeMm1dr1Ogfg17czvbmZ6bMciD9L/HMckj9L22tcXNFnLm/Sh1XRevYyaqR94mvrwoU7X/jJL/+//+E/9If+6h/8R//Iv/+P/9E//Ff/kX/kH/pbX/y5n3vqnEMQob8Lvz+pyf6TmD8GvPiLX/4Lj3/t1/7Kd/70n/7Tv/XP/wv/wrf+1J/9s19d27nyW5OY7h1Pg464WThB6fo8l4y5Gpyxmc6il51aKhaCUDCbKcdib+KktHAomnGmVizUIG5ocZpox6k6YaoeJ5WVaqiVMFSXcAfZDnJG22GGzBI5b5sA9W5QdgYSFo0NpKdezxtpQIlns0LTyVgzrpFL+wDhLNd4MNTgrK/JcKiCeGnG2Yy0XXcjN+wPdcb7/cnhsY4Pj3Ro9GSgk/5EJ1xJni5wxrX2En0cswHHO7uS/qHgtqU/mMk+9NfHmRsQH00r2f+7Yr/amDOOs9LNFy4nxCmYLcBhAn6U8aZ5FN0iLuWF6nBO3pKrzcipQr6B8UjmcB/SwIYVmJ9KiYJzIJzj/LeA3As8Sqg+Dk50tSxy9ttBFQs/Yjys3kDZgbkPlC/GXsyD0YgMlk0xujmIGy+aDOFahnxaYJkWz+M2q5bXk99AmLzn5UVWCgbKNhXHhhaBMFpw62/nvTynnyTLlALPKcollMk3TULGCghQKcrKNyR1WIxZ3Y5zPnXTrrruc57JG+Z5TL5Op/A6XMuRZmXpRZpSZ0o9CRUv+CZTw8qDTb/iOSL9hxfmUF2+I5IwilaWleHlmA+BSF2i7nnfSU+c7LdHStaKJaEaKtl8S27AKmhg43FstGSRHMUqKhiYa9ucAifnGsv4i3QpZzmMDw2O/IQjaYYgK1OkRIUIjM/QR/ohYDQExhdBT9wj79C/LI1qN6VGVqqVBXVBx9AI6oA2MFrz4HebUd1mOJfrkt4DK42olZbUa3u124mSlLpojfU7Uk+MkfENihaGHwEeImoc5RgP0Z856obJxi/Y3CAXyUWzCTFvSqEppUCdrcWGCp6Pc8JGi8Uzc8laLVxGWqqcOc+xnwV5CxlviVRzGeK1bIbFA5RVnsPq8tTnSXPnqFh/hgCN3suooebJ+u5p9Rw1H14AlXOU5WThc1BGQDE+lJNKHALE5bl5SoBnnuxWJU1LZWmuZlIoxaY3zYajB20fxTQoixIXMKJy9EDURbvR14q+V4xBpJ8VClrEKKvPUDHkNZzguQUI04AIj2RaR5wb9HJWqcCuljkUVNz2ee+VJakaHFS6zYbWeNbr0IiOCnU106qbao0D8HpWyf5sBi+94jVXdvO/kVZaT0r2m0qoD30KEn3vNZvH1y5cuPsn/rF/7M5f+HN/7t6f+TN/7sGf/JP/h/1f+ZVfyfUp+/I/rv35lV9xlXOu+MIXvpC//vrrs5WVlXFIkmGZJLOphOqJ6ZUmMamRo2iFb6hMWip8S7lrqGAluwSj0MxUv/lyd2rvvXWYN+BVA2lr8NebiTaaXutNB7zWGplWwVojJZ5qjfS1RgIljXfh9Tbp5Osi02s11G231Om01e32tLK6ptXVVd6NE9kH3zosohXq6uBFU4VaxHvUu0I+o13KWSG+Snyl1VQPRTbZFvJiIXDzrRwDmgevIoIFLel7QbiEV7JMPhmJShZfGTMVldckjxrioJzi9Bzh7R/aBxXx+M3rt/9I8RzwLP3onI5kMsdnI52cjgmPZGmn3FqNcJCKyilg4CrqCkoIpzUiiz8sEJmPWjJhOAAAEABJREFUYAbHIWuQkLEw1Bks7DAc8RPB8kReqqKjT16Vy7A1GcYmZd1SH45SsPoZl8CYnCM4VTXIw3jN+SbvyetqWJnB0pALEXlgm5blW8Yr0us41NLm8mJzcYDOUGcEon7vM/mkAZqKtHM+JokqxqYS7TDYGDivYKDd1WL8Kgt/BJkq5q+CFxbUwj8cGX2yPCkUUK7lW6Kqy1jKZJSdqgoLWB20MXwEtJE+Wd/mSOgscIkc6876Gxl7Mc+O/GIMskZTjrUnDHR0TiXOW24OuRnyWKmKgXERYOyY+7gAXHhRquMvphH2gLLmshYWYxdlecwpqUTYLWFpBpOj/c6TahBUsvJr8MORprpQKYEmimr4qJWO1xYn3O2NTNvrmS6sNcCCcjrfsXhNM1l4ZzXTxdXGPLyWaYf4jv1dl9VUO8S3kO+tNJQ2rB0V7a5EdfO2KNb/5o4I/de8nTU3RuYx1jpmKY5xMJswzQuebaca2G8hjSY645n3mPV4dDbhOWOsvfqJeaCnBwM93u/r0d4ZONXDXcOJ5v/3zhEUPDvWowUeQuubXej8/+I51RNugZ/sn+kpeMaz+hK7hPe53TUc2C0u9uSYm4TT/pT2zM4PRfVBapRrMC5l9mLMRj5hQ6+RBw47EQSe06LyKmKrhM444EFSo1IiW0sldiygY6aLFUahqiT71eE8BBXo1XwMgxwOcMIhtMmhtMt4toI4oEoNwl6R8Q8qmYAC3Q04cvJtVazVIjqoBwJB5hzboahEt0r0r3SkodcV+i+QgFSm/WKliVWgmja9w1lN1eFgktHQjPa1U68W68IVM7l8Il9McTxmOE8lvaOBtC1Sf2C9iINy5vLYoDkNmgJCEqsyDWHmQ8j7/X7lnAsLmGqQ+9P17f9u6c5kMuGpLxsoyY5do3EWs6wfk6xfJs3+zCXjWfRhwsQOY0MD19YpBndoipc21ep0tNIFOBEr7SbORANk6rUNTXW4AvwQLXU7oHYWGuoZbWZabaVgSQnjsKyA1XaqtW5La722VnBQeuS1ulZ71NdqqYWSNlxQKxGOR4qj1NBKo6GeOTYGyu7hlJhjskL71si/Cl2hnb1mU1mSyjYBh9p/nMo2B0NMpB8FZBwbpskHNtfprJR9buWU555jMyjc0hzjiJycg1ubkxGOyBAsKWFkz3BqznBSTpGtQXiAURxxMzOdlCryACIwGpTnlez9dw74RYSnGnYbk+fz8IuUyyXNZvqhmJLHHK3pLMgwgU7M2NnndMCYdthndqYYwTlKTeEbb45KM0sjzxQ6AVPSbVym8GZgCq+mlF1T0meM28zSoLUcfc1zp2KWzJFDi1RlyaYfWipDU0WZasob9njmxGWXjI6JT7h5mhZeNcpEeZUqrylh8swqaI1UBbqcE56RXvOhucnDO6fkMRlDgd7nBpMhr8XrMghbGXU9lFGHkSlATtq8rHl9Vchof1ojsKYCJrfC+SipsyydStskajgFaGUoPZtoKpmu+obmDp0UMeARHSyxv1Ou5GboRBkiG4RTFDCDH6USFMRLNh9DZU6cEs2p54QOkC1fgKWVrPvC8pg8dVUGwmbyS9oSrP30p2KNVMiFSN0xUPcCtMVRt6OcWIcrai2xC9LaitfWeqrNlUQbPWg30+YSHHW3luEuaZ2ENGjNT7WBg7Pe5sDTppyW04rdoLS8fEplKqif3rpKAtHaQ7sim1iNOhwVaU8kLPuybMCisDXgxtVuWfcPjrW7e6Qnz/b14NGu7tx/qlt3n9R/pO0D6PvgvbuP9d69J3oX+u4dwrcf17/2/N7tJ3r/1hO9d+ux3l3gvQ8sbLynsl+NNpkaJnf7qd5b4P3bz3TrDvXdPYDuyf5PrNv39nT33oEePDwCx7r/4Ej3wP0HhB8e17wHj07qDx4/fHyiR4Qf88z9mKfvJ0afHemxgWfwx8+P6dOxnj4/0ZPnp3ry7FTPnp/p+fM+OKPPZ9rD2drdPdOz3YEe7w61y7P/EPvg04bkHcpXqJsEXWLuruEsGq7iKG50LW2m0XSkwSRXf1RBnc4mQWezoP6sADMNpjP1p9Map9OJju0pZ5breFrqhIPeGYt6OJ6pKoKaiaMuadVL281EN1ZbemmtpWvdRDutCL8QLpBaLgiDIVcWaCe6xtx7YFOcB6dh6WQfiB0w8WUjGa9eWL27vrH+dq/Xu9frdO+tr67ez1zzpNFolJbn0wyG8u+O7j148KBMO53H3dX131jb3PpPVja2//Pe2sbfIvxfrm1ufzX6ZNiflfHRyVgPTnLdB4/PilrZ5rMY6/f3xMxdLIWpmwNlic6pxKgZKp8oYgA9vIShSWsEpSgQ5hqFKmtvN8U7zzQPe8KeB06jaKoUKB95SpLHcy5RagM7dV1OQlpdbpSSWFFmoC0Rj7+Sq6qal2CFbHIMDqPtkDADWlMLGyIpBgv/CNAhReS8T2UQhpomSFYu/TRqMsJ4izSxEQkT7V6AJzyXcRJyjlZ75Gg+m30p++2LPg6P4Qznxf5Tv7PTgfqEa+DI9HFu+ty+9E9Z8DVmpFvYqMHCBsJnLwDZsxfQP52ofzbVKSe1E8o1WPiUW6GaLng1nzrPiNfoj3SGM3Vq+eCfgLNlGryzBfqUM+A5zWgf+Y/yaR/pfTDglDgcFGwUGLeBNBo5DUdSfxg0gFr4dFCJgy1wGoyFwYvitU2DqcPoOZ3VVLK/csnLnQYz0qdRw2kQPp84dM4xk0akYQ9lBthonQbf4nV+S8/jXB7HaQzOZTC6IwO8Mc7RHF5G5x/0dIQtbkg0Lo0CHKtpkeBIOdn/BzQY0l8qHJFpbKdh6HRSaTIp0YGZZtRRBs/zYYUzFkDE8XKKnFvNUcipe0obc8rPC6monEw+x8HJCRc4VgX58+C4NfTK0ccZejaDn9fwmuEkzZCfQQvScnTRaOUaMhTcEJn8DJm8yjiZZ5rmKXCEA/VVCqx72bOSAmuDdScpcV6elnI6lTh5p66QjyPW5ZB1O2PdFzUa2I/MwDo3O5DyFJxySk/hGU2IJzwLp2GKvOXLce+AK6mjYNUV1FbIkUcgki+wkCKL0pZjjSjkJJoDdci6OhzhV2UUB3ENeSo+OT7VGevsDGflmIOG3WTsHZyp/twaB4qTwbS+yeiPSvWZrz4bsOnYCL2bgCnO9TRPZHTGGBlyHOyibDCHHiSaTL1MlwejCI0aoN999Pq0X+mkH4HT4Umlg+NS+0e5dg+m1J9r/3CG4zDWkydDPXrcxzk5w2E50Z17hzg0+7p1e0/v33qu999/pPfef6h33n8A7td4+717+v6798EDff890t57pLffeaDvfu++3n33od5++4G+9/17UOTevq/vfv+RvvfOc71391C7JzPZTTr7PGOWawMH4c2rHX3xWltfutnVT7zU09WtDDM9os0H3DSd6NnhQE8Phnp6ONRzDmdPDvvET/Xs6KzG0+MzPT3u6wlj/JhxfXw81OOjoZ5wO2WfM5wxrqsNrwscWK/zTvPmha6+dG1DX7q8qi9eXqnDL2201SxnKocD1GumiK13zHnktiQ4qWAPOmEdPWIPu3M80Z2zSXUQ3dPP/OxP/wc/9/f/4r997ZVX/srFy1d/7c033/xbW1srT37mZ36mQEM+1d+2//1d0cE/8Af+QPlrf/kv3/rX/pV/+a/+G3/x3/1n/51//y/9M3/xL/3Ff+Zf+vP/yj/3h3/lj/7LShuPjgaT8tbDXX2Hk8Db94906/FQz4/GnJ6ncjgRqcOhMKcCw5NhGFIV8vAdi16YpsqlpCaYLKfaSGDE3AIemqjSOSgrQdqDBANj1ENjlavi6q7IqdNJzns53h9rWjs/NdPszgIe6s4RMJLBWTyRRN7oZDFWGnFraPgECotWz2U+nm5pBstr1NmPOSibigk76gDU69wnU1qi1Bwc0S4rimrMWMbgVJVBM641hlw1m4PSPxvgQPTVN8OJ03JmOO3PDak5KFxBn5mTsQjb/wvyIgZnUw2QOYc5AsAcgprXn2nALj802GbJzj5ixx6xG4/HuSbj4kNwOhoTr29VoMs0+22oiaW9gMmEfGD8Am9MeTXgWbqFjRrGyA5JH5A2Lio2TmnK5jEkfsZYDOyzRXmloY0NJzH7tUaTM5kp4zepouYIOAdBE/JOS8owPnRSxDkfavwZYz2tNK8HamHDjLCl1ZRN3nhLGK8OL/IWOJc5mJkTwPxbPnMGTG5Gm2Zs6rOQ0o9MU26Dpty0jPKoUxyxo5OJDnk22MeIH2Cc9zHq+xjofa75DzDoh/UHs4ey8DHze4ShPcSQHx6NZPEBm+RkKk1zp1kuzcxZqeEJJ5oub5RqhyjRmJum0czj5DieJp3GpE/gjWmTyU6M1kiVc0My5SYIVdDJgM1x0dbDk6kOT3MdnRRgojM27GlRslriAnTasQRsBTAeMlgYlsNp8EglrHv/AsSad6x1wauBnIif2wr4FvaKrGCAgTH74chXyxk1GdIFPAvJGQUWrwn1f0itgU4O20BRSlijYg4Dc8repoC+hEBO4qL9SCpSs8Nxk+MoBKISeKkiYc/tludG1blM3tY04TRtKOFJck4zwpkajZaytA2aHyJpqMGtdCMjDSRZkyqQzxrKWm012z212iuEu6CjZqenZrenRrurRrOthDLPkTYx200llOMzo035tLVAm3LbEvHoW8xCQyG2aD+QoaGIc1rh6PJyqAJvpEQXysLLxsKGz7kos8lNxts+33GJW66rPLFd6CXqNqWKcR+h+MMi1xBn4WSSc2AI3KJI/UkEIv4hOCPpDN3t56wHFsuAsN12jGdRReUYl45W6f/VrQ29cnFLL2+t6eZGVy9v9nRzc0UXe23c9IrLk5nkvOioOFOju06lb6hMGjqm3Dv7A3334Zm+/+SsvHN09uQP/JH/5X/wf////Be/9jvf+97/+dadW//Hv/bX/tp/86u/+qt9/T3wxSj93dNL51z4g3/wD47/xB/+w0f/6z/0h/b+yB/5I8//2B/7Yw//b//h3/x+1mgeT7A70+g1pkscDoRTW5uBNHFKfVRmDkk1VsrJJgkj+XIsb79yx0koRJRE3iTEPqGA8kbg0HYXIg4OsHgMckDkiWaUsBAeA2Vw8ITDU/GumOOgFGzcuRxlJsplsPLndEZdOUpaukSlSz+GTBW8ORy9iUiHBQjTDq8lhU97PEvYL/mWVmOeZu11dT+C5jSKtQsWNNRVyC37WVMRd+eI0dUlUpVoHL2SUu9BQrucYhUUygo+eWpOQtjLMR8vwkf4GBYfM9J+EMZPOAknrsmIGRrQOVI1ZHxHunOphHE1as9XzsI+kYcajC/qikoUGWNBhcGOL0CUIwzDEtFnWoaX1HgGixs1WNhg4ZBQfjZHyJiFRMxlqRkn8Pq/BPCVCk7UOSgIh4RxSpeIqpKo0juV8iqcV60PtKNK0AED/Sxov2GuQ4lqB4Nxzc3JsHwxUUH/DJZWkA7oSeAAABAASURBVGZhwzwPZcOrwzFqBux/d60hiwv9BBHIKa9vKjLlPI2UbAZlzHAg/PwGh9udnE2gwImYFQ6nItY3JLK5YTMLzO1kFjXFsZiBycRpwmLMef4qOZlXoaGqavBE1FAVWqA9B/VUYR4uY5s1uACX4sUCpToyVNDguqhhV7OqqVllaOBUNWijx0GpOBnn2j/OcahwUI4KHZ+VOjqdkVZoUgTGS5QVKCOqYgwCqOh7YEyrytEmp8A4hODYCD2rS7INzWQrYiXyNRjLSqSRl2JlqD8LEQJ9iLKnrNLCIaqCBgNrxdaLPd9QFPVIgUJioCDgolgbTmLNOdrjaINABGKuHe1yC2pxMfdifmmKyEp7Y53fSfLkSdOU5yo2z15Pq6Db7qjXtXhH9hy90mvpk7C60tbqSgt0eOrq1nRlpaMlVlcJrzXVXW2ot9HS+lZXG9sr2uD2YG2rpbXNllYNG02trjfVW2+otwZM3rCeEW+pt7pCmWv1Z/dWVlfVW5ljBX5vBT5YW9/S2samVtc2qG9VHRyfdqutJs/jTZ7KW0mqBuPVYBAyBjPFDieswYQDY4NwGxvdKAo1ilwWT2Koxz2PUsG6s7Vcsu4C9iBCo/cKXh8BQ84we8YX24OeR+xHAc0leF5Z1la71VG70Va30ZR9BiWjLUlV1n9Y0kHtIDcrS245gwrqcjhzrr2qmWON+abGHA4GHE5YOnGauHCSJ4XrtKb6e/SLKfh09Nw3GzE4p4LuVMBoSe+ibSAY+YghF4Y+osTCWfEoYOKDvANsED5J5NJMYlOISapAPLDZBZ8p+GQOyjkPG885VQahtCi5yOdAoOwqOIxnpbwK4lsVBoyaFJGLtEM1UuLAJ7J4PKfpoj7qRb76OPyiXqvH0j5OnaV71flIs/bU/UkSndO6b8RrSn30rfpvA4awMtD2wOKMLCjh9UcWWjCwyMro9CGSRdhDLZyoiAvKmJXR+B8D5Z/zTcbin4AiJIytlZXKwiWGwpDDt3iFOxqTJgalqbpttDOA+AJyyjXZkjxLFMFzGvoQS77RolrwTYZ+mDMQ0pZcu6eSE+CM9k5C1LRymhnFEE0wikWQAmMmEBlvg2yu0RWHvjl0LFrYKOliHmTUYOlApIm4A5a/puQxWctracaXydXyqYSswS14jngAdR5orOvJaNYcQv+djQ/zWjGfEerTDkV0kKGfaVseIyz6HEkP6EBgzh0n4KyzokZvXa7ZVR6YUwxtFVk7rkk7WszDAq7FWDRV4dCUBmTKBSqclAAvqInz0EIG2ZrXJtxWENS1WTM4KlCLx6Rbx4Pr1LQyGfJYmbZ5lIRz0426zEyl8ziFDQX6GeiD6YPQk0BfKvpi7Qq0uVogcHqvGIdgsDyMreWJaUNzNKGAtMrgU8pu1qjzwbO6LI/VkzB2Pm0yng2JNMccujSVpzwHgrWDMajQXxvbuk11uzItwyVOdmDMhKzog7P5dcw3+swgyNFHDAobcGDjjGowr2ts/NtbW9pik1/DSVlf7WljY0WbGz1trq9oY83Qk/E/EWvztLWVrpZYXe1qZQ2sd7SxtaqN7TWtb3a1ut5VF0emiwPT7bVUY6WFI9LWCjzDKvlW13tao+5V6jasLKiFDSura1pZW1UPfrfbpZyeerR9Bayu9bSxuaqdnQ1dubSlKzvrsr8YfXG9pe1eqo1OAjKtdTN1OUAkIXIwdUrKKM/BMYuMixMrVlIMCnEGyaVQSjgSDkfSBekcleADeHJQvh0a2fDORl2tJFU7S5Uy9lVZKLL2Ba3soDoZajYecnMyqctvmPPS6ckcI15HNWV+RyHR1Dc0c2mYBUdOVxSlL8qYFo3metTfo1/+09DvJMEf9kmZZEmwt1m2e1U2pQ3JtVLNfKZh5TWOTZSgpQknwxlKUaJaJdqGvqpC8aoQ2Uij8ug0DV5TNtAJKjxRqjk8eQnHlLISTSqAHLeBGpF/DCbBwTdE2ZX+rKhUUEEOjBY0rLR6Ksl4OemzvOSECj5G7Sp6itzUynwRFeVb/BOp5vVbugGZsaGUxh8HZY+XMNka9NH6xXhNyDcH/YRXy9bj4ev+Dljs/SKqT7lDUC8y12LB/ShkmrBRTw0+1fRjsLSP40XZGfIFxrhg4yiTlnI2EsOMOTIUpOVgyhyOaR+vChqVTqNijiHhJXI2gpyNZwaM5lbeJ6BgYzZYesEGUxKvQMi6ClkPrKpMVjUNHQ3zTP1p1AhbNJn5+iZhPKlUAwUZjyqNhqXsHb/GqNJoVGrE89NoPIMaprz1Gyyck7eQ6UjOWM/yIKMvYskrmIOC/uUFuoVsXphshfyHqHVwoYslumhxo3NIqKMKxq3gNqzAyE5rBJztiCMYVTH/BWM7A3n0ykNSO2RT6p2iL8YrYqr+eKrRpOD2pKox5npzaM9w8O1pzOL2LDcc58jO1Od57oz+nzIOpwvegPAQjIgbLL9hwDuOUcOI9LqsWsbGiTbSJseceuZIzKdjg/aNhgKOQcnGP8m9BuOoUxbtyShqidNhJfsMwAnzdUI6r0Q6GXvSBUhjAZzUCDqdGCqdTuGb/JQ48346o9wFzvKoGjPpDPRnDt1wjIvXaJp8FLN5fJKnMoyhI3RpXKboL2mF13gJk6UPYzBBrye507QUcyG2TI+PYpDsBpjRwMIFJS4qZTNteK8mG2nigqSZYg02ZvdRGL8KE+zihM17ei73IX9KWi67EXLOCRtc12fPvQVKNOMNbzYrlKOMeZ6rwFEv0aXAjYK1y/LhA6iqKlBwo5ZTXvECcsqeKfAUb31IUinNqAfqk6Asjeq0Em51Gtrgduay/fHM62t648a63ri2rteugmubevXGZV3cuahuZ1WNrIP2tpRwi9fNMm31vLZ7Epc/4jJHa5S75kptMDZrklYWQGQejlKX9rbpS6sq1LGbGW5o2sh1kgLNKnBMRjg1ubjsl0sc8DWiiwqqJFeRJk3zmQbY+4PhVGdF0BT7NWSzWNtcv/OFz7/2X/zkT3z2P/q5n/ry3/yZz/3Er69l2VB/j375T0u/x7PZMC/KIoaA+ZX5wXioiUYh0zELehdD83TktTvN9GQgPWej2GfDOBjMdNif6KA/hg511B9CR3V8H97eRzDVXn+Ow2GuQ3b8QwzkPuH9/kz7WKF90q3Mg8FER+B4ONYROB5AwWF/tCh/Xs8h5R8iN6dj0kAtt6DDiQ6Gs48CQ39AnQejKfxcP0hfkEfmkEVQyxCe0zF5gPEXOORt/qP1UK7VcY6pDgfwTI4xq2Wh+/T70DAs6GfBGEzPsXc60Q/gbKy9HwEb8/1PSj8daQ/sno30nPQfkGMcz+eK9APaeTTO9SIOF/EDqGGPcd6jPIOVu3s61O7ZUBb/CKzshZzVsc+cHLKZHo5yZKd6djzSPn3dPRnqye6J7j861MOnB3q2fyz7w3qn55+1GevsZKxTdr4z45FncDJdxEfQ4UdwZp/hoU192nRG38/q8Eh92vJxWNrZucxwITOGAnTuzPLQj/4LMJ7hlHLnGOj09Eyn/TOdDQc6G4wIQ1kTw8lUUzYcu56eYaQLTqCVc9xIODbHyMY702Ay04TVF9NMdnM0ms00ZqMajMY6ocxjyj467evkbKDTwRDeHGe075S5OLX6XgT1ntLuU+bz4zihr4bjk77sDxEajk8GGrCWprOKjc7NwdV+ydaQ8xxbOWnCj9NhqYOTmewDnXuHufaOCFucJ6B95sOwB92Dt3s8lVHD/vGMZyPDlLyAtJp3kuvgtAAzYLTQvvGQPzgmjXIOwD68PbBLPR8BabvgOfy9sxwbU2ofr/9gUEALbFGhQ9aXrflD7v8Paf8xsPVYrz10/Zi1OMBLmeF0sgUqMDd4JbV5n/Gs0e+folvHjM9A0+lYJY5CkMPxYAvg1B9dIvkPYTc7xpvDZOZpFheyzqdKufHJuA1ocIPWbLD5u1SRA1vEeQ1BChzEIk6slFBTIs+hMDH4hhKfyrEpG7zPiAPkvPPyOFEJbUmQSRz56EXtyODg1LcTOAeOWw8uRtRuptysNNRqezUaUR3oajfVOrcom2stra211exlEs4NfpMqnG9eWrXGjedL3Pp89uqavgC+iGPzUy+t68s31/RThL90Y00/CYx+6fq6vnR9g/gG6Rv6mZvr+hnSfvrGCrJr+jLyn7+5o1evbujGlQ2t9jIu6QsV+QQHbaqyzBXRw8iYi3ZX7E6ONVIwNg/2cn3n9pG+e/eZ3r73ZJy75Nf/8B/9x//Nf/Qf/UP/6j/8y7/8f/rl3/8/+Rvf+ta3fs9BQQf+rv1+5ZVX8tdee+0/fvm1V//aq6+99tdfe/3Nv/Hym2/+l66z9uTB8TS882ygd/dmenu/1LuH0r1hpoejTM/GqXbHTvs4K7b4j3AEjtiwj4yOCh1xsj38GA5wSuYIOuCUfDAWjorB4qUOJ9UcOD+Hk6BDTmKHXLEcEN8n74eodMBp7KCWDzpAxuSWWMaPkPkfDE6vH5ZRsmlXP4gXZSxMu46WoN2Wv3bIGJcD4nWY9ONp0NEsiGFWLc+J8miBmsfJchmf06gjeIcvwOJHnD4Nh9DDj6Ud1rwooyZTl2t1087jaUHdBSfdssYxbTPYvB1YW8EhTuTBEou48Q7PwyXztADzvcxntJap5ebpNg52SmYfUT+X7LR9jKPSZ3PoTwrVjmi/Up8NZMI4TPOKDaHQbJIrp63FrFSBbE77ayBjv7o8o885J+8ZY2nhOSJ5K03QgTF1jHAWR0Y/CejseTqb2YdyBTc2OZjVGOJA18AhGH4CBvAGw6FGoxEwOtB4PKwNbWGOCRtgfQsIxRdRyWZUhKhpUWo4nWnEiXlaBUXH5sep0YxxzilzxlX3BIM9hU6hE6PFVLMXMCU8R055S8wITz8Ky7tEMeMmkrHlUjxnI8jZvIKCXOIBbfAce5NKFSfcmBBnE83LhFudTJNZq8Zo1sSRAnmDW4qMm8ZME24uDKMyI97QhNuMySxD3kB89iLIO21oDEYcgEaTbB5GZkieofHrcEMD4n3CA+QMdZh4f5aqT9rJxOsYu1ID23GCXThG/y1+QvyY+OnUo3dOp1Ons6l0ii71JyVjH3ha9CrlOat7BTb54L3sJmw4Gas/6Ous34cOdYrTe4yTd4zzZziBnuAwv4jTs4lOcKSPDZZeY6JTHKK+6dso19h0kvgQvTo56uvkkPJPRurjrJ8eDXR2PCRs8bH6lNOnzjPSl+jjsPepd2CgvoGB8Bl1neGc9nHSDWfHAw0oc4wzO0ZHp+OJSnRtvulHBSeV3tFnyTPnntsQ50spYZHiuLh2Ivv8F/6OMkWtMi6X20291mvrjdW2PoMz8/mNpj6/0wJNfW6nA7r67IUVfe7imj5/cVVf2Onpixe6oKOfvNjWly519OXrqzgva3r1QluXV70urTW02UuU+pkq+6u/xQRHuaDGSnZ7kqZOjnVR4KicYROeMadPuLl7clae2fZ7AAAQAElEQVRqf1hNznL35B/4h/9nt375f/FH7v59/+A/eP+NL72x+6u/+qtBf49++U9Dv3/+53++eOWzr/z/fvrnft9f/dnf9/v+vV/8/b/07/xDv/w//yvbV25+rV8mZ7f3h3p/f6R3dwf6AI/iJLQ0iB2NYlsTtbley1QoqRd2CbVwDp2hzTO8/JlLtUROfEp8HBNNo1dB2OTnIE6+irSSvAVX3aWlG+Dnxid/WSPRPE8qkyvgGbXyzbMuMDI1tTqiQ2YJrxxeTlkfAfI5+DCPJ88CnGqK8zIWvPP4vNzcZALhIBXn1MIgGhzjY/CLdLfYnEirVD8B2OmN/Vg5m1cNNi7bzOzkskSdbnWRZ8krKkeZEq8XUIeRdYQ9YQ+1sKALkM/KKOp2CpkFlv2xthMuQbEI50ZBCWwcjBo+HCsn4y9heUvG2FDnJWyyJWNeMsYVcxU49UVOkKWcZjSI21loyQZWiBtg0TyWlpedJmNUTR15DZwRCdnPhNyA8gUnAoeesLPKoT8Wj/TDTqMVba+ChI8gbBtGjzItDuxgZmkl9RitoCZjmOf1yLsaFjf5wJgHyjRUVgdtiPQPS6pIRkOgF2VZyk7bFQnROX5K0YkNMKpErgxRFAXP1fEp19aT6VQhRjkTRNaJf2wIjg3EIMqRfTnGB4h+S04yanFLB87kjX4cxl+ATKrliEdF6g38jKqLc5G+WMtLRU6tkTYhzDgkKrlZjWoi31IITVU8+5YGtq8SVKzZmvIMaPyK52GTj/abJCAQD9gRQ2X5F7B4sPS67EX5xCtkrYyScEla4VoqeJ4s1OKZskW4BW1CmypdA5oBo0vM0wrSahtBG0trI3pYQQv0pUR3KmggHp2XYTEQilE4KhU6msv+P64hT22D0UxL2B9S63M4OxtNdcYN4SlYxmtKmtEB6cNxrvqZDod77jhPNcBxOMGJOD7pq3YscDT6OCN9nIwBt1oDyjOHuA7jYMyf6SYa8hY6ouwhDs/AHB1khwZuta3MgckSHnELN6SMATdsZzhXJ9RzcHiqPW4pd/eOtHtwxk3XQM+P+3oK/9me/e2UAz1+tqe9gwOdDc5UhJzhqJSgtwkObQuHdoWbtTWekQzryrUSJurFiVbiVCvEV12hVZ6/DGsW1kyrpK9BN9JKOx2vHW5r2r6QK0eUPVUzsZnI0f8CdYuKppvof0C/A7dCJfOjtIPjm4hzCbU4jYOj1IyRbYza7a2Z/Qqx/ebqr/zKr1T6e/jrU+GgmId5Zf3K3j/3J//kB3/mz/yZt//Ff/Ff/N3/1Z/4J36r3el8MI3u7IhT6z7Y44R7BMYFRstnKqNXhMqUB6U1o+ZQJlkcVPUJJFGAVix8ixui8yx+B8TCD7X6eOeUeC8cZBDVcIDRbTgRlpqEW95BDV4Nymwg3/BSg5Ndg4znsHgi+FZGVJOymshl5CeLnHPih0QZBgczirYE+yklpGecIBtpqkaaqpkmatfwUIPFU8IgWyJBzi/g1Ewc9c/Ryrw6jVTdVkNt7lXbxNuNRK3Uq0m4Ba9DvA01vn1Y7Bzka38cyHVAl7w90OX6tVPD12W2abOV1aJtrbrdiebtX1LkaF+rhoVpB/1tgaa1aYEW1Hht+J+EFmUb5mV76gDIWh5Dk3Cbt+o0OuYw0Uq7o7VuT+1Gg7iTyfRazXpcUkketBoZ791erWbG1CSSHP8SQCrlqJbyxB2wVOC8jB0hJlKDsPHEnC/hFuHI/BpvSeswOhBAlaCvpMdF6dFJAVSkWbpzCfrha3ihx/AjehThi7iMOvhCvy1epxF2To7xdolk7EhbgpMip1VEWQuRSJivhyrIBclTeRK8HFTRy2OYnVIKSIDxgXz9z8ktaFKHRMzgaMuLMN6LsLR53MktZCXaW9cJj2ZxgSKDp8HWLhpLOyVzoiQEnP2MovWKjrzEA2WIsOwrOoKeUAIYG+KR9kXSo5CHG4GIn0PwaU+sYWGnQHp0qqmFg43hEqQZLy7isZ4Xr0A8MuhzpLSPdiBrchEaKD/U6cgSjkDwzSGpO0nARSqNXnWbCYfgxBRh/6TaUWcLzMugJewzSDne7qysVCFf1fKO9MgmL9rPOLDRinorbM4Mp3SEo5FDiypoVpS1M1RQZkm8rKIMBTRHPg9B9QEGbzsPFeFSOXUVyBfUW0BLA/JGK6PA6rIyCjziWeHUH3HrcDjR092hnnD4tD/U9nBvpAf7Yz3an+opzyfPno50fDBUNSvkXWBoKkUHVEo4Ji7m6GeJrgaJdjnqFW32tMuHQglOTRKm8ueYIVdIFfmRD7Q7IGvDXnJ7N52ONJuNZWVLyNm+whqqYqYZDvCoaqpfNjWExsZq0Wy3nm+sr39vY2PzG1ubW1/fWF275xwekenT70Fo+6djFMxJMa/T/jT+yy+/PN3uXhqFEAaoYp6zPicxaowVmdoCYSFVLISIwQxoVsQYBB9NZYFTxZBE54S4InmDCNdxKGGSRRTFRgIF9ApiL6w3ddu0WkSMdth82zgenRpeFu+wKdrmOw/7elNskd7C+J/D4lYG+VtJpNyIsyCxp7OxWO1S5F+g7gC18LkxIp5g1DI2qkaasOF/iDbxj6MFbwlrl6HTSNVukA/vqQXazUS9Vlaj5lvbDLSvvaBN2txk72kbz/L8MFg6dZpcp3ZKpA75OuRvGyydjprT0zqPM041f0kTtZH5OOo88OfUq/WRPJ48Xh3SDcu8LeJN5JrWD6vPAK9Op50t0G5kOCEt9Tpt9dotdXA+GokXzWdeHE6gU+KDEFW71VC3m6rZypRQpmMuTFkCClOhSzZXplM1ZPPIDxfRoAUI2wfqLD2YvMEj93Es+UtKPXEBOYTh60WgX5bunJMjnZ9yzokfCtAowmYOuEVxOBExejQJIBuUKJAW6zA8CwOdw9HAOVhGcD2lJTVEbIm6TMqwcixsfFfX41hL5LFOR4rS/Islq8CPF2G3IBZfUlGL6i/HzxdBlDRH2xOXKeM2M6nDiTxj4RKJSqW6wVRKD2O0la/6y8qvA/yIsnRHiPXvoDVoJ5Tmi2pq1M0neU5N1mQMFibB5tasS11PIOFDROqHQU1WF/w6HmhifAFUw3iIjTZSTjRpi8u+HM0A88rPw5441crVlHTmw9VgAOBFWa3zH5H+iJyCOufkfULQ5nsu45xTAs/4JEiiPEc6hZTctAVrC+EQIvMmeuDmcISXEOEaJgPoQ6Dc4OGb/lp51BFAdIliTUms+ZRX01SBOc3tg/szJ3wjDcZBZzzVn42gPNuPeJLLq45UtZn7hjppk7UqJTz7uBqMLY6KAx4gKLOhnvITxidxkVUQ0JgSJ6WQx1FxBnaIxNMB2l3hyMzynBvTSt57efpR2TgYcGAcYs47hehwVVINi0R3ng5091lf7z061NksPn3tjTf+489/7vP/7uc/+/l/+3OfffOvf+bVl74zHHKlRN5Pwff/4C7UQ/0/uJQfwwKK4jikWTJG4cxJmVTezVya4NsrTIqKN+agmLXwahMVKHuZNJX7pmYWRi0jfXIoocEGyVAr3IJnfDS6/jZ+iiI2klTNLFMjTZUlng3LKWXDSz6GNIEPzvkWriHhVwDypsDK4BYhBUmaylmiLVjqCk4KMtgiNypFB5M0x2Ix2SRJ5ZNkDnietB8AeTxwzsk5J++9LL/3hB2ApolX2qBPoG4LG7qHZzKOdnsvyUkGsuhHw8kh7yhXC1jYORF1QHKW7pysXIeMs/gCRGsZS/NEfji8vP8EWLkLJAnpBivHaJLIp4mMX4M5kJMynI1mqymPDFlJT5jXBHtWcVLEQHFyqtgwXCIlOHYZnpqHOsYm4mCa8zuHVHnJwkbtb6AYtbk0fYtOEhVE2jMPizmdQ6QZr4bgfQzCoNbcEOU42TmocGAdm4ZTJCnKRGzjjaRFCgoLxGjJSBGPhkBHoiGlFqiMpgrwI3yDoGLT/0EwLvK1bn74/5dE2f9jYg5aRYkG6/NSf6meFlI/aRYmYt8KLioQiksQrzvhkbIw1Jw5kzP6A7B8jGdg8CrnVRE2BGhgPA2VUeq1sOAbIjTKKUQSnPVftCOorocyjdawMIiUUcPCHwftXLZLpFG0HDxnYSv+BXh4BorTPD1C9TFYalRdFsRiRD4iY2Us8WE5sR46qjDxWt5HeLWuBFl4CdMZC6fWWG45HDI2Cs0sq+1bzYdnm7HVXyNSLLD6ZOVSkWWvQW3uBfhFeEnrsTOdBzYftX5QXDhHZOxVw2RtrioKriinBnMbSDCHwRylirY5n6jV4EDR6Wql3VSPNdlrJeq1PHAAyrV0r0kY2oV2oW1OHW2uvTvYOAvXh6iG1MnEAcfNwWA0WNcpNzCxmCjmU7lqppRnxDQGJbTFBS9v64Y1UhEuleCgSPf3BnpwAA5PdDSdPvv53//3/+0/9+f/7H/yH/7lv/if/9W//te/+u/92q89+emf/ulSv/dVj4Cvf34Kf5gX2siy7/os+4+c8/9+o9n465tb63+r0+s9O+X99Wyaq59HnfIIeAod8iY9cTgsvq0Zzz559CpRtAo1q+RUUxZCSdxQoXClAQNWulSVy0CKIU5xeBLl8KakT0g3WHgOL9RZM8rMSSs88iwmCy9RwJ+R38rIXYP2AKNq1OUW1JXXSJSzCGoQt7KMz1KBn1BPQj3ph0BmRhlT6JTyjM6gM+I1KGtibWbzmRDOfUNVwht91lFgsZdZWyW0AmWDsUoamtLWibU1yZSnDVnY+vvJNNWU8qeUPaXOCRgDoxafUs4EWPpsKWeyyshneQH1zctI4P1o2Dh8RNb6xbxOjVL+GMMxjk5jwnW/jVoaMhNg7SmzJn1v0bdMYywmBzTNaEOOjoyRGeDsDjgxjThNTZnTIkmQTZgzT7nSMESNMNYT1tg4quaNkDsHhnaETo2p29pVYxGe0BaLG51Q14T21iA8pt0WNjoOTnjgmlVOeSXlxF/ErI57nHEHEsYt1YRxnWA8pzWymmfhWcyQaWgam5qpgR7RdzWVE8+hU3gz6KymDWSaPwCTmaDXI/R67L3G0IkBB29K/EMkjFOiKbJT0o3mNrboQL4EaR/hMe658Za0lktkMrM674fhGXI2hyP4Q8ofsX5HhG2sbb7HhI0u9XVGmTPKmzLuMxsfHLLC0Ud01MoxXZ8mqWbA4jPyz+E1o/wZ5U8/AvpmcwlmIKfMElqSryJcUdeLKIkbXuR9PGzpJXNmKGhnQTlljUzzMpPaBlk9hdX1Agr0prA80KpuQ6LKwuif2bM6bPEFTJfKIAXaFYHnFsIgxilQrqWj/jz7OJVWBn2vy6HsYGBMLG8dtjioXgTzY/0p4BXkN5QWppzCAM/KnYedLD2nzNx7FQbWWsFcVJRTsKYKnKkaPLlEJ6VZoga3nZnBHI52Q/b/rPW6dhva5Ea0pZVOUyvdhlaNGrpN+Avg2HQX6JFWw25IgTk9HZyeREEVTko1m0hVvnD0vBLXe9limQAAEABJREFUUggNVSFVQIcqdGjG2Jv96FfSOCqWWTLNm/5sbxj6O1/4wvD69esT51wJon7vqx4BX//8FP74xV/8xclX/uv/+ut/cm/vX/8b/8Hf+Gf/0r/7V/70//SXf/nfuHzt6nePh7OwdzrCmz3Wo+OhHh6N9OhkqienuZ71Sz0fBtmvIT9Dm56Pop6PiU+Cdo2CZ4SfjaXnE9IWeILso0GpB2e5Hp4VemBhynkA7gOjSzys4xUylR6irQ/OAvkq3T8Dp0H3iN8jfK8fdfe00r3jUvdOKPO0pOxKj89KPSHfk0HQ02Glx3U4QqMeke/haaF7xzmY6s4xIO8d+Lcp2+gdyrxzElRTC8O/d0Zd1HfnFEr8/iDq8TjRk1mqJ9NMj8Zed/tB97iPuk/aPcJ3aKeVeZsy7lp+YGVa/M5JpZqStqQv1nnb0k+iboNb1Ge4jazlszLmCLQxUM6c3kHOcJd67/dFW6J+kMaaf4++1O2FWt/u0P+75LM2WxlWzwfHhW6B24zvbcbIwh8clfrgqKDeUvdtfKepntL3h4TvMe63T3LSp3r/cKb3Di2c6xbh20cz3WXM79OH+9RzF3qb+K2jXDW1sOWlng8WeB9qsPhtwnOUunMCyG/0NmFr3y3aOEehW7TxnEdbl/zbNqbku01f7xgYr9u0Zd7nCl0Kus283aoR9QFjc4s5MxnDLfLcQpcMtwnfob/GM3qb8G3SblPeLdJMpqYW/jhMjrJvoye3wB0D8TvgLrC5uXcm9Cku8GJ4zrM5s3G8Tx/uUWcN+naX8JJXU/rygDLvgyVdhq2eu6yPu6zNO+AeuE/8I+BZ4N45L+g+6/8efX1gek6/HpLnwTDqwdDpwcjp4UcgeAuYzGgefvgx+mARt3IeDqRHCzwkz+OB06OhtKSPFnHjnWPBm8s4PR4m5AEjr8e05/GC2ho1PEFfn07Q20mimk6hrOFnrOUlns+8dvM59vJEe0Wi/dKor/l7dZrTYdXQqWvriM12fyFzSPgIh/UQ+WeTUnvTSvtF1FFh8k5HpSdfMqel06HxjYIjcAjmFDlkT86RyMKnlHtmqBKdfgxnVaozNv0zZTIMoH2c5b7xyNMnfchhc4SjbRiTPnENTThsTaEzaA4tfFMlt+aGCmqIaVOOw5fn8OW5Xa9pAx5hZ6jTW0raHTW6K8o6KxL8IjrN8ORmOHPmRFWUnePE566JI9VSwSGvoI7Sp4Eb0zz3miE7abR7/ZD4ca/XI6d+7+sTRsB/Au/Tw3Iu/qpzwT4J/cf/+B+fuiw5dY3W6STEYvdsFO8fnOjR8UgPcFA+eH6qtx8e6nv3D/X2oxN9/3kfDPTd52f6Hm+G3yX+IYzfJ32o7+8O9d3dgX7n6Zm+/fgUnIBT/dbjM32Dcr7x8FTffEAYauE5TmT0mw+O9da9Y33jPvT+id66f6qvQ792j7DhLmnQb9yjDPjfRv63H5zodx6d6jvgu8Dod6h3Ts/0u4/O9FvUZbLfunckw1t3D/XV20f6yjmO9ZU7h8ShS94t4sDkvmZtos3fetzXtyjva5TzldsHyO/rNz7Y13/z3nOwq9+4daDfvH2sr9450W+S1/AV4l8h/tU7lG2U+Fehxv/qnSNkTX5JLXxKW86A0dM6/Wu07WvIGuZ5XpQnD+PyVWS+isxXP0a/ctdkQU2RpR1fRf5rdyn77olepG/Rx7fwcN56cMrYny3AWD/s67efDPS7z0b6FmP5Lcb824zxt5nTtxib/+b9Xf1X7z7Rr7+/R3nH+ibzZvgW5Xz74RnjP9JvPRjqW5RteOten7I/iq+T9vX7A+a7r6/V4Xn61+s2ncE/BUbP9FbNs3QLQ4l/3fJA33owIL2vrz/o66u04yvgN8FvkGb4dTyB37h7pq/Q/9+k/1+h/b+Bvv06c2r0NyzO+PwG4/Ub6P5v3DvQr9/9EL9xd5/4vn7DeHcO5nQR/vU6bY/0F7GvXzc5yv9NdPcr6O5vWr3gq6YHS1DnV5mbr9w51VfO6Qlhixs90VfJ8zX0/mv055zS3nn4mHE70dct/sNw/wiZY33t4RxfZ/0Y3oIavvEifXiit5Cz9G8wj99E779hc/l0UK+Bt2jHsq6vE34LnXgLuTk90Zx3qmV8Sb+BnMHi3zBdYk19c4lHfdXhT6KPBvpmjY/KfAvet58M9a2PYEB8gN1ZgLTfeT7R7+xO9Ns1pouwUQP852N4Q/3u3lDf2RvpO/tgb0x4rO/ug4OJ3sF5/2AQdJtD2nscur53ONH3SHv7aKL3cLbfPZnpezxZfJ+875D2Loeh93DU3yX8zuFY79SUco6mH4aXvAV9D/o+dX2wwC2oYR6f6oODqW4dTmsn/zb13aaOOzj7hru04a4dxsADHNVHtbOGA4dD+BCn+GG/0D0OnQ9o+wMcz0fADnOP6dMTDolPB5WeQecgPCr1bJBrt59rb1jK/gSE/VmDUzyKszJVH8fnBEoXxblDJ4XXGQ5RHwfrDOfoNHeiSfASHc64nccR6+OR2J9fOJmVVZ4kp+217ve6vfa3uiudr69tb387OL/HhluC3/v+hBH4dDsoH+vwbBaLINdPsuZplWZ912iMSp+Eyq4KneOaW3b1pjMU63jqeCOUjiZRh9yYHHDSMhyNgw5ZsIfQA/iHpB8Q3+fObg5pf+K0Z/xp1AE45BnpAJfZ6DFhU/pj+McziYOzWF/UqRp9rv8Mp6gsh2edEj8NqulZ5VgkjmeDFwBvFL2GEd4LGASnAfkMljaW1wQsqYVfxEhOI9IndoXKSaFsdJUnbY3V1KBiIbL4RjHVoEx0Wjj1GaMRdUy5ip0Ay8swaEzYyh29QK1O4xuvDlPPiKvcIdeec6QaulQjy7MEMmN4cyR1mpVhsLr61L0cjyXtMxYDUNPgNaSMATBqGFG2YcL18BjU7WTsLM+AcbaxGqEHE58qb3RUZF0NKW9AXWM1VKRtTTkJDUKiPmNi7bAyJow70ypURJOoWo+m6N4EPmpR69SIufg4sI0y2LgNaEffQLvPKNvQJ7xEnU5flnRoYbCkdT9p+9DAXA5A38Ks8NECEydZm4eMw5Br+pFvqD5ZEp7Q5wlzMiLPmLaPyTM0eWB0iYF3Gv4o1GUjwzgMPwm0awgGjI3RF9tvfTAMGQdDn3G3NWCw9XCKztnaPEH/TAeNHhfSEXiRnodz0hawtWYbi9FjJsfAvjlf46zDmm8U+RPq6bMR2RwMYpsTe5M6nA5zW8+B9V2BcrGBVbJ1fcgtgtGjj9FDFGOJfdKej8v57eyCPh0VesbG+HRBn32EztOWvLlMocfDnJvTXE+MsqE+WeDxYMZNzEyP+lPdOxnqPocvo3e5Jb57POCGb6g7NR3p7tFYd9j479rtH07BbZyTWzgqH+CA3Aa3wPvPB/pg90y3gf0Hdrd2T/Xu0yN978GefvfuU/3uvV19F0fue0/6+h4O/ffB9+owcZyw74Lv1bwB6cMfAUs3kO9cfhnvy8r5Ls7dd3G6Dd/BYf0uTuJ3cP5+F2f7d3A0v8vh4R0OFN8H333a128/ONQ3bj/X199/oq++9xRK+PaevnZrT1+Hfh361u19ZMCdPX3jzq7eur0L3efAQV6c9W/i4H6bOr7NQfO36efv4Eh+h/59hzbaIfF3n5zpnd2xbp+U3LjiyJ0UshvTd/YZt8O+3t8/1XvPj3Tr+aEe7p3mhW+8/Y//iX/iX/6n/uSf+uf/uf/dn/4zf+x/88f/ei/tPbZfJ2bJ/d73J4wAZugTuJ9OVrj6+uunb3z2C99+9c03/7PX3vzs3/rsF3/q132zfTKqYphiMHMMZ8BZccArqf8ZdYQ8xnuJZBE2fiRNwMJGz4GhjpQnRckBSdh+2Zfnx8eRwEuBUe+kxElGI5kqyirlhc+iQHnYbUVHyQsEOeJeEZlAGZE8AlHwiSNJWvUj4SmZJ1u1eVft2odCM0ezC1XFVFU+UaimyqcjlfkMfqhLttJdJBwr4lCri7h+FHgpF4jkMQRoQN6oCEfCzoCMiwV1FTSfnpMm4CzNQG88cGBJLWywuLUh8hZNwwnSd8IWN4RF2FGHrxEZbyf7zZwaqVfijVcpYdRL+j0dnmgyOlVBOJS5Im0RY+ZjVEbvbe4a9N+QQQ0WNljY0m1O53BKmNMlPGHvJIhEvSB+EkiPPwy1PGMhEJzolWhdBIIjLQNzDuNBv2SwMQ452QHxhP7UbQ1SAjxwwArxFGP9dcj8UFCRpUFkjbC/2rmEqyRXRUVDiKpqVCqZj4+AsS1BRT2yLyerXssPplrrAxyjDL1Qexl1TjJag8Za3KBIAvAMTGKIUvICbHlaVREZ4RwlSpSlHaU4pGnWkcdhzxpNJVkqx0SRVXPQFwIxQsUXejlPMCZtNv5HINVD6aS6qv+eFJ9ZS5SUwbDqI4BHN7UE/m4dXtKab/1w7jxfSfMLYOUE+D7LlGYNRXue4LlEjIfHYY++pRnPLrySa0TlWIPaIZ+RF7+vDi+p8f67wA45NZjI6TnceVkTyh4u0IcaeInWCYN5QoNPaMdhkfDMlIFUuzxfPZlE3e8H3elH3RlIt86kd4+i3jYcSG+D7x9EbouCvrMH9uf47f1K39ot9Y3nub72ZKbffDTWr98f6m9zC/lfcdv3t2+f6W/fAdBfh36FG8yv8ab3Fm93byH7zadj/dazsb6H0/c9HL63uaG6ezDkpn442zvp3/lX/82//J/+S3/+L7z1Z/+lP//b//T/9p9+9qu/+qs29PTq974/aQT8JzE/jTznXPzX/tyf2/3Tf+qf/n/+lb/yl/73/9a//W/8qX/1L/zr/9Qbn//c7zSanUn0acQSCdupEqMSbJHLDE+UGUMzQkZfRIVBMpRIFMCoGc0a2Cgbx6Uhojg2W9W208I28AYLL7HIMpezCKApitTjKN/THstTbyIkpAt4jLnBzI3JCHmDQ97KtjyppB+FhPTMObUSp4aXXFmonIw1Gw1qGotcxaygbVGI1DIphSMKT7XBt7iV898Gy5PUbQtafjkCy3yW/iKWfKMv8i1s+T5OlzyTX8L6bmGjJm/hhOprf8DqdlEZCQ065zHbsZgp4oytdltK2aHzyQwHZap8mkv2WwLkEePvGGsPJSumVfJWJmkORPrIFBLSfN4tAhAXSYybqxFREtOjMP8qIPnfAWbI0tg4k3NMkEd1PUED5bt53ZnEHZBk1DZna7eqUtwfKotRDdrVBC3k/v/s/Qm4pVd13wn/197ve4Y731u35tIsQEhCYEl4YhRSlSYwMTb0ZzseOk7Hz+P2l+4n6fFJd8cO+eIkbsDd6U7sJHacBMdxSAxm8BQP2AY8AJolkADNKkk13/me4d37+6197q0qCUmgQpCSdI/O/6y911577bXXnta736pS+zRs8p1+fRjpaqHD4f72Np+OSHkAmIetOgk5g5/MXHQkKC5Vgo95jExx3Uk6hNkg4PR0bPIYKnkNo481TszMLLgAABAASURBVHe4XQ63zW3YREVbtUXVsaVOt6N2u63uWFctaKczyldE8SEIC09BfAxgCi2olHlafDYpyVKGqWWPITZjn5GeTn3/eSZ43zZlN3XRJZ+CKjphOj0JDHKfNRt8zvCRHPwBPK6Sad/wo8/2QFkE3rFKFbeHne6kxqfnCFI6WkfY/12UIcGbo9mgUlQ296iDYIbZxegrQ+WzzVq05LMJ6ulnQIbX5ApbgCoN0DlgJQ0KHeWHpBVqpVCJfbrQhnYTaOA7MreBObSVrE2Y3VKffL/qqI/MOvV7jOs6+ntgDd4q9VbQt2KVVuEtI7NEu0ukHavkHWvkC6i/ZkErYBm5FcpXVGsN+5cdpNdpu1e1tc5GQkykFZPWwTKTYJUJubTOFRwe2fp+/R5gRn79wi92STNLV1111dp3fdd3Hf/Upz51+Lrr3vjovnP2/VkI+YTSMDMHNdpdGhYZ4QaPfAlkHgELPL0BwSunkbElhCQDmXRDuYOdX5nJKT6RQw+isW6tHfNT2rFtQjOTtabGgmbGYsEUdLobNT1WaxK5+dlptaoKczJLQSwTabpTae9sR3tmau2aNO2ZDto1HbVrqirYOVlp+0TU/LgBaX5MBXOlnUpT6J/sxNKGtzPVrTRDe3Pjbe3eNq2dc1Oa7LTU5QZhjChl3G9TWlH+V+7GWxXtB810Q6GT7RH1vGMa/lTHeUb5s2OyLU3T7ni7Zpm7V7KCmaJlOW/bRK15+jDbQYe3gS+mui1NYdcM9Wa78DuuY2TLDO0+G9ymZ8JJ+fGIL7AZv8zgg23TE9o+N6Pt+H6y21YrsN1i18xYS3PIzrgfsW8MH1bBGBvxMWV+Y6w0NjapVqerTrujibFxqfTLFPhPGskZm2KMNVk/FIIUYkmTaGZn5x94wxve9Os33HDTL15//Y2/4Ljpprf/guPGG28qdDN9883v+Gcb+AWn+6878M8vvfTy35sYmzpoCk2gTaajKoybbpl2T9XaB/YwR7a1JKaQpmvTdsb3XObA+fTvnK7k2Afd15EKHYOCvfB2wdvdlnYzNrsZ613QnW3TTvTtoEvbNzDvlPk8jo8mTJoKktNxSUxNYBqLQe0qwlE5ZEOMxY913Vqbmdv2hT179/7ROeee+1vnnXfex847/4KPnn/hBb9ZcAEUXHDxRb958SsvLrjwogs/Qvojr3jVqz6699x9nxmfnHg8VDFF129SwAfjtTReAVpk6RSbxrGLoRRTC5hcfHw8amqyhfd6alOhN1zVGlhZWyI4XVfyv7ZCpOBLmi4wb6U6qKBCtyNu0JI2yfMFJp1erwqSg5hHrsvp6fAyh9epTNikUt/7Y7QRwOl6Pb8Jpi2lUoCR6T9xtJiCxddmpgDwPKxMWpKlQtusy063xVg0atJARmMVHRwMe1rmYWV1bbn81fpgwpZMcDtUS47mJG2zB7bQ19KIV1Nec1P3TGjB7yDbDon1ltTBcKbVBh3l27FRrYFCGqpG1nggM+pVtBOB5aEYGNCT/B9eQ1egw7npEQAOJOwoDwD0CkkMr5St0pBXtcMcXTMWBqSCshLyQ2XsSKQT3ERpQ5sNecHnvJBoN1MzYYccgTrkMz5L3jYDlhg4by8FS0MLw7UhyrT1eT4eYPo+H/EXv6yZZQdXawma9u7e+ckdO7b//vTM9J9MTIx/emZ66tMzszOfmZ6Z+rPpmUnHZ2amJz8zPT1JmWPiU5MzE5+amJ74U+ifTM9N/vHM3PQfzs7P/ee57dt+d37n/Ce279z+ifkd2z85PT39qDLroMnyjWZmalI75+e0Z8c82KbdpHdum5Fj9/yMdu+AB3bOz2rbzKQmujWL1kpdYgVNT7S1a/us9u6Y017oHursmZvSHoILDzCKDni7KduFjl3z07QxVbDLZeDtoe6eHbPahdxOeE7P2b1d5+7ZoXOhe739uWlt57DeMTtFO3PYOqeds5PQbcDzT6cj3l507905r707twGncxt0M79N+7xs+1zpX7ddK+KgYFndui5+OH/vLp3jOnbMaC927sWeva7XQb29m3nSe+DtIb/nKXTbho1z0M30M9Pd+H4fevZ5fR+LuVl8hX9pf9/O7dpF+VSn0txkVztmJrTT/ULwMjMxpi4He80GZCaJn3aro8nJSc3NzRWMIdPmitzMN71ML7MCp0VNP2ueyGNVl3pZppSzz8n+heeff+s55+z9v3bt2vGzY2Odf+DYtm32Hzg6nW2Fbqbn5mZ+9jT8wwsuOP8fvvLiV/57bPgK7QyUsyJ2TXTa2rdjuy7es0vn09fz6Oee2QntmBorOHfblF61e5tec+52ve78bXrtBY7tuuICcP5O8jt1+Xk7dRnll+6b1yWbOMfT20d5Tzv2bSMPztmuc+ZmtHuS+TrR0o7xzggTXe2YHNf85JjmJya0jfXQrSN2SonXPJic5+bnH7vyytf96l955zt/9p3f8z3vvemmm957/c0H3nvDzTcU3HjDDe913HDTgffedMP+915/0/V/78D+A3/vxutv/HtvR/baa/f/s3PPOefPOUCXuVkqh24rSOO0M8styDy2zI91tW2so7nxVsH0WJu11dF2fLFj2ywByrgqFGRe5fW4OcxcwzBF1aorAs+2fPxnsX9mYlxT411Ngxn0zk525Jihn9MO5o2nZ+jvDP2enRjTHPw55Gc36IynsWf2JB3T7PiYZsbGoN0RkJ11/RMd7KUN14PMHNR1zlJ3jvI5ymfBDOnp8XapO0Wf2/SlkkSsoQBtEwxOIzOLXU4dc9i3nfW+kzk/Pz2hSXwyS7szG31wGdd5irY1hcz0BO3Q5uwGndugo3wbX7U1W8o7G7QLHQOb1NOd0q9tbpPLQr0/m/Xm8MXcxLh8HU7jq7EqEKhI1iQFxqY2qcW1YM353yKYaBMotHiAbBGodKLUjlLl5TjBGMjkc421YSEM253Oo/M7d/3R9Ny235qenfmd7du3/d6OnTt+b+eunb+7a8+u39u1Z9fv79qz8w9279n1h45du3f+0Y6dO/94584dn9qxc8dnduyc/7PtO+f+bPv89s9Q9zPz27Z9enZ++6dmt23/09m5+T+Znpn7k6npuT+B9yc79u29U1uf5+WB8LykX4LCV1555e1vfetbfunG66//wM3X3/C+m26+8f033/T297Mxgpvff/PNb3//DTe8/f033/Q973PcQNnbb3rH+8D7b7z+HR+46aa3v++mAze/74brbnjf9QcOvO+aa/a//5q37X/fm9/05v/n4osv+pO6issE0+VfBO+wsMZacXQjUUdNsHImiTwm4E2QnyQ/0anh1+pEU/BInF2bdSge2hRjpQ4bzni3q067VZ5A2zz2tetardYIbfidFmXAZTzdpWwcvZPdWpMcuGN1oI2omfG2tk2OaRbq/CmenDbTXYweq4R8rWn4buNUu9YU9j4VznNUpWyyVWmyFYHTTXjeMcpPtIJcf21S4KnEeDoJwO1ym6Z4Op9qB02CiYKq2DuBfyap65g6aUdd2j2Vdzuc5/D06djkjehEsTOW+mMY02FDa4MxfD9BO+P4oMUTWZed3duexofj1OHL2BB0MCjEFoxNVo9XQkurS1riCbOAp80Br8l4X6OmhCeS2BQjOiv8H6Cjp7RGHM+Opt2JxxYXFx/9lV/5lSc//OEPH3L823/7bw85PvzhEX162vOOX/zFX3xi167th2PIKzn5jMkSc4cfjdGXGcZ+rltpbqzGr8b8StxiJE23TNvHW9o9CaaidnG9sGtCUGnnpLSDq4/tYNtY0lzX0WzQrG3djD4B07bxrPkJjcDVxE70baet2Val2TqCSnPMw5lWS1NgEr77OXLA4F5/MJVJqdOqj7bH2rddd911n33Xu95129vf/vY73nnTO+98xw3vuKvgHVAH+RvAzQduvvunfuqn7v6Jn/iJu/fv33/nla+99I5ut/2VlNKS97/CszGbulZruj2m2fa4ZlpdTddd6JhmuuOaHZ/U3OQ0mGK+T+CbliqrpKHJ/8eO5dUmdnY42CdZf35I+gE+1WmVtTHVbePTljw/hZ+nWC/TY+ShU5RNFVprGvkZgtPnwjS+mWYNzxS0NYP8LOlZAs1NzHU7+L7DOLRPYhaew8s2MettU3csmOiNqiS18Ee3CqynoOmuNDsmzY2btk0EbZ+sNM9t7DZuMOcno8argbqhxzzpa6IeaLqTNMOYe53ZMdMM4zzFGI/T1wnm0AT7yDjU8+Mn+bU206f4m7yaQAgUn9WaYn0VsPG43pHfWpp2/9FG6U+nUjeq9CdIJVAZb0XNjbW0YxJww7l9omLuVto109Guua52zY5p58w44+ryibU7YKb1VUWtT09N/sU1b37z+w5ce837rt9/4H0HDhx433XX7X/f/gMH3n/99Te8/4Ybr+dMuPl9N7LP33Dzze8/cNONfi6876Z3cCa843s+cDP07Td9z/tvejv57/me992IzE03veP9N9940/vfcePb3/8Ozoqbbrjp/ddec90vvPVNb/oDTN76Pg8PhOch+5IU/fEf//ETb3vb225hM/xj0n/47ne9+w+/7/u+7w++//v/q993fN/3vecP3vOe95D//j/6/u///j/68R/78T/8az/61/7or4Hv/96/9kc//AM//Mc/+ZM/+af/zX/z33z6b/z43/izv/5jP/YXP/6jP/qX33bFt/35+eeefy97w5qJrTLjPmAEHX4o+4EcOZQrDRW5orQ0lDVDRaL7wJHmckpegcpFAfX5BrZxsshy7A2HEmeRsXkasg5aooIUkOVhgY0/K9Bmhc6a69FIW+K61vPjbAhjLHj/Mxapv6Y8WEd2yOJvFLiqNEf5x4ewkfrOC24ftp6iQ2Q3Mao3KvMr2dPzmzJ95Af0OSlwYDuKnRzi7pOA7ggCdgb8Y9AR0EU+kI8FA/TAw8bwNW3ytk+XHdUd6WmwpVFouHTAL01vHfesKUHFFXHEd44KI6uQedrP+DQVH+fsTjYJZ/exbXF1VQtLy1pYXtHqWo/QK8mow5CJM1JUhBLYoMt5YjxchfhEvzcepuHS0lJDdpNN8uv7mlkO6MjMA7eLNHYx08hk/GX4qUV7FYjYmskLVKTblLcJxOq0pqpZVVs9eb6tPmmQe2qRfjpqo0wDtc0xhG5ioBLs4YEWuluMT4t2Wviyhtbwic/EOQOyOC9VwzCTUmqaNBisveIVr1i95ppr1m+66abe14L/7y0cLlfXY6s55VXRadRJWXJ3e1stBqoNWgxGDb9tUd26pTGCAEerqoQBavoDXJM05HVOvzdQA3V+hYEtgpQqBlUod9TBxPmoOqrQVlBJ14F8CGpRXgOnjjbpDnraJvx1GkT6dDyl3JA9Ba9/CtKp9Eim421gZ5vXhy1sqJlsAd2oxN+S52sc0wnSOIZPtmsCllpdOlSx9mrWuvMz+4F6a8rsDYHbpIqxa+HMNnN6E62Y1IpZfltRE9zXzK/RhEfLAAAQAElEQVRqg3q6wPPUqWnP4To2aYW+EaTagMthW4WeUreksyrmMeYVv0d4YbM/FtSpsb/T1jT72VQnQqNmxmvNTbYIuLqanx7TtqkxjbWC3Favb8xJUx4Mh/0H3/nOG/70r/919u0f/9E/++t//a9/xvFjP/Zjn/mRH/mRT3/Pf/29n/7RH/1rnyL/p//1j/zXf/Lu7333n7DX//EPvOcH/vBHfuiHfv9HfuhHfh+53/8rP/zDf/DOH/qhP3zXO9/5hz/2Az/whz/6//mhP/rhH/zBT/7o9/zVP/7hH/4BzpYf/TOC7fu19XleHvBxfl4VXmrCZpZ+5Ed+ZIUgZIEnsIXv/d7vPfFccJlNvOc9+xfYFBff+MY3LrGZLjuuv/76FcfDDz+83Op214b+8pMNovjNpMCCCmYyFlweLRIZixSW2FQBh5qy2FcUTQU+SIYCxBQoq9joo2/yUN9oKjaUwkMne4Uql6E8Qh1eZ6SbXRk9AeVVrDgUKlVsZGYsVYKcwWDApjxQ0zTYgSD62Oypij3IFBtgPxulOT1b2el8VCBqWGhYHpQsyLBJ5lJZ/usyKlKjVGG6AzayeYOeKTF0BxpyKg51kt6cmmGjfq+nAVf7dFxmBiQTxTSaSaUcqA2Dsgzwlpqc5f+KZR/fDR3oTIhA+B19M7WynJtLqnBdMch+ncJYTExMFPaZ/KQQLAUz3l0S9hqgHSaRcfAm5hqm025S4jd7AyEoBCtzzJzLAWTIhZzlPYwSwVuWU0YIno2QjfkrABUflHnKcVKOuWk+utDglPllIDhcv0kxIE37ZOV+Qo2Mq6UQuqHd9iMc3c/zy9zNZqwCiwwfvUIpX2VLaGKkCJg8WAvYFBFrtYIqTr5M3tEQkPc5mHv9dfUIUgepL3Fompn4ysQHgzP9kkNoJy/65Ullwy+5QPB9nZdpmwXvFAJyDjer4PRyTC28DRooCxvyTt2PI2QZjtuEt1dAPcHPtM+3sLJGn4SeRMZyYFwr1aHFTWxXXW6UomoN14daX+krDxAaSrhLTCSpYazSBkirpE3EHooojLiWWEUV6YpX2hEE4PzKy0iPqJA/Ba+/6R9aLLbKP2Tc9pIknchkvI96umbKXgA8L2ZlMO+PqaIgwmdICUZMLSKhmgi4Zm1F5ppXRESBuVdVMTfNoPdX/+pfXfQ92+F7+Ol45xvfueT7+yZ8v//O7/zORT8DkDuxie+95poTBZwfXnYSG2cEcsvU7WHa1vd5eCA8D9mvQ3RL5OkeYN8yPiwtAZN/PM/SZzEmZQR8EIKZ+FLM8uHr5bJRlt9RlkVqbIqBw8Sf6iOrLZCPrsNBeWTFbm5YI5mEmizfrBqXYWF2Oh3VrZbYzDXgQLYYFGKlRPl6v68eaNArZFn71BUtogNDaKLkn4lSzNeNhtCq/+rplE5m0GB7gxL2LXRbQek2fG/AKNNpHy9L5EdWCKmNdrwA/tf7PVmfekUD7WT6ambyTS6Td78kbqaUTbAxh1r4lSJBiq2NTBm4Tc5zi0IwRRN6RnB5hOQf8x8XBKOamSrU3hBKaA289nCxbwgYnIH71jd1NybESFtZxkmQ6au35TJw4JtgK2DoaB6KPCXYudFZZKSYTX44Khnlkm1Qqsnrj/gbZfQJE0p73qanA8oDgibBBxLqkwyf+RwY8pPhBeYhBwepM/sOh5GpE81ChWnmZoGsFBolTtoMzBrxKkwVj+xVK8jjmYbbpAGv6QbcoiXSDTcJCWSCtowmB0QOuiHz/6z8igaVWTtON+GCtE4nvFcjuI4CFGQHynCrviZci8s7NNLl+kWPaFyOTX2i3NtI0BGwAjvFJxUYwbRRyu5BkJEakzxYCS0eVlryfG99oPW1AXyfNxU9rRQM8Ohj2XmAukY9DzACcyUw5iNqZZ7gVUWR3sBo/ujkPIrMH59PmxBycjtBNmYjEBil3V4rIknmvdamF5g29Ed8jBJvFUqhOeDSCWVsS8x7c304m+yofs7mw1bEtn7OSg+Es9Kql4pR2cy7wvp1opyaAmOxRDzPMpTx5BZYctESm8Bo+QWWj8v4wvIF6PUzGhwU+X5EvQ0Gutjp4VFavvxQ5HJOHOYZVqwfFnVVqdNpqa4rJTZgrjgl2veyjK5mOJBDbMwB80PpATops5xp99TRbF7vaaCDek4gr4JMu3xpw9DqX7YLGL69DulPI9eTadM5ni4odfET9ggbzfvmFLlSXvip1D2Vpy345jLUd2rQUTntlDQyrmsDpU345nnqjfKY54YCl6YV2pEYStX0o1tHnkaD2jA6PLX5FfoYT3Dj8AsIQMa5ju5wWvsrhojeyJzwzV2eNmvWqjVXrTP5NP7KDz2uj+On2BWYPNYMVbET+y0bo87BkTlENpCkCKpsaplABklt+t5mbraYN6N0VtvTARkmRTuK1zi2AU9n0sgEh0SXFZjT7j9DVyAoCE6BMRai374eYgh4UwWoVZB/Gv85I7Sp5SoxD10GyhDRKiPo9tBAhXEV87+KlNMnX4uC9vs9bhC5MXEfSiObRH18J/yoMs8adOaRDykL9MXh/vZ+bsJ5wfVQbgU+rNjAfPLAoaRo09v9WsjIFXmv62n6kTdReoZG/KvCy0pEDf5vxjCko3SEh60J+P/A0csa6jXYNWDO9Lkt9Fs/YwACzvAHGec5zchk2i3OYI5v9mKUxzeUeXlC32b7wsavAvOCSaev4iNLnAO/fEdq4dGURvAWvR3JGRmfej+YqnKoCDGoxogblNERoyMoor6ssHBUP/kYyj+MEunGN1clc86LAi9DI31EX4bd/tZ02XK2wAIqT+M0ybJgpfjmmxRYhP4UF6G+cVvZ/IZIDSmjnGXlaxpG+aKGtehryYRaeFbyOatQM8+TFtRhPrRGeyqfQLJmY3ZUbEJ85dT5Q17tDNicR4FJon2hwZFHlLp8JSXyznPq8PTpSApud+lTlvfxZN55AJ+MdHh6A2XTQrtR4l+hwzc9lfYSrExpLpTeb6TTiLKBOq/oxRnus810oegIwBzI+qFhUKMNh/c/uu/Ia4MfYPId6fcy06htqJfBkn9GNmZF+OOttnbOTGv33Ix2b5vWvu3T2jU7Uain926f0t75aWQmNdPtqMsAVFmKKArA6GwIYRBXOU3In8m3QzQSU8N+3/Csm4EU2IgDB1CLYKMa9uV/FqSNn1o0UHOCeVDigVQXI5x2MMj/UHAXMxxj0DF4Y5U0XpsmqDDhFIzX0gR36QWkx0mPI9elrA2tGAzb8HvxOYeo+Q0G7w0MRMp8/hu2uL/NkCZwGXJowjqj73peD7lpwBCVuejw3+Qp9FdVVIvbQ/9D5YE1koZNmX4V0h40Gb6JjLYxH7yekQ6AqvxmkBTwZQSBAN9AQDZGU2D+OGyDYgS6kd/IG2s8Uy/jh1NIOhls2HOlm5HcU+pvym+UlfqNhF9pGHlmKGsskXeuI3mecfE2XS4xDr3emtbWltXntVbGRqHHb5AabpK8PGN/gbcN0oaMyyVlJeRHOD2d4Hv+dDjvqXA7Mja5LhO+ctDeph/dl853W+mYMuNDk54sJPuvDw4cjyMzc9pZKtSQpyBLLtKwFlzebGNUWcwVD2za+py1HghnrWUvAcMsVxaNXVsmbq4VeLIJvphZ4AM2Yn+CyWzYOQ+UySdeKzj1ReQLzFhkPkAOk8Q6Y/mKLUJQ50hmJpNAlmWnI8ilMwxoQEGrCmrXFTYYT4kDJdrzxRlD0IBXOuvr64Uv5M2sKGmo36DZN/dkvg1r4+Mc1+30dMCjf65DT6dYXPjod2pQ855gh7FJGrtL9utj1WosquHAcD8Y9QKIwKiDScUGL5PnvdPYSMvwAxxs5wixAlEiPnlEkfVSQQUnIUMI6cmSk9vBeBhtZQRTloYkGpCAaNx886R81BICkggsNDHe0Tk7tunCXdt10d7tumDvNp2/Z17n7J7Tvt2z2rdrTnu3z2jXzISmx9qqfVpQ173nWgBf3kPAO9NvCC1jODEzqeE/N9mYU4FbsY4Gqpo1tZzi8yplghVuPWyoTuxz6zMADcgETSNUeDMyV2v81aLPbWvUYVyd1viq5bCBWvC9vFDKnfotUjcGdTwg4BapIrCpWuLVYmYe0m4leSAT8ScdZz4ymtjkB5BxnXfxxRc7+3m7Ig6HxiEbU+YdBPY3aHA/JMI2Y055UF63atZjJTNGcZjlQUrImVufoDb2ehBPfTXYhgq5T82kQH8igUiFP3w+RnwcSJvzqScLMjMFQFL+B6QdwQRPoqoq9oCIj8IGouc34PuD/7mYEZCPgGAinAYvCyh8KoJCiCCoMgNiFeVCXa6RqYGfqZck4V65uT4Ha4wyxnYwWC8BSmr6CnQ60i+KFKkTg9sBTOSlqvC8HUBhHaNq2o8hQIHzSLegLcpa0DoGtUjXVYAicxqtKvQUiDJjDo5kWl4PObezRbnnK3TIAhYHeb8Stpr7L2ZVoMbouoqkg1p1ZG4bczBAI6/0orJ5b6XMf0HlY+V36+es9MDGGJ2Vtr3ojQrsCuxDLIVRV1IzYHNgSeH1cgBDxSaYU4IfCsTiK4dmYgNlqzD5f76gAFu2LzDfaHhmKhuoGbrZTNiVOXfRg4x5HWigKLLIOzwxToyNySl7i4Y8NTo4p8rBkJpMXaM1aiQTezU2k8aWZFGN+R/D9bwJK8BzfTOFz47sBgPDMQG70Uq7UsTmNKBttdUEnvdDVELOjYlYU6HV8FUyLGDzy06pP2qJetiakc9ocqQcqOpAkLqnf81G8o0qDXIlziiKkwI2uV2Se1dK2DBEJtH/DISNxlgF7HC7XbO36fUTzuzyrqSTCALymqrhqsbqhsO7z5P1uqrQUzsO2CiTamvwOyEEChrRmtFBnQScM/wOpeS9cL1RyhgZ6et4K2p2oqWZrmlmLHATEjQWTd1KGms3GusMmBt9deussValmjkT8HGrrpkXScQX4nxQjYkty2rRShsfeSBSk3bqf4ujwMs5UP02ZqJd025bc9NjmprqamKqranpjmbBtumuZgjqOhw4JqFFZbyM8TOzfPfdd+tMP267MXbZFaOkMRwcalX+lIB9RmdCDKpirRZzzZj/YvzaHIYt/NJqRVkdik2J8fagaSjBq9ShT/4qz+HpTqelSMBjRF9V2/9sV1utdksteDWy7YKWfO11WYddfDpWV8yNEbpVLUcHvpd1KOuQ7hRKe+hx/qhuS926rTZ6HB3KOnWLPLy6o05BG901Y1xpjP54ufCp8IG8/zJ5wNOqotreRqtSF3s7pH2d0X30VKAGlbq04fC2XG683dY4N4BO/W8+TXYYV/o9eRomPO38TkeTBV1NdbujdLejydMwQXpsrKUumOi2NYE/JzttTaJjotOhrbbGx8iDCWTGO11VjGWmT4m+JEkVY9VhwnW7UePjLbl8t1NpeszbammmU2sSvR64NBt1qMb+OWAv3PrXXd0XZyvC2WrYS8GuwMKR9qxfPAAAEABJREFUzHwRlT0wZ/knW8X2Xilx+CtUbBgVUlEKbBEhKLOZJLGp6qnDk6jfgIQSl8nBJJA4MEnIqE8Rh59LmCKbX82GJhbzWm+gQWOSb8ixVp9TdXllTSsr6xoMhhwOI9tGrSYOpgwQp70AOD4ko9SwCWSgp8F5WUEJUPMp1PkO5+ccaM9QuckxajgvUgc/xLbY9aVAWiZLGSTkaZ88Ocngg2yFrcJDLwXohidkDZ1ozghRG35AP0im5Dwv9zHAP17PXEv2Z6tR/eR8l2GMVPQ4HxSZU3JeF64itw3RbxW4EatAJG/kA7cMgZuLAC+QF/yMJVkSZghT9UJ81gdrTLZsFoxjWPQxq8MBec7uXbrsVRfqlRefqwvP3aV9uye1Y25K89Pj2j43qZ07ZrSbG57dO7dp+/xM+YfKxtjUu+2osW5bXdKddoWuKOeNd2v4LY2x6U+QHu96Gh5teb0xDrwx0uNOkelCO+hocWi00NN1cDC2YlTkRAySDP8K5Gwa9nTGH686JKjwNZFyxr8mYx5NTXu/JlXRnv/tHA8o66pSxw97XyfIVKy9GEwkJfPZIKl4UorUq2JQDdp14PA2ENQi3fa+1FEeNBRw2DuvA3W0CXg83/Y8sp0W9aCtAk+fBvS0qqinYJNHW95ey/Ok28i1Sbexv01fNvMd+F2CsC5lHcoqbJZMmx+K1C7BS0UfAPa5nZ06nso7r1WP8jV0Q3+rquTjVseIL4M82MFt8iaeTp1n7H4FzHd7GliJWJUI4AFlvjZ8zQR2R0eRZ604P+Q+QzE8KWvK1M0KUH+wiATFVVSxx5hQfGWMXWBvjMwHIwAVbaBET/2kp2a3cmeVB3wczyqDXkrGJBaEn5nsuTypS71B0npvqB5B+3BYadi05LQ/jBqkoD4BRJ8r+UHTqJ+GvGxwDUKLWLLSgA13wO3HABm+hZdklFfKPB1lVuYojxfZQEKrrVZ3XBVI9ZhS1UGuIxhKVmuIYahUoG5gdzFf7EoctEkVB2nFplCnnmpolQYYkik1lcPd26V+A3Vs8rJvGRaQCxrZM6LOT5t86ozkKcNU/2aL1MklWBrgJ/8DbNmdRx1RdgpV0Zvhpw09mTbFwSL6kJR5MkqgAU4z/ZSGCeogUhziZ1ws37P8CTnB9/acVzBEtsglKdtpCJgaZNhjMpqM/iv/GD+OYOWX3OhrpX4oOoz+sI+yyarsky4p/2T/EeYHG6XO7LcOXWvVLQvm7aEDvUa6021rlkBk2+yE5qEzk+PclER5oDA+1tHM9ATl05qZndLk1JjaPI2G2EgeWEFjlRW4PveDGxeL7ss45QKwaDI6Fbg9OgmaN5PkEF3nkMhATDYrNJWiyudoEUSocJAVRsehM84IMfJyIueYcw5mpmiBccrcXsWCGnuHvNLs99a1vr6qtfU1NX6zWWw2WQBui+nkB7MxLCuw4gKztCrI8ldf/sqm4kbM4f8OSIUfanxVFSRVng9pQzajP0lRcj+eDsySo/C8/DngbVUc/AWhURWG3HAlkAHUeZTHDbicue3sKRWdqRiDmj7UllUzdi3gdBMu7+mW2w5KH+mD86uNvjoN6Hd7fUJndDyFUuZ/tqSAtvzPqOTCS9qkzhM8ozyy30S3kV3PChpGYVjgfo/YHOCH3CiwcF22UmafkpwG0kIazzLNXCNg7Y0e6HIpHf1o6/Mi8kB4Edn6ojOVjc/YPcQKUjIRmPS1vLymFbDm/95AL2tlPWsVurreaJ1bDr/pKH/Vl3fBPRYi5yR1gxKLr+FJYDAcyjFkwSaUermFigNYILE4xeYX2QhDgSySrxVDVK/n7S9rdXVVzWAoIg3ks3xvEfrE4nfK5s6+kRRSksEPbGwBW8oA5MA6D9Jp9PR0Zht/rrzYNERfzLDR0GMqfesPGq2srGhhcQG6rPW1nvwfysIESSZzWUWErQQWfQI9x4B6DVFFQnCIjUP3z2DA+/Q+/e1toC+X9b8+3cPH7l/3dQ8do38plPL+AJkB8n3qerpPuqe1tXWt4a+19XXGp1dk+vjOA57yhM6Gb5IClDMJKnzmCKQDaSCTMl9ksqfxkdEfuJTr5Ae/NyczZ5Dotjgy0tBS0xjnrNq1qdsynuwr1QQT47zmqTDSrI9ta9JwDV+ucywMlTl4xCFkHBiBwMQ4DPypNJLPHB6BQ884QRl2JcsS/FMgrxEy8yUzj8zoncspSSDwG2T0PKuwT8rnktLGryGTMw3pzD7MBaNmMD51XWuMAGyy25U1Qw37PfzR1sRYW4G+9ghQ1tdWS1CMz5SwO/sYGdZkieUlMV9tM8/8wmHw6BP9FPJWeKwl0jlBQaYtoh4VWU8jk/FhQiahP7luZSU8z4o9jWb5zU5Cx3OD9pHx9ryt3DTK3M4lB3yvmxk/o72A9kJpUzTsaz3iY3n72NQUNEg9FSP+UE4Tdjp9OjJ1M22I2pvw/OnY5D8XNeqfPidUPhhc5hiUcpF2OacjXbn0IiJLDFXSmXSiX07NTGYbYN+wECQDMm19Xjwe8BF78Vj7IrM0sbAa4GvCFw0P5hoSUQwHWZyjGg4Cm2NQ3+nQxFmrIVcjHoAM2NgaNrPGTJmFlaGJfCobY1JZ0MHLTIk117BRJA7pWFVq8Z7YN2dv0/+59ZT6xEiNNFjVcHVRaX1ZoVlX5Fakop6x0fgBGzDUzGRmki9oYAYXiAAny7DFEaDPH6K+mcmMbQXd2QIbYNAwm/psrmu9Fa2trcj/umxiMz0FKSOjLBJ86WeRwVcZ+MY7QkIuA7xOn9wnzQYtwYvXw38J6vV8Y2/Y3E+iHCTooG3XZ06Rp1Ua9cadGD/0XfihFKikgrRBs8yQ0ebHZAqMV6CeAZE350BVPnCdZjPLVcV1hefOCDxLJing2zbX891OS512rZrXAVJPkZuJdjtxbZ+5TUg8PQ8UCEYSr5+G+GmEvhLzQoyHOOQy88MPvAY/0DOhXiSVsjF2DpF2n28C/3GgyQ+UMkmz3FuOSD4yZ50G14RuZerR10zeoGKQ8YEuu+yyknu+P5EblLquDdDviiCt1hivmFhsTP9lutWXNQOl4QBWH9uHgkHrDS1nqYxKkArVyY/bZhbEGBXQKZHgW0r0lA/9lAONhe9qSWQz+ZwvVBtpFBWe50nLWBvPilPtm5nMTGKshU/JqGAj7U1mw5sbefEJAFYRSySGMJ4bQUP0u0xDzPh0JNctlKDMgIBTI4odwXADQCac5AV4I2zyRJmQkUwCbjuq5HQTSfQFON+xyYcld4PJ5F/xMTMFC4oxKGC/mcnMtPV58XkgvPhMfvFY7IsjiaXF162uY1CrrlTHqMDu4Ru9iO4l4wucsvL8AC31Qi6LdKM6CzuDBqlGkbLIBhFDkLyNLPmCbLUq+cHUZlOOLEq/UehzpZ3ZlP16tOZJuWWJVpP8kDDSiEn8pAK4tgGXIt0Alzaotxaw6pnAlot96VmhUk/0PYmTwb9wsvwT+Wm3gvz1QofD1dGqo2KQrPQvY6/kfYrYUVFQO3iXHoPJ81U04V5g+DlsII4o79RbjrpFHuCnNgd3u/ZyP8g2UZcbB/dju1WrS7DnB5yjXddyfkUjMQQZdgR8VvpNT0yjj9ElM7jQzAEsUYKs/AM/BJOZQzLxKT/QF+DrVtUepLZa+C6IwVDk9qTdjarqIb5JalUNAcoANOItoGrK6jF8MtZWG3Q69LOKcv97f0OICgZCkEHN86FSOA0x1IqxUlXVwMskY9xGyIr45yRwUDQpuh+CyzlM5ZOwOGf78pe/vMEo3K/7J8boQV6q6zpXrDPLWbWCWhawIWl9dUlrqysa8IrHCMrMg6lip2RmT4FO+7BcldCRAr3ADyKdzXvnHTi1GhJtZZmUTZn0aE2N0iIvrDAeFwI0ZPwEb0QjKWNtnIKhpyAHnBIoi9AoIZmon90G0t5OAfZk6iTnb4K8QJLkyE5TYO2ZEvIu68gb8p4+iYxMqYs87aTTkEkLGwQ16p4O5z0F2H963qhzel6uB5mUo8peg760gYyNIwQl5JKwyaIaaJbkEOkCMnxlZjImmKFDfDI1c9lsvRTG1vdF44HworH0xWioe9cXRmZh8GXNyAMER8UTamSD9KBBLCDzJccTpRV5X4aSyT+50MBvQC7wdBsd1K+ob7wKMp78I4FGpLzkCUYq9FUEMeLKt1/+nQM25YE/MXroA6jb0J4/GTfYN0T/0CLP0tVXYciGmigXthl1jLrPhPAs/KfIYruQE206Ml0MbCSRQKPN64ixtqntB2o0ET8ochUf6IvRD6Oe0X6knx3K20EipsGnic17yPY1pE5Wi/qOdi21ec3RRlEX/V0O3S5p/8OA3Tpyk+AwdZHpwG/DaztFtgPcjor2a3xbOfBnRdsBGwQV/vAbBiMd2CqtQGX7tSwOEwkWP3aSmpmM/po5lUwnP+afsbGx01gny77uRLvTUatuKfjhjxFuU7dba+++nWCHzjlvp87Zu037ds/pvH3bdMGFe3XxJRfqFZe9Qhdd+kpdcNGF2rlzp2Zm/A+VTmtudk7TUzPqjk2o0xlXtzsBJgvGupNydKFd53cmyDvG1Wm3QL3h48g4RNIViGozDo5WDMLNxQfmtppJ2B0zPzqzD7dhua7rEqAEggmlLH9VOdlpa87/78kEqd120MRYrcmJTrHRwmiwzJssP544HaGMcMMMcww4SH22NQryA7WhB8mCMvbTWpFNpBP8DD9ZhBeZAwFbQAMIEsLTEJOpgldtUuSqxnnGbecIfusg2s9lTUZlbEqg2OHtlPZMQ+jQ7fMyZF0uExBlbMIlTN0go61AWyGbLJMHofCijLbN+eQNmU2cLi90iXYy7WwikXZ+pmyTN0r7TDQJfgKnePgNG9OG7Q30dIz4UYl2HN6v4nf61FBvpCdIpV3Pod2yYgyqmFzRg1Smk5lJyhuAnPp6wancVuqs8oCP7Fll0EvKGF4lBAt0yRRYG8bOEJqewnBFoVkF6xJ587+2QKAhXsUYwUXg9Y4RdAQOcWNRBaWyFP1/5BUTr2b89YzXA5m6juiHN+nB2pL6KwtqeqtsMn0FAoJEYDLg/bv/q7EJ/X5lb65fDVtFktDvTxjl5gabN2lGZ0YuExwIPaHAdT47IoHTc8EoN/QFDWVsJL5vJOxI5bCHR9+sWZMN/Sq+J8Mv2YFvcunvutxf/gf9KgKFSJnotwbrKhSZmPv4a6BIW6cwVEV/KupU0Ej7jopXHJGQ7CQoc9uC16W/0XV5GlTUCdgaLLEdZhljY/QBB5av4UeDJ+DUdz7vnzGOokzQEc/kfK+U/WcDxmcjeUaEgzkTKKSqrnJ2f6LFX21lbJzfOasde+e1e8+8du6c1s5t49o5P6ndu7dp13m7tePCfdpxwT5tP2eP5rfPa9L/IO3YmKY41CcnJ9XhqqUm8Om0uwRAbdWxpVa1iZo0qCtoRQBSg6gWQWQBu0yLQ6K1QdshqAUqymHjS6D+h/kAABAASURBVJ30h5nE2cPPmX/NjMOpAlHCD8P1NdU0NDMxJv8Dwttnp7R9blqzM5Pyv6EUfLyY94YsruKwpu1sI2qk0efjxPL1UQSmRHmWiSFV5vAk64Lg1Nd5+VSWlKETkPLvZlsBJZtAI1oFcoE2PgY1OHoaipTbB8QnQwvP08iO0viBFaEQlQs/FDtCRiNwehLUCQgFRmUEI3UK1FAodVR0YLpEneTtUo8vvsHtnhfUUdL07DSqjTri434ohsEr9W1Uj6KnfjfqpyJnjEMARlUqUGZmCoxzLMFJVN0CZU5CPVChHGGd/gmnZ7bSZ50HtsbnmzgkllkRw4YWTOzFmhmvdN7uGZ2/d0b7tk9oz/y49uyY0h4OjF3bJ8tT7e75Oe2a59DYtk2tWCuyGH0JRjbQLk8EM52oufFa89Mdbd/4a6I75qa0fXYCjGv7zLhmJ9ua5tp+qltpZrKrbTMTmpt2TGqWOs6bnepqHtn5mTFtI70NfdumXGdXO2fHQFc7ZjraOd3Srulae+e68MbgTYIp7WCT3zk7rZ1s9M8P1J2b1NR4R1UUnyw/8CMby+6dk7r4wt3avWNGbt/ob51McJhMan52hB3Uncfu7fRpJ227HZ7eTvl2/OC+2LHtlF27kNkJf+e2SWyd1O5tU9q7Y5a+TJS8y++Et9PrgB2kdxSKjvlp7QZef9f8lHZStnP7jCbH24ohFNt9K2WU2Rglp8aW6dtmKIddUmBHDIUn+RwQ4yjykQ0zZSkb0MkPuZPp551oIrrQgFr5n2Pq9QflzzT1COBCy9TuBrXbpgnmT7eVRTe4GYlqcZtQdWtVnQ20oyK3ULwtUcToirSPVbTRWFXQ6EEaNIAIwmaevgWCuChkSUf4fgtVwRshyesXn3C6laBA/jFqZNqL2U6P+rzoeSBicEopADOZfF71en3l4UABO8falcbop6Pt/Qp5ZA9lJj45cfBCqc2UxCZ86jwKPY+YAtxR/3JJ+1hXtOXUEelXAJF6TgPUeyf8kUKjhE8KPF0wVApDNSXdkG5OpnPMyoEbT8qGNix1zRLtJuwcwW2hK/AyvAY4P9McFFsD3fFvKH3CeopU+Ik6Lt8QdADGKDisYa6eQuE53wN0AngDIp2BkN2EbaQLRf50vvOeGSMbKh4cgoN6Tm2DRh6QKtbM6OYy0Q38Qf8zqc2vFd9n+pJVx8j4tjXe6cCVam5FO7zubBGoeP/NbLOayFuoqpP5rcTZ54HwNU3aEjgjD/T7fassGAcSYPGwonZum9BVr7lI3/Vtr9JlF+/WBfvmdME58zofnLd3Thfu20HwskMX7N2lc3fv1mS3LWISGZsdDwM6d9cc9S/RFa+6QOdwyO7aNqW922e1B+wCTv3w3c1h6oHK/NQYgcSkdm+f0R7k9+zcoBy6fuC63B5kd3N474O3d/s0h/eU9u2cJoCCYu+5BA3n7ZjQPtL+T7XvQdfu+Rntnp9V0bvR7h7yXxPUdTvc1lkCpTabh0nyPWN8POjSV5+jN73xSr3yonO0lyf+0hZ27wK7wZ6dc9q7A2wniCOIGPG2ac/Obdg8r73QPZR7kOf27XHbyJc60N3z0wR/U9qLrt30YQ/99T64PbuwbRfyu9C9m7647t3wHO6rXch6gLIDn09wslcc3Nr4uP2MNBteVtlYlRRAdLDpRlA2WPIibX44xCCGVVSQf8zcE546czDdcj8P84AbqiGBca/fqDdMWuX2bJB6akDiJgi3q+ZGyl/mGQdj5vDLHC7pJIYSh2EGDTd2GShzmyWADuNWKXDr5LRAfboxUEC3cXgZNHB4GTdQRjsGDc7jZtAPnIB9AblomXoJb9Ac6YxDglmujahBZ/bp9/saDodyOiAoaYgCmyYr0XaG70FK4IALHIBW7GgUscDBiNAHsd4APJVPlttl6PExLEEW9Srsr51yIxlBTR/9r+LX9NNf3zqti8wAXw/l+eg+A7K+zHpggxb/jfJZ60p5TTmtSfhclIlbPjEWgbGKwEobw40bQW4LyUfaj/i6pl88l2icQe5WJuJSbhJTmY/ioMfNJR2xLTKO1QYibUXG1nWM0FPgNjP4jST8yuGy2FPTB0dFOjA3bBPosJNYl/PDyTz9e4Z0cL20UWF7aYO021HSXga/5pa0+Jo+BuwO9DH4GNIZX4aRsapYP+W1IRtmHSTPB59PWUqMezMYMJoZn0OQ99UWZOI5w5Pa+pydHghnp1kvfqtmvAs5hcqiWA8sVmmGd94XnbdTl3BL4Dcos+MRXqXpiYobBTBWaXasrTmuoqe6HXVZaT5Avl3zUKtzuI6/+nWX6tJXnK9ZDsnJTqUJnnzHnbYrnoijJtrhJMY75B2UTXKjMuP6J2rNcZMzS3qasmnqT4+1sKGjKegkQdEEGEOnYxJ7HJ1W2NCPToyZ8Lyjhu+UdsehY+yIzwpkxxxEWx1oDMYW4Y4ST/ZB5+zbpisuu5Bbjmn616UflcZcJ+25LeP0Y6JT02f42Nd1Przxdosnphr7anxWlT/n0PE2QBcUHa4HdGIu/5qr87q1IW/IOwLUEXmdEUZ8+tKlTpdbh5HdQW3q+L8REdgcxYc9cDS+DLKBQBASHWyk0Q8OApJyIHOYRdJeRrdP9jujw79+CDr9RpBT5gzup8FgkAcEJuzL6g+S/Caloe1E0OAT0QMDP8gc0SdXRRfY2MWYWC2FKqnuSHUrK8QhGKiqBqqroVrQdqtRF4w52p7O6rZHGKNet2O8OgnIZg6KRjWBT42//N/baHGwFBq93BQ5WOSfPPoxJ8KgQs/sxwMUx7r/1XBQVNO+0bYxNsaNRiAdgeEXTjDckghOAAYEbAoMLF85YNGHrLEgTTH+k8yLSUx0TNXwqqwJfDbVIu350zCNvMtM11mOWWQdM9ARkkZUmonSLHrnqDPHvJulnRl0zUBnmeszDvjTlWkC3nhM6niwMFxTNVhTlznncjunxrSHG9VdvMLyf0W1Q98r+j063JO60TTbjdrBHrCjW+mpgL/JY43tYI/Yztqeo71Z1s40wewkAdMkwco4GCPoGCNwfVZ8rXLqjltP44X2NWYbEBSMgzHaG6OtrgZqk4/cqgSClEiffF4xbVm7cbT+q6iQkkRAiitFtKre2hpDPGCMM+vOoUKZ9UKF/kt+ttp+bg+E5y7eKv1GPMBddQhWBeOZhT1PdWBzYKMaZ+NvhwFPNuuKLLiKBVix+CKLsGbTbFOjZlNR07CAssjKs22uL6e6LY23oirf9NkwyuHHKvODsSqLttGIDtHdbGDA01ZfNQdUG7R4Ghs9AbkNQ3ndPk/Zayzk5dU1La2sa2m1p+W1fqGr60OevrFD2tA3xPYRgh/CfviCkmaTjM+BYi+yo74lNJ76dtsiSKrYbKQKP4w2VNqhrxG7S97bo58VDjH6ndmsBIxDxxEIEth/6ZPwWZbRVh72JZ5yA/IBPYafA/52ewO2Bg4pg54Oncbz8kibkTYdIWSd/jEyPkZeVpGpsL2mLUeLejW6amhVeN43yW006qGS3xfmm4LlwWBYkHjid+8OuT3oD4YyGjSMZEKqJjjg3CFQywQRQbFVKRDoGajGak3MdDU7P6ltOwCvIuehOxy8kty+bUw75wH8ndvHtatgAjqhnfB2gJ28rtw2N66ZyY5KQElQOdWtNQkdb9caI6CcYB53WnWxJUhyP5jE6PHzDXx5xUOsl3PD2iFQI0Ab4vUNhaWBJGMsfDwDJaP52JRDzYhGArCnWeH2jUVpBqfNj7e0HWzDTyU9Qd4Bb8dpcBnHvJc5KNtFnd0EBXvwxR7SheKHPadhH68+z5kc0z6wd6KrPTyI7BlrazcyO8F2fLhrqqt56k93giYJdMZDowkwSyC9E597cLKbV6C7CVDmqD+GTIu++nys6Ns4Qc7u6TGdz+vSCxmnp2JCF86NcNG2yZK+YHZc5093dc5UW/voxx4CmF0EOLtxyh76tsd5z4Ld47WeC7so38VD087JWo5d0BFa2o3uAnTvBNvJz9J2h3lcM04VfeoSnfie6JhgXo232+rGir0uy9gXEvtaJlhpwYtm8qU7Gt8soSN5MKOtz9nqAV97Z6ttL2q7ev2+KSX2u8bYERV8cbAxBq4tDUQOymhDiWtLcYAZeXGdGchH8n7YbW7ahieC/7Cg/KAVV54BGXH4Niw+Y9M5hcQiBCd5viFnFV0cWmJB8qTtaxPQag7qJ9NjhxZ070OHCu558El98aEj+uIjR3XXA/AeOaYTawnrixF0J2NRkvIIHAdyaCP/XNTtFBtHAf0JPgNRWyhBQ7+/gjsGMvpFQl4caQ0R+pAKRD3zgsLHFgr5JRdKr4WFVuBC8LyQvpNSwBFWghHaYINzP46QqZEl7yX9CMDcx26HX0V4GmT8RyPIjb4MqyLNeBjaohMtGL6BdmB24Xcxfiwam6aAqQ2/E6NqZGHTJnq8WQjfUykyz/cbY5VSTo2f0EZlTFHCV0Ne9wQc5vlIgdvZJtOirIYRqiBVUVZXqrptTc9Naceubdqzd7v27tuufY69O7Rvz5z27p7Vnh0z2r1jagRefXnaX4E5dpLftWNa8xyQ0xywkxzGE52aQKWliRKcVAQolboERZ06qsYfQad9sojrm3ym/7PAhvc59L9J5YMy96gxVTmZMmMvxlyMv49zZDyjMsE2gAbmiBhfcyBHtTI+uAoZqU398ShuS0wT3HJM1NIkh/0UmCAyneCBYYJgYARp3NPOK3WyvC6Xl/LySTrt8pOlTIXn/C7BeAf7uuwHXeZiF7u62DKG/WMY5P+n6THadj3e9sxYrXluZucn2prpVOiRvL6/Immzv1TsJyJAD6e5uGbMu7Q7HhtsOh3pqfmq0USd5DdDs1TYThu7Zsa0l8DlXF5/njc/o/N45ek4/xlo4REEnTc7qU2cu5HepOcRDJ2DjL9C3kd6L6+SSxp6Du14mWMf+vdtm9GO6XFNdk0+ZVsRv3VrzcGbnhxjTtVqBRMxC+OV1PTWNQRGsCr2HB9rhpA9BEfij6TsCQe5re/Z6IFwNhr1krBpelo8zfFckyyzDjIbpbF4ApsDe3JZYJHtL4DK+SwTUyY3BImDNClWkgW21Cz5v0dGQcn7Ies6MouuXdcyM4As9RHfSI/yWXAsSqFWhiaRtop0Wyl01Fiby9W2HnpiXXd++YRu/dIxfe7eI7rlS0d161eO67NfWtBt95/QoSVuUVShG33a+JR2Dd4phBD0nKBOAO6PxIGQUUWWVwhSmx0nWJLRL1HgLUUKXT7KtJkOwbxYGTpEEcGgVtcGWvFbH7C0vF5ugXr9oUT/Q6gUYpCZ10ts97RhUrAMDIzKzDbS6DUbpWMIiuSR0OiDDsZTMvnHfylWjXzLIrcSkUAkyIOSsSg2/KBxdszxGDVWRV4dBXWgLde7qcCVePobRFX5v3nH6caUwRz6JXFYq+F1j9MSXCXjNg0woSIbd/BADGHvEi4vfm3su5ACAAAQAElEQVTwkKIUOHRjNPmBVsWkyOFZM6PrMFBNMFlziNIk+gaK5AP5yKEYMKFTR3Eho4qDtUbfCJl6WRV+j0Gq0B1Iyz/mP9685ab5hv5ngQFNPGDnCHWFI2Ry3pYDjtFvb5uhUc0ARnjui8B8Egg4BLfI0Ba8biOC5kZ+4xLpX+ThIBK8Vk0j/9t1FTd7HgxEbupG6KsiXXg8eLis1wnUOQmCh4DMCH0FHjwq7KrwVyB4MuDU4fbiLvle0fA6R9T1gGmy3dIsgeDMWId5Z8rra1pbOAEW1F9Zlv8NpuEgMxFUPqQkfGCMpZUxo11ucUNJDzSiI17FWEYbqIAxj+QDfTf6GuhTzU1kl7rjwF/BnKTwPV+A3kI3eCdlNuqMMWe66PSgqo3sJjq04byuU5dhfNog4h9ML6svMG7GvEnsF0ZQ6X5temu4pqeMX5v+eglUOiwMY68JCJtZqWva+rwYPMDyezGY+eK0cahhsLKKJN8jBjyJNyBxOAyhPO2JNSf2w1EHSfgf5kssrsQGlClMjBBnitgf1bDIGp6GE4vRKyQWq7ycfKKMr5xmEgld3O7LKcWjdpKUYJY8adTLVYjNWOzEIQQIiEHZ0/BiCKITqqqW/JBLVEa1Ny8YfLEShpc5vPy5kZWwzzfKxFZBUg5UqEVEFsvO4aU0kYS9SQ2HQKJdONRgE6bCkHyvP9DC8rIOPnlEDz7yqB54+FE9/OjjeuTgE3rs8UM6cmxBa8gkanFGa8hGVvzO4WK0422iRgl9brv7rQBnu9/cN4YpZgh74wWkCUSETvEhh5GSoSwqq9oElT3dYuTa8Frkaxrj5JTLBfFx3QnqkLKZparisRvWmXzLfMspuqpSH/2YRf8kw2bvi+grAgQKKpt3QMDEJ/OLvMxkEQnGvZEpJTeOAuxnMEod4hbVKKuV5cHGCEmRV5iRANPH0DhUxMHjB7rc38xp8zz+COgKjIWgrj978/zwJeW1hk7PCIxjABG9TosOuih4BYbNRgBgOYlZThBVqV3XzL0a2lK7qklH5rypBCYYZSa5S0ogQybiF0J1RUnBdaHTx7Qi7745He4LzzsNJjlcsaHczGTmyBvUJL5ua5l/WcqUJ4XR2nd/0Zk6RNWs0UAZAyThy0BZoMx8vNhbMq/1GoKhDN/bNo0+GeK6qYTWRB8AMsGDIR8nH6MN6jcvImgSwYjYj4xgITCukTEs4+wU2eDYqBecnoZIusi7rIN2Sv4kJQBCb4Vc5TxsifQhkq7gRfIVc9YDtwA/KJex6HSkMW506k5L3p8+NyX9tVX5rUkeDpQHfUzvyfdTXKUYTJH9LEj029zNCu6/UJJwt75nowfC2WjUS8OmBbFJGg+DYnWItSGZgQCJqmJbEShUbHG+7EwWA7xIuSQ2et/IiGVY1hJ7kmqeSms2Uw4xOZKCVtf7slAB6gV0x4BwIO9wXlSAH7LJF6RvlpWkiFZvuaadDofNuTvH9eoL5nX5BTt0+XnbAenzt+m1583o0nOnNdMJ8qdhs4huRwWtFGJdYMWGqvCeLR1chvpOY6gV6FQwia+CmUKM+KyR5QCPNizIP4b9kQDJg6RAvQzfvC5PRsMsraz3dHxpWQvLq1pcXitYXump1+e2BF1sacpozMEUqRPQJ9JWbAkKIcqwLaA7WIs8tlklo7whoGsYhMQmmfGh5DaZyseg8HCh7/fYncoBHgio4kkMFTmcI5v4CEkBXXQU+aLl5I8RoJzMnEGiv7pqHEqcvbzMaCT2dhn/CZujBUX6FEjX9Ksi76FQpNxIm5kEjLIY8QHjasgKX0V4QSbDbpcPHBTi8BMHo+GbjI84T8SUchZdS8II+cEYg6CZ2o0YXQIbkwc0YtYLfcbIiA9NIyPlTAbb+T2jb7/PwYTvc1E0UpEgQ9pLGOnqydJQUkXfOq1a492OJsa7mprg9cHEhMbGuqrqSuVDhU1VfhB613PCaucjkGBkF8gB253vQD3zIm8CeZqnp6bGghpVaswReIQZocEWxwCdvWwa4vNct2R1Rw1jsY6vlljry2BxdU09D0ByVkP7g0GjIWNgjFdV1fJ1IuY0w4OL0SVxNyG5W4eeRjbTRsDpAa87jaR9TkQLjJOhydSqKtXoa9G+B0UVNgXkCrI06pPo1zcGNGGFj5Ir9ZxjlPZ9i+1J7nOjfeMhJtRBgfEJ7p+qrRRqDXgCaXydmbA9KTMHAmoC1iUPWBj7AMPMZPD9SwubSc9u4Sz0AEN2Flr1kjBpWr6AcmbhsYmXVVF12Hja6rFh9XjKGbKIMmnfOdhnRr2OJvY61n4W+4hYbQXsRyzCXPhDFpv/v3oqZLtc8fomOcwJ+VNI5L3tjOLETpV4GjF4ZiZOD74sT8oiGqM1On/3dl1xyQW68rKL9J1XvErffvkrdPVlF+s7XvcqveaV52l2rCU/fYou6nmbOWc2wEYjHhS7nIflOknpXMlDEzDLMsOGLMn9wq5JTnRF7NsaYKv3JfvGgkhiw8xWF18GNmsLlVKOarKpYoOa4ECZmpzSzPS0pqcn5f/AWLfb1ggtVVUsmlLOChwKvoGT0gCHJvwBG1u9IYmscvlpCCIA6SpIIfhPlCygK7jHgIlieX2ZFBFxBPoXQ1DYgHFQWDD5H6wNlmT4OvhNg8ubvMsFJmQU9PV/vloypWAWovEZFbqPMTAzLgwZNheGytM7OXoszAX0ZVRE/+CS9vH1OsZkjCFsyGQlDsqM7yV4svIfLSqSChbk/Y7mZVnRJM+7MeY/tJmZh5kxFnOfluCUgvJjJYffjUYK58x+zExmgOqYzq/QnBmrJNlQnuOnyPgBPM4ammbOzI63NTNea7wdxVcyyZHxh0Cm3w10CDNZUPY2QIDnfdXGJ+ObLJ93UcJ/ll0RSWEDdT2bNmSFrJgBzQYUWgp+CFtEMmjAGjm+tKoHDh7XHfcv6LP3nuCV64oeOrSkpR4rC/nKg/dgjFHi5mCo5L7FrgYNHsDnjbZikDjbFT3hvEzJBjKDnZgnVMZPuegaskeVv6JLMJq4ufVxK3tIduuBZfn29Y3AzdiE+9FhMAzb5Y4iLWW8NBRvgNUKFVkTMUeBmxzpqyHnXSmU/ndq077t07pwz5z2zo+XPzfjPEbNJYHQKR4ocFzJbf2cjR4IZ6NRLwWbFujEIA8zz7KksnxNJ02ob9Na7pvWWfyclzIOraykmqeVxCaRyQ943vEnLbGRmJlylkKNmipp6Ic8oxaMRYvSxv8AHIde0cPBl2Kj7CBt8CMrPhp1ke0NBjxpJTa9Russ4gGruwExJlWhr7atq60VtfKyOrZKepWn/1XV6quq2O4sK6PvJIy8A54ibThIJ/rgep0W0L8GuzPUkMm0aWy8bTLerbb3LwlfZAIP7Kd+ZlNSjIoEJR6YqO7KgAjyOmMTarc7En1qVZXmZie0e9es/J9v3ws9Z8+28ley56a6qtwH2FjhhMTh2NDv4s9yCBhtSuXHgvyDtxWwLzAG0fuNvYnbD39Sbeikj0vjGyc2G1tcNp6E8VBDOnD4+Z/V6ONnH7DEwdGHP5TRL9Ej+oafE+/1Ezb5MWwSWvmh1H+/EaRWwvIGr2ShXsHQxngY40uKFoISc2hAfohACJUcwiFkJQt8g4SvvK7flHBcKrihjFdE3mKtFKLcD9k4hPEF05bOBQX4Zia3wuvDVEoB9bWyBZXAiIbMaIofqjIjsvxjZGCTbJjjQ1122WWjAjjP59tqtU6KWwjCbCUUR2yrLMkYSylJtC9hE32veH3RbtbUHi6pk5cYzRVsXtfpBnhMZd5f5s2QukNJZiajvlHocL0N/WxEEA1y9sM0avTxNpnVwXOZek3xq2Xy9F0u7/B0kxUxvILWzC+Ftg6vJT24mvVwP+sra1kPrDRaiuMaxK48CIlY28JzIfdR6D7M6uWkXAXRTR9SMezCBaqw2/cPrFGC4Ti5pgNcqozyUg7oMKdCNj8FmTaNufGcoH+o1LMBY2WRBvFbxl7XFXNQVFX8m5Vk9KtiPbaxdXqsq8n2OH2p1V9lTxok1azpiJzQMcR/gbHeMTupK1+9W991+R698YpzdNUle7Vzhv2AuU2PsBzN2D7kQcVt2MLZ6QFmxtlp2Ivdqmk6ELKxCsRyU1mgSysDPfr4cXCEVzM9mflmzgJMlDdSLJKsaBaq2PiaQZYnDRYryr+lDqqVKffBq2MsPDOTOBXMTDD4mrw8eF0W4qA/1AqvQE6cWNTR44s6fnxBC4vLWl1ZVX99XU2/Jw17ssE6WAVr0qDHE5mjr8wTlB/uQ65SN+F/puYkWOjeRs/f/Q6zrNiyYRvpELAG2mczGaQkxcA3CGtLvwZsxgPsTMitua39gZx6ILXOCbhO+Rp612l/3f8Bst6AJ6ghT4SmMZ6AJ7mmn5roahrMTI5rcryjNq/EKhqIktiXQJSZKZjTUNqlSXypkqaQr21AMja9hqdHqijjZ4c4oCK2B/piXotx4KuMjR54iTrig7kcHKZktJMB2jIbrESQoiQv94MzI5vA6OucUepMf7ONahbiyrEx0+aIi3V+4ABZlnkfzLDMNouVmXDeD6N85DvkipOomyX/sz/F3kCfjPGDGhpEO2JsM84wgwPlC9eUyGdkihqYyYH+TKngi0/A8AAloM7mjZP+Rr/oKSqMX1eZPUE6Kcgh2vZ2a3Kt1OOgW1VM6xyNQyzLlEq4SG4X3VTgx2ExKHDwWzR4yCAd6I82PtkCnIhLDE4G7jFAv1WcIHd/QWDeqPg8yYuNgMR4bdHwmm2NebPMHrCao/o8ofQkraBuDSw3Ucf70sIwajXVWk9RA+QRkdvsc9RhIdA7TKEAC/iVyg0LOgI9HCHoKdRslD9JJdf5VCDj5V8L8rpG/WeGmak8mOGHUGwSBmamEsDgZJIxEesWFvKw4U4KISrWLXxsGnKV0uuvaeB7FcFnwJcVPe7y/nK6mzU3loC0bSyqQ4QWqEUzKJWCtj5nuwe2xuibOELRLEV24cjG4Y5eXFjWww8f1OMHDxEYEAiwRCqLqtjQjBMrsIP6HxBrmdTlQGyxksofEMPGCkRWK4/I4hxQ9idTNiUVUIEyNQbfwTLcTBP4JN5R91Z7WiVAWVpcIVBZ0+rKula4Ol4mSFlaWNLSwqKWCF5Ox/Jm3stPLFEOPO0gv+g4vqRFB7KLYAX9A4KHTH9E29ntAAIZG3OgJ622xM0HLMESblAT2GysUsPmvEgAcgJ7T6yt6QTv24+vrOjo8pKOLC3qEHYePnZCi9AeZZmgJeK/KkQ5jfizBhUo2643gC0n7WHTE3bx0KuEv5NvkA426/Q0+NOwl1tdY2Moh3NDxZyTxGliSorAb2kCNMALJmGOMgdWdh551IoKgF8KEx3GbJ4LhSkGNWVKc8Yg6Jl+K1Vo9llE46NGN1Rl9APUGwaamfhulEE8A9yKTN8SdhcBE930epksGUT9ZmzIQTBMCX80BFoJ3RRkl00c4/o6+AAAEABJREFUurnImpkMa8Q4nI5M3jg0jfFK5i1ST4A0pHyZIYV+gz/Z6xs/ETjNjFbDQd9Yjd8ZuWw8OGS1clY7N6oIRmMSfag4xAN9M+ZITf9MMQj+UJnbFqJ1CQ2ZOglfZCDSLHeNkKFZKD9FqR9kigQbFTcr0aLMDCT5/Kmo73Oox+J+YmlF9x5e0D2HF3XfwqoeX+urH01T45V2T9faO1OpS4D05LFl3curnzsfW9TdB5f16Im+1poguqPMgR2Zq4mAnsta+iLJgo+sAsFPYK2J/lsBRYViT6Gb+U3qfE8/fwg35JT1bMDBElaFYIo4OYYgkU4GF6q6knXaBalVqYfCQZQy7+CaSlrnZqWXB87Fj321w0CtMFRtA9VOQeDmNDJewZIMvXxl/OdfzNPW5+z1ALPh7DXu7LXsa1vWbrdz5JSKrE3bEO+tD7VS/vCmM1ssS0fF4qrVEHAoB/Y5hoTVGVg5xkHqFB0aPfSiic1N8k2zxQERQSj1pUqZTSdT5mkjXwDP9bLvjQIbNqBAWYDPGaNeb6g1bPKA5elYIYhx3km6uq5VAocVqMPTq6v98td7XcZ5a2ymQ05fQ79DbMgFtJlB4pBIChzKwvZGWRLdJS2tDYynQPqVa16uRF5DwePmZrnf1yLBysLauhYISo4vLWuRQGh9baAhwYfQqeI742DJ8n4ZvFhsiPK0Fb8F0uxqNuJl7MhwksT2ZRsgjY9SQVAqMlCEEootq3AidWqTaja9SC84L4QqJU6H7AkzDjRS5M2BjPjAFWqK3aUN7MxAokLwHVln/qkwN/uscSvlGjX6GAfEZgoLaMoL8ZRGBdhpEt8RLMiMHHY3HHIZiqBg04ssf4k04FAeNPgfSkepnF1E/kNteR1Hgp3wWCOj3ibwJzwZbQSXFvJUFXnIkNnx+c9/ntQ39MXt+aQC80mGn32NEBIo+XxhjL3FQK9EYCZkjDkaQktmLbhRARqZR1EmlwtKMtzrfcs+kJIs4F8UZWok4GWFin4VPpS00WZkPYQyF6OoiC5RmLEMDyE7kOnxxaG+eGhd9xxd05dPrOggDxYpRO3ZNqULd0zroh1T2jbR0dJaT48cW9WXkfvS0XU9ydXKsOqqMz5OMDOm6fExdXkYiCHIPTFEN60wDqL/NJYDidMBz/ch/KBnpE+TxX9Cp8qHus9EveECfvgq88P3qRTPwecL29PuT9qKrNWKvQ4kHhIcPXqy7rcmTZ/9oU9A1teAoDERhBjUIealCPjMbcNv7udkhnXo5Neb18n8iAd763sWemBrdL5Zg3LiBBuaki8LlhtpU+J3wOaUqjE1vD/uW1sO31Sa2FWux5S9DP6AJyFjY4koYCsTe2Cx1HXk0FZmE23YPFV12EtaSlYDKPwcaspHEHwhl6FZ8DbTLke+YcMcshl5e4NkLPbnQBPUd1kHm5tfKQ/YpIZeDz0D+H3SQzb5hk29oc0UKjUOgoIExFYsBRm9CfyELN9L/O2S/J93iMb75WpcVT0uw8aUgxpOuUGT5BiSHySV/8eMBycJXZm2cqhKn+WUjS2xMTW05+1n0t52ou0C8kKGBtwKwEZImZCX1VLxX0tyvfCbFARTFeWVGU/BSbQGnCvBAhwClA+R97aEniz6hu0hZ7eywNhg/WBLPK1Lnhvp9rRrGw6HpjP8xBhT4DHRiBiM1oR+8cEEWsUW0s4yM0+JU0puS8a+wjAspihQTkrOz35wUwgLHZkqjRoOgyGBiaPhkIYrL6dZUYmv1yZJvZSNwC+qwR9D/Fn8g22ZCtnoO3DpkYeo4EqGTs8cIaCX6pl+0R3XCAywkvKojGJsNgnZxsfNbWPupBDpJ2zqRiX507ePUmFmUcfrB7LmpQgyd7xeDmroV9qknmYuNCBtgjWSC0Kpm1wG+SzXJXigamkV+YVkWmCGnWiCVpl/ExOT2rd9m3byCnOuW2msZayHRsvcjp5gQRwfSmuslzg+ofGpaU1OTvKa0wOUSjWLDHczdknC8gSykaTvmb5/I0gW2H8AehL6St55G8jPwCsyhR+VkTP8gHFKKTN3JMGLrM9IYCLWoqxSxsehaivEqCEBSp+HlYbXwJkHmKCsGIOMshRMjZnK3qSWBtZRn/2yhy+Hxl4kQ1qlneTtFmjrczZ54DRbwmnpreQ3wQMZncnBolllMR1aXNXB4yt69PiqHjkKTqzp0QXHuh47sa7HN+Aya1x7NNR1HexDevzoku65/1Hd98iTyK7qiUWXX9OT6HgCHQUb6ScX13QI3mGuiI9yQ7I0kJaHBgIwLfH+2vMrvMt2LA8Dmx3l3GIsPwsW0eFYonyxQFp0XtFrWoIuwj/Ra3Rsdahja46Bjq0C0sfhLaw1WoKurzdlk6B7bEziHXLWkcOrevyJFS0sJa2tBy2vZi0s93RiiVc9vI46vrymhZW+lqi7wG3UMW5QjnGDc4SbHu+jp495W4XX1xFkS542j60PdJSyo5Qdx5YT1F9eT1rp5YLVfhZFIGiVPjhW8MkqWF5HBn9RRb1+0tAHg83UGJjsYNMTG2hjtbhYVuIKPcda2UbLy7fESEdLoOIHOsFJGg69lsz8pHD4pplHCWTP5BsiJxFHqkSLm3pdo0Pod2AvxfLiRPCRCDTK1Rp2lYEoNybMWO8Y8mZWZEnK5f32xIOShifUkuZYbZDlsrDIlR6TNzOqGKUBRA6NSkP80xhpDoVEV4cEnQl7+CrLADZmIeuepfoZfFutlkIIMjPmF8rQ4ZYERTyTZaypQB+NJpIFreegFdVaiWNa5fZhlQBi3Y2inFhPyn30DOX9G2J3n4NuQJA/KIdfSwMOPz8A19ExsLb6sQPvFPqhC68LDzAvBsyTAXNjiOwgUN91edrr8bDRQ2bIqwx1OYzHxhXaE4p1V532uMY7Y7QSxBlc+peUmW/iIYcDmT4P6XvqjknUs3ZXVFTGD1VF34sf6H+UGkakl02r9GXVan3DwKqiY5OervMkr7XRjlOwwV9DtocPeuTXeXjrqaVh5KGrHlfDmAzx33puabnPuhwaQVkkQJESe2lgnCqZjDmVCT4GG2PRo/4q6aXc1rLGtR4ntR7GeB0U6bsVnyRBlaWAY7a+Z60HtobnmzU0MzMS9/7JxKKQBmwURzhg7yW4uO3LB3XrVx7XLQUH9bkvPabPgr+491F99r7HdeuXn9CdDzyuJ1cGWvVFy1PEYoq648FD+tif3Kbf/vMv6C+//KRufegI9KA+f/8TBbd8xemTuuX+Q+gG93v6Cd3+0CF98YmFchX8IAHQ/cfXdP8xQLrkPQ2+8jS4jPNOp09Pe97xFa6Zv8I181eOrOmexxd05yNHdMcjh3THw07Bw4d1J7iLPtzzwJN68MkFLRIgDK1Sw0btgcBtXzyoT/z+53X3/Uf0wJOruv+JZX35sQV95eAJcJw0QPf9h1awf133PrmEzqO67aEndduDG6Cvt9LGbeB22rsdH93uNjx8VHc8clSevt3T8O565JjuJn0Ptt5N2d2ef/SoCn3kuO5+9ITuOeh9OaZ7Hj2mLyBz72NHShC5MswasMk17HCJDbLPwTYKaIxr56C1YVKfJ1sx7mZMAuaZ+YbIwW5+Bc1TYCAfOCwEpfiF/9KsydBLyyNCS2zKHL5uktG23+SkYV95sAHsygQrfvsghAIHH4RDOhUzCYIU6sjZVylykAbmOC4YldOSH54OYhQOkkRA12iVgHWVwG6t38ixPhhonaffATQRpGCRstun8iMqounMvlVVZWwuKjc1ZPQGjIz4PvIaoMoDcolXBI0Orw314PJQ9y8naKMHF9Z5xbKiVQKZjIJGGS9Ja2SO9rIeR7ZgJekgeGwl6zHqFpA/uJzhN/DAiiORRsblCMwf47XMQV6TPr46QFfSwdURHluTDq5LhzmE11jvudVRIGCpYhsrKi2v9OV/5uTI8kBHCbhP4M8eJQ0xabJEACSdGAz1KA9A9x9b0QO8+nmQB5pDPKisN1b2IPdxCtISfXtkqaf7jvd1L1cv9x4fQM8UQ+o6Nut7+jScGOq+k2i+Kn3v8abUvw/65RNJX1mUHlgCi1kPOBay7qfsvifXdd/jK3r48BqveaVBqtSwNzplW+VhJOvQqnjNFXRo3fTwQqO7Di6x5o/L96N7Dx7X4aWBGEKJwJQf5iwTQy/4Z0vhC+gBpusLqG1L1WkeOKGhhjmxWye8PDTTifW+HmbTuP/Qor785IruO7Ss+zio733iBHRJ9z6+yCJc1pefWNRXDh0X+wZPR20NYldrHOQPn1glIDmkz95/VHc9vqYvcuPwRQ7yuzlEfRHezeF998FF3cXCLHjM0wu667ETupMF+oXDK7rvyAr1lsGK7j08os7/ImX3ou8UvHxV9yLvvC8eWaXuCF8i/SVuf75EMHLfETaO0/BFNpA7ae8WAobPE4jc+uBh3UqwcMsDh+S49StP6g4CqAfo4wIbyYCnx1RP0Mcx3fPAcf3On9yhu+4/pvvp14PsOI6HCXweIXh6mHYfPrbO5jPUQwsD7FmjrwtlE7qd4OIkHjqqWx86THuH5TZ8Djs+R/ufdzsITD5P+nMEb58lQPzslx/XZwkY/9IDRPDn9z2mP3f6pYP6i/sO6s8IGP/iy0/osyX/KIHfQT1wZFknBlnrjMmQ4GSYTMtcrxzlpucIt1pH/ObK/+Aw+QFPepxtzAvjqPMU4AleIMId/eHIhhR8fr/RL+fVU1SMtNK2n/3MwZThQAObtLPcDq6E5H+octhfVyJo4KpEvnu7IjPqUidx22IEI+1uR+NTE5qcnSoYmxhTVVfKyLk8FeXJhn6vc2Aur/W1yIG8AJa4olrmgF4mvcoV/Xq/RyzSCItkhAziVygwv94gcSbfpmkyAcoQMCquAfu9o2aKHOQVq7IO+Jv0IkHSQ9w43vn4kj736IJuYb3c/tgx1uIxgoCeeGhXQ90B6/dEX3oY2XseP6E7CFbvJGi+A/nbqHc71HXcRkB7G4HtbczF2wh0b0NulD6uW0nf8thR2jhccNujR3R7kVmgbFG3ouO2g8f0FfYHznMl5pW/vkj4cEiA98TRBX3h4ScJyhd0zxNLup8AZJEgpRGBY0jq89rt8YUl3Xr/Qf3xnQ/pj+56RJ+652HdwwOR3yIOcXJDP5i2Os5c9b3izx84ps88eEKfeWDhzOH1HQ+g50H0ePokPH86XOY0eLvI/gnr/tMPndCfP7qsv3wMPLKov3j4uP7yoeP6LPzPP7ykWx9Z1ue+fFT3PHyCYETqpa6G1tVKP/LA0NeD7DtfYR/6su9J7BufZ4/83b/8in7jj+/Wb7KnfPSTt/DQsyC6jseYr2W+aetzlnuAKXuWW/giNe/ECXl40rBLJgXL7Jq5YZPsswn3oOtsfGuk17Opp8C1JoA3BD32nDVeI1AkMxgpcV5kDWXi0kE8mJVXNEt98jxFrCuqzw1Ln3SfK+seFdfxW8+RpXXya8Dzq1qY9VgAABAASURBVMiuYtQq+TXoGm330Lv2DFh1HnKryKy7Xur2Qc/h+QJTDxnX4X0bcPD1aHOVM2B1kLUylLgIEg+PI9C3VcpdNscgixEERa6vhwQra8OoEzwtLvJKxt+v87CoXmPqZ9MAePsDAoM+V8HrKWppQBsDK20s0RYPmHKsOA9nLlOXh97yWmuUNtLSYh8MpAXqEOtoAT0n2PAdx+nA8V6jo72kYzjcZTwgOcENwPH1nlaapKEfIGblcE0EG/5/gj6xsKwjJxZ19MRSwXGeZld7feaBIR+USp3Ak59KXOC1I7cZAS2ehsuInfm3oj+lNv5VRqOjMPyHeSQvkMxsBPEh+BCvnLLfnBCcJF49Mdn8Kxf3m5Tk84+M35Z4gDIxPUVwMgOmCVYmVbVbMgLxjIzL50TKTFQrfceN6uNn3CemtYaUD3mKH3L4ukUOWWkOg0jwe6bfuq6bEMIgxjgUNjhcP67A/1lupyJjQDMrtH9oua/HmDhPMCkfB09y03F0NWmd+et1vH6yQDAadKw31EFuJB4mAH1ooU+QPNTDPKk/vNjokaUEGj261NfD4BEm2MMLPT2y2NPD4CHyDy0O9QByDy418IZ6kHYfBo9w8/Ioi/px8CivfxcI6hrmVBoSwPVWNYCu9vt6fGUFfat6DD2HuanBnNE40ZeMw5Yx+pGjPQKsNR4++vrKsYEOsRj6QsC/PkYIrjIgh7hNeIyJ/yi6HnUbNvF8qfd9MekR+vSI0818oY0ehT4VaYMHLW0lPYLPH2VDPNiTHu9LTzjWkg5i+2P48iB4hFvfB48s6gnWFstUOUTJTH38tMAr3ifw22MEbQe5FXY8QMBy10Mruu0rq7qdK5l7Hl3iBgV/+rgKZ7Cnyadc8tCN1Nb3rPRAOCutegkYNTk5mVpVZ6myajGGuBKrajVW9arFapAs8jyK6wOILDT6W5YMmwccVeQdtV9Hp56q1FfkCSmysftfg3TUVHCZyAKtgNMRkgJyPCBCpcABFGitgkYOED+MKsuqTCzRhF6AcEXZU2BSybvsRplbHTl1HAHq8LTD0wUcdt5Wi029taljsz9sKJvtmg3VqrO63aAqDDTsLSkPeuq0aoWY1dBv0Wc/vIMS/QBONWRbGUhpiP1ZsfCg6A70270ZSUfa9sPf85XRBryKjcmBenk5WWXkkvhA2b+1CTMTX8kkB7FcoaaMTKPACx5HxJ5KjfwPIiZsInZRQqmhiPNPDekUKoKryG1YS4PQUZ/37UyCbGY5Rrcm52ChSSn1V1c5JXVmnxS4PyE2kBus0YdhFw3JLCglbGfO0a5GkKwIZJn7kbEOQoHL0UNYCjnIP0a9hGzyJuhbQ6HrVRXFPSG1JPrgomK6Sd6egpIV72gYWkqxpXKwZEnoMmrVTAgjO/qO2hqlz+x3amqKyaE1anPM0UqmM7TmA07cqUGs1Y+V+hnbArOn2KkyTg2D3OCJQZI2apFjBiHr/Rlg9wCbh5jZx+ge1MHZSgAjHjQAfL9xKeUY0SPv5WvIrqGqB9bBmvMpd7ncaimMT6menFXVGS+3Sv21FWmwqtRf0fLyIgHTgFehQT2L+LuFFTW2BRm2lguhRiLmY55JAzP16VcvR4L7QN8CjjDlzbOYfuB+Zq1OAjV6OhCjHRU8vWwzf7rMM6VdLtPXZ0PjZdGUWhVjE9WjV6mqlOqKB5qBji4u6jBYIsJ1/7MzSDag36sKaY39a0gNb1nF/obckHHtSVoF7uflRjykSQ37rkLlJjXBjEchW0+58XmC5Nb3bPRAOBuNeinYVFXVYNv8zi+ee+ErPrn3ogv/6NwLLvzkvvMv+pPpmbn7zOKKbxBBJiNhatQCY2zWM5zqM7VpJpimTZrnQXB71df2mLS9lrZV0myBaY6NbpbdaVsYyjEbkmZjBhqVlXJpNkgzpGeoN+P/gBH5KfRNFZrldJKD5ymwrJI3QRO2JM3YCLPQWdEOMq7bMYfcHPocM5KmCGAmkjTN3jFN3jFFXyeRm0RuGjvn2412jSXt6rreNbX6S2oPlzWhFdpcB0lT2O3wOhPYPBkHmnZoqGlrNI3fTqdT8EagruibgxNz6jRMWtak2+R2gE393t8JfDhC1gRlE9hbgPzEU5DRMYKXd+hbJFCkihInRcNhUDNeVd3SkMN53Vpa9+CkGpPa3WHo1muN2XI/5eWqai1L+Xi73T46NTXFdkpD38AXk/H6SMHJBHPND4nkFCZhiMqOjt1irIwTOVBWWVTFAR4tKARgcJHHjUVhiFGh/BmUGlrJCFAUDFUZSGYmr2eqyFccpoEDsgJxlJYpMxY5Nx4zeE7+SdjgVGIiUneUft6/quu6V1XV8Vardayq4mKrrpZCDCu5roeDFjMrdrWUWkQwtbL3FXvbNNPFpi42jTM3xkwah8fU1BhBchd0QIvyNv5qJ6mFT56ONvW61OtQ5rRLvuN5BzyXZ/mpYoRreGNBmmDNj9Hl9rCvan1d9dqa2tzSdXj91CXC7eCXogO7Oszt2oZqs+Y70HFL8rnnthbQntveRbarRmOnYVxZE1nyPnWhm/a5jc+GDvo28UwyXuZ9fi6wnammr8+FqU6tqU5LnShij3U1a0uy/rLq3KduFltFAa5SjQ86GqitntoEKm362pLkY+j2BGZd5kGBYZUHmn36SiSiRF+qVnelMzVxaGxy4rFup/PQ1PTkF/fs2vUI1be+Z6kHwllq14verA984ANrk93ufz5n1/afvHDnju8/b8e2vzI/0f2eH3zX9/8ve7bvuLXiQIhcp1dgjM1jvlPplTumdcU523XlOXN63bmTet2+MX3b7o6u3gl2tXQl+Lbdbb0O3pW7u7p6z7hev3tC375nUt++d1JX73VeW1ftaetKcBWyV+3p6Er4V4GrvY5jT1evB1ejZxOvR+65cNVe9CB/5a6Ovg1cubulqwraULDR3pW72sXOK3fWumpXBLWu3l3pqt1Rr9sV9NpdlV6HrNv02l1jeu3OLnZP6PXnTOqKHR1dMhv1aqKcy7dFXTFvQHrNNjAPoJfDu3x7pSuI1q6Yr3UST8u/bnsLO9sFbvOVxa42toGdLWhFWa2r8OnVm9jZ1uvB1chetatLWUdXuQ/Blchche1X04erd5qu3iF9G/Q15F85X2nfTND2iajdM21tn+loZqLSxHitNV6bPH58WU9wnf0EV9mPHO+lFesevOCSKz75+u9+00eu+o43fPg73vDGD333G9/8a5dd9trPXnbZZT2d4afiro2qHH+coswp9maVoITNWUEy88SIliSbuziYHR6gOPwPrQ7W+1pdWdM6V+frq+vq9QYaNqnUb/E6Z3xyUhMz0xqfnlRnfEyxxWEfytGgTINZpkyDPd7nHFta0eETC7zyWtTy2rpEeafT0WS3y21Z5MAxJLX5yaKuvoHPOeecs3TllVfe/pa3vOU3vuu73/Dr3/5d3/kfv/sN3/HR1tT0lx5ZSYMHl7MeWmr0JK8PMmtvVyvp1ZPS62akb5uWXkv6CvCaqaArpiu9dqrS60i/Zkp6DeWXI3fZM4GyS8ElyF1Cfdf5atKvhlco6cumTJdNm5x3yax0+XZjPXT02u1tXT5T61Iilguroc6rGp3bks7pSOeOSedNSBeg83xwMelXjQ30qm6jVxBpXNSVLkLmonEouNjheed7OTou2gS8i4HnL0DGdZ8DPVOci65zvgbOQ//52PRsuICyCydbesVMVxdPd3TOWNROfLCTh5B9naxzKfc22K7E1iWne9DJdqR9tO3U+WwjYpuUl+2ZCJofjwRyKnOL5wYCZA0vv/yST77nPe/6wH/33/7U//o//a2/9bf+5t/8qf/xv/3v/8Z/0tbnrPUA29ZZa9uL3rCf/umfTp/85CeHm/j85z8/6La7hzVoFniSSv5E0GIEOjyBzo61dO6ueZ0zP6dzts/ogp3bdPHubXrlzhm9cseUXrFzGsyAWb1ih2MG/rRetWtKr9oJdkzoEgKcV+2cJT+rV0JfsXOu0FftQLbUR/50umua8mm57lftmkHXKbxyI+/0EtKOVyF/Ervn9CrHrlm96iRm9MoiM6NL9s7p1XvmdcmeOV3i/diFPHj13nm95vxdes15u/TK7VM6b6qti7dN6DV7t+uyPdt00WxXl+ya1GX7ZkqwdsW+nRphh644Z16v3be90NecR/pceOft0GudAqebuHzfvC7FPserd89iyzYA3T2zQcnjo1fj31dDL3Xsogz/vBo/XopPL6XsMrcZXE4fL9u1TZcxRpfRn0vBZa6fPr6Kti4kvXfbtPZsn9VexmfnjnnNzs6Up7iHn1zV7fcf159/8bA++6VDawePrn7qjW9529+dH+/893U7/Hdmzf/YNIP3dbv155gzZxygqOZB0SzJiDxMEkQnPwQNzDMjkDAz2Un+qYSLZwKRHk/y/i8MLy4saGlxUWvLK/I/rJmpVLdaahGUtCYnVIEw1ikBitCdcyZAcX0moiStE6AcXxzqyIk1HVlY1fJqX1yvaNz/fyoTYxoj2GnVQZEqAfg3P6NlXvL14Q1veMPy3NzcX3a73f+nruv/KYfqb8/MjP8P+y685OfveODg0p/ddzT/xX1LuuW+RZ04sa5Lzp3XdVddqGtes09vu/wcXXv5ebru8ov0ttcAp5dfoGtfc6H2X3EBOF/XveYUriV9ElfAf+0FOvDa8wv2v+4CXf+6C0lv4iJdd/nFuu7SS3T9Fa/W/te9Qte89hV622svLvA23nrpBbr28lfqwOteqf1XXqxrr7xQ1151ng68/hwduPpc3XDVBbr56gt105UXgIvIOy7W9VddrAPA6fXUu57+3Hj1+brB8frzdAO4/mr0oOt6dNxAucscQNf+qy/SKVxM+kLwdDqSOfB62jmJV+jAt79C13/7q54T+69+ha79NvryrHil3vjq8/WWSy/Uda+7RAeuvETX4vu3vvo8vfXSc3Xta8/DF+fRBv789hFueP0FuvE7LtAN336eDnzHPu3/jnN0Lbxrrn6V3nzVZbrq1Rdq9yzRXFKZTTwLeuLYxRde8DtXvOa1v7a2NvXhpmp+b9vOnbccO9Y/qq3PWeuBcNZa9hI1LDd5IQ+bw2a2xH4+4AZ32CRelPMk2+JJtIpRMUTVFWDTb3FqtDlz2ia1QK1cLsCjkvxvgNQ8HrTyQAUackYNKW9AUqRepJEK3TVoUed02qasjf4OelvoPR3tjfwmLWVmam+C8XF73L4RsI86bXRtopTD87rdEDRWVZrkgJvpdDULpuqWutjQ4nq7Peir3QzU5nq2lXvq0Kcu9vrt0hgyYzhqjD506WOX63aXq5F5NrS5Cu5yN+zoQDu8uukElWvkbpR4WAUmv7oexwfjJvk1uKcnyE/guwnoOP2c8DILmmA8xtHhshPQCfITyI2HRuN15oktcS3dyOhDRVndbmuIv05w13ysn7Q4TFpN6i/ldPj1b3nLox/63d8ej5+dAAAQAElEQVQ9RvB6wvHpT396ieCEExyH0eaZfKP/jxWU/DY7l/r+6yCTgH/N6AwJY+sOINKvALQBg4bMbcgwa0iA0e8N1TQoITrJaM4KklF7AxmaJPkhkCkzEKySoCmbeEvB7YvQARJsGfPbIeZ4UIWPTYLrv/IPjTk5M5hZdj9+6EMfWv793//9BfdtL06d6AU7emSNxcdYrBKEDehfYu1UacCrkIGmwkDToaep6Fgjva7puKrZAGxV26wH+toWHAOoY6i52IChtvEqdhs65rw89jUfKYduQ+esrWuO+vMaaIcNtas27eLJZFtImsxrmrY1zSE3F0jnFU2lNdDXJLZNMdenmOdTeV0zaRUsaUaLmgUzLqtVedkUa2YaXTN5mbJlzdmSZuOipsMyfVrWdKQ+fZsN65qlPce20i/vm2NF2wScdxqdx6Z55Ofxw1PkkZlHdt6W9VzYEde0s+49K3bV69rmNjeLmofuqXra1xrI6S5s3lP3tbvV1zz+2Q52FKxrB/ZsB9voz1zoa7YaapbbsDluXbjAVJV68lnYiiaTNDbWPt7tto5deemepQ984G+tMUfWf+InfmIATRRvfc9SD4Sz1K6XrFkX7Lng8AWvfMUnL7n8sl9/9aWv/o1XXfqKj51z3p7PWKt96PCJJT12+Bg4qoNHjumo//9m+n3lppE49HJOyhue8UUXLauypMDzaoBGDnRD4hRUFqfLGod8oL4hc5JSPyAfnPcc8DqOUb2Mzg2g0/WOkEZ87OCMEAbzHfJE3cjzFRtFu1UpBDRxtZ6boVohqBPZRjjFestLGq6tqqIvFbZUBBg1trU45ApkqtFae9lJNBvyX00jG3tgg3cY1BHwofsxcDBZxi6nKSmQDi5P23ETGzyD7xBU8MxB+wHbAv4M5AN6DV0CydPON1ND2Vp/KLwg/8OQ69i/knJeHeTGJicbsi/otymRhOGxjLe+WnVmvFLilgPbSQoi52V4wg8OT2e3LEuRQDnSj2hBkXEyY+yoWOrgg2zoAg2KShVDZUDGm6auqJOoI4LuHAI1vMBBPcbEfSd8RVMwR+eE/w7JvZDf8fHx3G9iM8xAMffx0IAGGgKxTN8yNjpNbrv3gT6JQMIcAWtsIE97Dwx7vYdGnw25QkmL3hnI7jzmgTlljqfhALcyA+D5+myz43Yr5n1d4xZqMK8afJEIYAQCQU4dpRp/VazsKkXmfZSvAV8XZf6zxiJBcSDAqbChMrEOckEMWRF+iFlebjGppEs+KyLvqKFet0bXCJk2k2r4NfU3qbdZFRnKC3UZgIzzHfUG//T0Ji/Sv0iA9ezoYzc+6q1osL7MTd2qogcX5c+fUIZvIr5rYVcLPzv8oWn0EGRq46MW4+d+bWNTzWqjrRx4CgxSn4e/fpbWYqwfCbJj0sxQW58XjQfCi8bSl4ihl33XZQvnXnT+f37FxRf/k1e9+tL/8/IrX/uBiy+55F+3ZufvuPexI+muR4/q7oMLuuvRRT10ZElrPO2xBiU2zwzKJsqoJRZlhjp8c2TL9+2RJZwLbfCXhzOJhZ1M8B0sVT9gPOd0A2mDZvhPgfPhaYNm14O+zYNpRNG7yXN73K4ihwHRFKqgyI4buR2K7VqKQX0O8d5goCF6LQQlNv0+tycNlluUEgdDJlBwvqMciMgKW7ISv2z4BDCjtOe/GrIkYZfDDxKxcZf0BmUHk/+NlMTG3YDERj5CVibv4GxQw0GQrBHnm4ZsgEPL8n8cq3EKMmMS6JOJ/+iLQIyVQoziwkSNBfVw3FBRTeR4Cf53rlCkF/4TY8rZfMJkH+inNECvNvJZZtgK3K9DAqgBr3R6q2vqra7K/wnxgQfFBCwVfTGzUi/QT5HM5ByiXwoMlkVlo4AvRT5Vynh6mVFeygoN8JFAbiSeZLSBC10tBaOv2zRKvXC/KysrKcZ4tNXq3Nlud7/U6ba/Unfig6muD6+q3TuRuzqqzgbaOmK1jtIvTjM5jlvQseQwHc9xAxW8SkeZJMfSKL1AvcUNLHDsntiA81aqltYIStaZKyv4YElBS7GlE6HWYYbrSW4RD3MoH9dQS8payaaVYQVqrQ7rQpeHUUu0dSK3sKGlxVSDSsvYsAx/KVfka51IrQ3bah2D5/YdR+ZEU+kEOheaWgukF0l/fYhaoO3F0+W9fhO12JgWwOLQStrpZr7QJmDTBjbSS6fRBew+kYOONtKRQaOjw6xjpE+waS1i+xL+XnB52lvA7qWmpSWnQ+igRZttLUHXsa/Pg8766kpSTgt79+259TVXXPofX3XZ5b9+2Wte82uXvfaKj+7ate+B7du391+4mbWl6ZvtAY6Ub3YTLxL93yIzr7nmmuEHP/jBx//9b/zG3b/2H//jrT/5k3/rc3svuuzz9eS2h59cXk+HeU9/tJf0xMpQR1lKfqfQYxPrKWqdhbxK/L/I64LjvYGOrIH1no6sO+1vUNJrw1EZ5YfX4IOjpI9S+Qhlp+hAh1coB0fhH1tr9BSsj/JHN+ixPnlwnGvyr0Yj/3dC/HWGY4GNxjeiFTbpAjaaZTaadfqyBm/BdfSGOg4WB5mL6kprgQ20yWzOUcv0d5n+LnMwOFa8viotO4W34vBN/NlwsjxQJ8jll9G3ST296JsgcgsFxkaqgoUknShlo7zLLWD7AhtnKWNDPk75CegCG/OJgbQAFl1mYDpexidpeUAg0po4PD03f9fc9p23TE3P3t4Zm7i71R57rNsQkb3Ac64JHn2J487DEceoAYPjEAefRwMWgjhzEUwa9vvqLa9qjdu6lYUl0suFlwkekEImK5EugUOJTNBpJtcjPoXFGMCRs0XEkWnHIRoxApvAqz0jYDMCVjNDhFrc2lAkQ0cAsKlF4pvzbXbs2PHg66547b+96uor/+XVV1/1S1e+/sp/de7Fr/rEoZ4evu3hI+m2Rxd062MLuuXgCegJ3Ub6tscWSS+RBgcXdRu4Hf7tyN722HH4p3C75x85rlsfWdBt4NZH0PHoCd2OjjsfX9Q9Ty7q3sNOj+mOxw6Bw7r7iROFf+ujR/S5h47q8w8f123UuePgcd352FH5v8Z858NHdBf8u9B558OLuuPRJd3+6PIGFsmfKP9Q4Z2PHCv0Dmy7nYebIvPYCnIr2IP8Iy67ILf/Dm8DuTueB+4ssidG7VH/Tvp3J/QOtws4LUDuTs9v0Dux5U7advhDV8k7bwN3IHcbem7Df7fzYOb23Yr8bY8s647HlnTnwRG9w9tzPHqch7cTG1jARwslfQ/9/8KDR/WlR08MFteGD11y2Wt+4w1v+PZ/cvW3f/v/feXV3/X/fvsb3vyx888//9HLLruMlfrNmWRbWl94D/je8MJr3dL4NT1gZhk0jz76aB+6HGJrmTO7GXJ4rLN/r6NhLbS0Vk1ovZ7Skrp6Yjnpy4eWde/jS2x2K7rn8Ipu8z+AeWRddxwGh9Z155PruuvQmu4+tApdga4Uepfnn1zTXU/D3dS5C/kCdN31bEDm7kMrRd9X01X4q7SzWug9PJc6vnhsXV9ZbPTlhaE8/YUja7rv6Lq+dHxdXziyojs4DG577AQ2LeuL9OEL9OEe2rnnSF/3HOmBdd19dE33HF0dUWQK/3CP+s+Nu5G9G11PBXoKb1X34I/Nsnvwyd3uN+B0hDUVin9c7gvU+wLpe07D3dh7lwPencDT3u6d+OnOxxd075HV1fb2vX952RWv/eBVr7/qFy9/zWv++WWXXvZvLrnkor9geH2IIS/cNyZuUPgyfXLm5DfgIYsRcJmIrpSUMxlCAeOWyIif8nCotNZTJshVr68E/A+NhJyR0ggoTASOzFgFQgoDciBj6DP0GpIGzRsQrzgCDQfLCiGq4vbAmNuJC56Gq6WGADYR4FGdmqKhjMYkohdVemE/H/rQh9J3fudfe/J/+l/+9m//1E/9rV//qf/+J//d//e//du/esV3vfm3H11ND93+6LF0B4ekBx4jLOp2AoHbHl3RbY+t6tZHAfQ2DvzbHluGt6TbSrnLLZJeLPJ+sN4K/xYO1lucEki4/B3k73x8mfWxojsPLekWDtPPPXhEt4DbHjymW+5f0K0PLeu2h1YIcFZU6hLY3MIcctwKvfXgkm49OLLjVuy4xe2Adxu6byVwGgEZ8t7m7di8iTs8TZ3bOOxv8zrsH4WWPO0+C70d/iZc5+m4lbJb3Qb03gpuO+i+GqHknVeA/iK3rFuht+KT06nbfxu+up0yx234/FZ87X29BbtvIX9b0bPEfrGo2/DLrfSxwPtCvvAIeNymLzy5Pnh4sXnioiuu/rN/9J4f/dwv/dIv3fLLv/yLt33gZ3/2oZ/4iZ9YNfbdF3Z2bWn7ejxwpjLhTCtu1XthPPDud787xRhXO53OI52xsftCu/VYbrWO1t1ubz3F/ORKo9G/0jjUAxzWX3pyRfdxuH6J9H3HexzeA9193DHUF44NCAQGuvdYn0AAQO89DnWQvs/pM+BL1L/3WI+6zwECi3s38EUCja/G+kaQsVaol7v8l2jvK1wx3Eudu59gg3n0GE90x3gyWtAdbLx38HR5xxMrKnh8RXc9sa47n1ijDNDXO55c0u2OJ5bgLevOx1dL+Z0EUncQWNwJTqeedtz5BHKU3Ync6UHXyTzld1N2N23cBb0LWcedUIen74LvwcsIqzztOtagp4HA5e7Da7qToOwO6F3gi/jpCwSP9x1dXezsOveW677nXZ/4mff+zIf/0T94/398/8/9g4/99P/2v9351re+lfuxF2YObWoJfoOSiUE2GVBf4A4ROGwCEWUPHghQAhFCIGCoCEAqboUClNhFvLxR5pZDZmgxEYsoWlDgFkra4JUyKSgrImBApD3IEAFRFYNa9eh1V6xqRV5xlTAEvUOeY4fcnPkfr9oInVBbSvWCRygY9Z73XN5/17vedegHfuCvPPJ93/dDD934X/1XDzXd6cdODMMySyMd46mAYdPhnhUcWTduJElDD8F7OjblNqmXE9/qUN/0ZE8FR3jtcJzXMSdyR0d4TfMkOOxpcKhf6eBS0mNcyx1aDjq6FnR4o60naO9x9DzO7ZzjILdyj4MnHfCfAE+CQp23CXjOd1scrq8AfZ4v2JBxuW8I6HzS8Rz6RvYFPTk4hUOnpZ1/qE/fHb2gQ2umQ/jg8IZO98MTlHmdkV/dt6bCp22nrsNR/MWKemKgfHDN1prJnQvGbbWZpQ1kbX1edB4ILzqLX2IGs3jy9PT0wp49ez593vnn/8r2nbs+uGvPnl8/9/zz/zRbOPrAE0fS3Q89rvseO6yDx1e10M/iIkWLbPCLvO5ZYdktscM7/F9MJJ7hfbVUKHynzvc6zwWv/zVBe0tfE6YVXpmsWwsasTNrkY3WcWR1oCcWVvXk4qr8/zR8Yj3pBIfUAjhOv070so6DE2zwxDVy3jH4Tk+cpIIPkDveS8g/FSfgFSDvvir6SW9Sb8v5Dn+19FTwSsf9ehJ59czwAAAAEABJREFUZD/2PVVuxD+py8vpo+s8weud1RzlPl9J6jWxfezJY8cOX3nllYff8IbXHnrzm998mNd8y4x7eqGnciKgVQjJzOMJJgYN2EmQ4jbDLCgXAS/PgktwIUXGzIMPR6Q8uJyyMq93XCiYBJsf6uTTbmJgmvw/8YGSJ2JRoIL/myndblftdluVByiOWBW5ZuMmxdXDUMa2TIBDi8Q52Zz3zQbDLJAbM4egX4Uh/Xk2nC7vMpyPYnnI04lXWqHVUmtsTPX4hHLd0To+7qmW2uNSq6se+fXGTrZZ6tJprz+g3WdDQ5nj6XKed/4LhcGGLa73a8FtdZmnU+c9E9xG5zs9Hc7bxKYu94vbsgkv9zKHpx2DEOToWUirDWF2rtj96MAL8t1S8l/KA1sByn8pzz+13dWf+ZmfufXf//t//6/+83/+z+/7gz/4g/f+zb/5N//PVrf7xYW1fu/Q0joH+kBLvAPyReorjwdd+cIVBwFHBtp8TwdZHBc6+YFT0hnuc0GlXMp6dviJ+lzwYyVUQa1OR9wGKVSVeoOh+rxGyGyqDrfbUdoxGgNmJqMfmCB/QM+GDachkXY8E995p5d52nGSTxOe3mzP7S95dBaeN/oNwHXQhEII4ibMkzLzCCFztvNCI6Vhq9XaFCvl36wfbCh/dleyp7VHZ/2LXWZW7DNzGpk+gXwlC1HBoBbFaS1TAGIgMhQYaWZHIdDShGcKvL8uCi31IgFJpYjOyEFdMQ+cuoaGiMSDk+Q0NSImcXYBwUmh36KfjE2DnPMaICQuy8mX1CbKMsOWQs2Mc9RK2nnUaZ4Ol/Ey9A7rul4lMFuFrjMua/BXh8PhGp/+6uqqJ5p+v487yhwpupA5qf8M05u2Pxd9Xm1s9PEp+uANnwGlD/AL3bD/meSezivy1HtKG9Qv+U2++3YT8DbrnKTI+/gMmGtrBMVLrLkX/BUqbWx9v8UeCN/i9raaewYP+N/Fv+CCC9avuOKK4694xSsOk34C3FG1WnfFTudBa7cPqtN5MnQ7hyKoHZ3OoVa7e6jd6T7Z7Xaf5BXRE91O94lut/tEx+kGPO1w/unouNxJdKjTebzT6T4Nzusc7HRAu3OQDfdroHNwbKz72Pj42KMTExMPj42NPRJjeCxLB9mkqYueTvtgu9N+rLWJdvuxitdaVav1WA2v3e481u52HuuATerpTRRep1Pqd1wefVDXWTBKdx5H7nHqFOrpTTyV5/0tfXycPj4do3533Gb6Dm3T7jOhRR84iB7FP4+wMT7CRlrS9P8hNsyjMUbfbJ9h5F9YFu3kHEpwgssJGOyUfiPM8BybuxNZiIU2RIu93lDrq32tr/XVW+9rMBgU6c06RdDKrzI7RiaY9CDPOdls9PKoUAotyHVHf51D9DHkHY4HI97ukPc6vV5PTj2fUzFTwRWBUY4E36uuuorfb+o3ETAcxbY7YoyfZvz+grH6yw181ilj+VnwuQ18nvG9Fdy2CeqcTDuPOXSrg3X2Web/H5P+Y+b9n9LXP6aNPyL/p9A/a5rmFtq9Hb23wysUXbe7Dgf8204Httz6DLgF3teFp8uh+5avgVspvxWbNuHyn4dXgI2fp6zA05tw3mZ6k1Jn03/PRl3nZ5H/y+eAlzs+h4yPQ2nb26Nvnwefw6+fNbO/BH+BzG3wDn9TZ8+W8m+JBzb3hm9JY1uNfP0euOGGGx5//Xdc/S/e9NY3/Mybr3vL33/ztW/5uTdd8+YPvPnat/78W659289fc911P3/dtft//q3XXPf+/dce+Dnwj6972w3/aP/+6//h/gPX/8MD+6//R/v3XwcO/OMD1+3/uWuvve7nrt1/3c9dd2D/P3Zce921/8hx3f7r/uHbrr32Zyn72f0H9v+DA9cf+P9t4O/vP3DgvY4D11//9647sP9nrtt/4CnYf+D6nz4db7v2ur/75re87f8A/8ub33LN337btfv/h7dde+DvvPGNb/7p737Dm37mjW96809fe92Bv3vd9Tf+3f37r/8/3gauvXb//+5AttADB67/3w8cuOF/2wSyf2cT127yry/l/zv8v7v/wA2uy/X+zHUHDvy9t+3f/9637T/wXnT+fdJ//9r9+0/Ra/f//WuuO/Be2vr72PHe65BFzvNfjeuufe+1+6/7e287sP+nHdddf8DbOYkDB/b/H9eDA9cfwO5r/8611177v+7fv/9/PnDgwP983XXX/a833njj3yH9f77yla/89L59+5a//pE/c8lWSyWw0DN8yuGfeb1TrpckNnIRm2htvaeFhSUdPXpcR48c0+KJJfV7vMjnqonDtciJECQXNNoIR+Q8+U0KQQgZvkEhRFArxJq8l2Y1zVDD/gCdffUJfBIBCwd2KTeCnhCETkCGrPxD+WbSs98UGK913vve997/N/7G3/i5f/fv/t07fud3fuetv/u7v/uWDbwZ+uZPfepTb/7t3/7tt0Lfxu3mdZ/4xCf2f+xjH7v+P/yH/3DDhz70oRv+03/6T4V6+uMf//j1v/qrv3qD47d+67duhveDv/Zrv/aDH/zgB9+N/A/85m/+5o94Hrwb3jugN370ox+98SMf+ciNnnZgx01Px2/8xm/ciPxNz4Cb4RVgx02/8iu/4rgZehLwvfztyJ2Om9F5M+28/Znwy7/8y+/49V//9bc76MPbP/zhD78DG9/Oze6N+OKGTeCfGxybeej15K936sAH19P+Afp93R/+4R++7Tnw1s997nNvQf5Z8ad/+qdvQddb8ePbkLsWnW8jf80nP/nJt959991vxr63fOYzn3kzNr51ZWXl++65555/8kM/9EPHvykTZ0vpt9QDbA/f0va2GnseHvj1X/+NWz7+8d/79U984vf+2Sc+8bvv+63f+r1/+Fsf/52f/a2P/xb4+M9+/OMf/dnf/vhH//FHP/qR933sY7/5gY994jd+nvT/5fjIxz7y8x/52Md+/sPwP/zxj77/o46PfvT9LO4PONhof97BJvl/ffzjH/+/Sf8T0v8PZf/vBv4p+X8GfoH8L1L+z58Oyv7F6UDPvyT/y2xuv/pv/s2/+Y8f/OAH/wMbyb+G9y8+8pGP/HOn6PqXH/vIR36J9C9/4qMf/WXq/CvHb33844VS/q+Q/ZVNfPTDH/7Xm6DeSb7Lkf8lqLf5L4ptv/mxX/z4Rz/+C+j9Z+T/6cd+82NPxcc+9k83y2jf+/bPPvqJjz4zPv7xX/jNj33sF5ErffR2PvKxj/zSJj6M7Q74/4qD61+DD2Lzr9Hur22kP8gG/zs/8zM/8/B73vMe/+MJz2Pkv3FRD0g46OWnf+a4zzASAYXHJ7IIOxJBRA15bbi+1tPKylrB6uq6+gQUiQpmVJRkNqIpN65BVCzhiusjAy8gEwlMKhAVCVC4IZDxH4XqD/rq9dblwUmIUcGjEgrMkDDX8BRYVVXi4NkoeUrZC5oxghS/vWR8mmuuuWb4dFx99dUDeOvQ1Xe+851LpE8QfB59xzveceTpcP673vWuo443velNx13WQdC64PS7v/u7j7nMTTfddBiZQ47rr7/+kMPTzwaXx77DzwW35Qd/8AePPB3Of6Z6rvPZ2kPHk/T1JG6++eYnXP70Pnl/vh5Qb5H+rdD3tefC5Zdf3kffV/l/k4f/B+jq0Z9VeMuu09Oukxvnnpe5DGVDxtRf9aQXdKJsKfsv5oHwX6zlrYa3PLDlgRfUA00TLSR71oM9E3QEv+WwSmZRpqCwQT1tnragvLG9u7zDzGRmkvz+ZHSXos0P/EDAEWKUmctQn2Co4XqGVyi8zhkSBA00fMrNicn/21SBuLwd6IhdbZZs0S0PbHng5eyBrQDl5Tz6W33/pnvgW9tAn5uNjehio2EO/ZJybrnxIIjwvzHTEKx4HkI520COXIx4cGHkRQDhaalJLiU+Iz4XHzIzEGUEOwJOg1MCnMx1TbMRjAx4VdRbH/KaJyNv8lsZD1pSIh/MVRGY0CzaN1rJJLe+Wx7Y8sCWB4oH2JkK3frZ8sCWB16KHuDI99uJEgaYlSABlkpQsRFQ5GSCIcm3AyM5ohlB43YkE6Sk1EikRSCStKHHTMbNSeSVTAU186AmE5AgSxCSckJnJggBTVLIUjQb5Ukbpf51aua/ntvClge2PLDlgZEHfCcapbZ+tzzwVR7YYryYPBBj9GMfSH7cW/mV5Ic/MDOd+nh6E5Jt/KeTH4IKIpTMjYg88ICfkfG8KchvTAT1axAPgPxGpgRBMEwbnzyiaCpBySi3WeqFJjOJr8pnlMj+F34vu+wyFyjsrZ8tD2x54OXpga0A5eU57lu9fgl6gFcrmUsOvw8ZHe5+4BfwUyIBbi/o96hwFE6QHX03mSWXeVWUCTUkM68bSfhWwQ2JByU0ohApg0e9lLMStyw5c3NCTVFlpJ1CPf9PY3ZmFZ9/U1s1tjyw5YGz2APsMGexdd+gaVvVtzzwcvJA5AaFeCIreITgONV7+DIbBSiF68XgmSKBwqPMXA91JDLygKSShSiRltg6zCRkzAweIclGoFJeB5XwprCf109pezjU5z//+edVb0t4ywNbHnjpeYBd5qXXqa0ebXngZekB/8vM6VTPiRdKmJD5dRBCSH45sQk99ePBgb+uKbIec3jgAS33IhuvekIgSDG/SfG6FBK8+C+E1ziJm5RGuRnSlGtzGXmRnscnb92gPA9vbYlueeC/jAe+Ja1uBSjfEjdvNbLlgW+NB4hPMm9ZPDYpYQl5KPECv/63d0YxhwcPT0OJMkZyhBlIJ+B5bl0ITjJhRiYw8T97YhZl5RaFSpQl/wOxqSnBCdEJZSofSku6xEOF8/X9WNPkq666Kn990ltSWx7Y8sBL1QNbAcpLdWS3+vWy80DDK55n6rTfijh/RDn3iRz46tRtigci8IlsuAZR9j9PQtDhnEyIEUKQ8WrHSlBCWtyieLr8y7S5/K2dhtcyKQ2RzgqBWt5AVmlCz+dDPLR1g/J8HLYle0Ye2Kr0ovBAeFFYuWXklge2PPC8PODxwUl44mRtogYPRApEQCGPTgD8jXsXONye5AIzU1VF1XUl/+vE4vZEpZZRhy91MgEN1ycSQY2hlxKJ2ptiZMrX+Y6S2fih1aekvFUR7Hzyk5/c4G+RLQ9seeDl6oGtAOXlOvJb/X4Je8CP/aQSIMg/vszDRtb5jbJBKTK4XhJ4VeNpM1MgCDEjx7uZGKUYwwh+k4I8cQixiIcSmRxAzgOT4Do9YHF4CTpQK5J8E7cpQMgDZ2arSAVCGvHJQAr8mjX5rW9964hBfuv7VR7YYmx54GXhAd8PXhYd3erklgde6h5o0cEgooWTR3vm8DeVPztiNZcaBAO5L7MhvCziCIUcVeWKFzZhFBzw2kbA4LdbLVV11KBZJyAZKFamQLCSc1LTNKP/tw4t1AE+NEKjTELT0IOTVi2r3KJGgaimIlqJNGrK/GeCi2hFTZGnWvmWV0Yne1BYWz9bHtjywCqfBvUAABAASURBVMvSA+Fl2eutTm954CXogT59SsBjBOOId3h2BF/qgQBDInYAJgtRRmjif8i1SY0aAg9iCMkiAYMRgEiBW5MqBoIZypsB8o1G/0wJDSBVQgu/OSlpnfy4HXkj9DC4Dsjoe1IWvXK7NtiFEMkUuvWz5YEtD7zcPfD03eHl7o+t/m954EXrgXa7nWx05mcREQTgoUbg1oIIg35RmBwEJn5rwi2JzMSFiRqCjBQRqSsFbj5ixX3MRgATArccw6RBf42bkx5Cww0kJeonBTkytKHNDAJByOi2pIQw5GiH8ox8ptxzRkDkFGWjL3xPNDbMH/rQhzy5hS0PbHngZeyBrQDlZTz4W10/Iw+c1ZXS5l+h2TjsnXiwkOWhQOBVTeSmhGXfgBwIHKTkwUngviNmidc4VkVZVVMWuEWBl9BCkJN4rZPTRnBijUQ9aitbBqQQE0EIKX4TdzNDleBIopz2uY3xIIYMHP8mjYIUT4OMHDUHNPHud7+bHLyt75YHtjzwsvVAeNn2fKvjWx54iXmgiX5/wZl/Wr8IC8ilEhM0HP7ZWsqq4EVgKq9rPDCps/yPqXhRJpAQtyeZwGQwSNyaZGoGVdHk8Y9sqE3kMNKd5cGFEexkWWlhqJibkuYHjimhJZtvOVakA1yH52BsfJ+a22BukS0PbHngZegB3y1eht1+GXd5q+svXQ/4H0I5rXd+1I8WeCY40AgEH9kqopjADYeprqO6Yy1NTHYKxki3W1ExUDtTp0lqho2IJQgvRKyRJNfktycOT1OIKPyM3hGqnEqAoo2yVF7tEI5sBCjGjYyHLCr1qVq+hrQR+3AlU/JbP1se2PLAy9kD4eXc+a2+b3ngJecBjx+e0qlMzm85spJ5OMBPCRJEsJEJUEwTEy3NTo9pdmpMU+NtdT1AUUOw4aAuQUpKiddDWf6Haf1v8YhQwlECDZoIEq9zRFCSoQ4V/S7jf+ZkBJNKmOPSJPl6SAJxMYjzo4aqSW99tzyw5YGXuwd8R3gx+WDL1i0PbHngWT3QosTA6EvcUMKI0emfVYIEwgYvzbx+UR4qWqNObRprV+rWlToxqB2QHfYp7iv4TYpUgpPswYX5lmFFi99zGGXOoQqBieBnID5esolM3r+EI+UmBT7GGLcoUt6QH5UruTZPb2HLA1seeLl7YGs3eLnPgK3+v8Q8wJLODrqVAd8EPM4gPFChBAbBknIeSKlHYDFURbThf+smNI2C/8/+GgIUyg0+sYSyByYgF93G7QogtKBY/m+ceIBitINqGXJoUZL/HSJvNctozxAOBCgmQ5IvaX7L15znDTktnK2fLQ9seeBb64GzrzV2srPPqC2Ltjyw5YHn74EYYw78FxVERAHQYSBL0aQqZUVe1cj/PZOQZbEhSBkiN5RRZslkHiTkpE2ZxKue8leQlTXM4iYlSDkqFAQRhYBMWEFd2h1yA5KspYEqDaHJTCiVuLExhKkhD1IE32vRrJCAF6DmsJjdWm19tjyw5YGXuQfCy7z/W93f8sBLxgMVEUggGgga/UcMIEcMWZGbkTbRQN1kaTAk0OD2JGYZr3cyQh5YDHMthbZkkWAkywOTgQ0JNBoNLKuPDi8LVivmStaYNMjEHhl9Ablaw9DVujrqh3EN0JW5TTGCGyM4sTRUdvg1S4jydrFAp3/QqBozTudtpbc88PV4YEvmpeeB8NLr0laPtjzwsvYA0YIy/xEMcHGRxV1Glq33VPeGanENEoeNUh6qzyucfmoILIKGaquXu+qrqyYCooQ1lPQsadjKSi0hk4htmqKX6EXqJ+VBI1RokEwrA9Ni09KJYVuLw47WclspBBlRRx2lFgFRFPJUaLjJSQxTFoXQADxlmwzyW98tD2x54OXtAd8XXt4e2Or9lgdeIh5oeMUjS5mwhGM/A4kDX0QVWj10VGtPHNLyIwe1fuLEqKzdUm63Naw6WiVAWei3dHS90vE+GrqTGlAepruqprrKnajYaSlw89Gs9dGxVDBYXlNvfaATKz3d+8gR3fKlQ/rsfU/o9vsP6fFja2qCqWpF1TGUAKWKWVUVFKtK5QbFoxeNPmFE/HbGPvShD9lG9mVCtrq55YEtDzzdA5t7wtP5W/ktD2x54EXogazRvUQkBKk44okPpP5QywcP6dgDj+no/Y/o+CNPqN8faHJ+u+bOOU/9elx/fveD+qe/+tv6fz/4O/ryoSVdfPV36LXXH9Crv/s79MqrX6vXvOm7dOl3vF7jU1N64pHH9OW7v6AHvnifHn3wYR184rC++MCT+p1PfUX/6qP36l/8p9v0bz/yF/r8Fx+S6pZ27Z7X3l0zmpvsqB1Nw+FQfX/NxKuoBribSyBFyBKVLMZk7373u529hS0PbHngZeyB8DLu+1bXtzzwkvJAbBpL/JdDVhaBShavd4K6oVJcHagFqtW+6kaandumHeedr87sdh1eGeiuBw/r7oeX9PDxrCM903o1Jn89o4lxaaKj8k+TdCq12pVK4NNkVQRBraql8YkZdabmtNBIj62DAYAu9E3JuClphmoGMFKfcCSpze1Jq9XGRsrQgZllHEL5/f+zd2YxclXpHf+fe28tXW27gbYNGOzBCAEzGJsxBhLJOO3wEAYFZxkBmRAlD6M8RwpSIiUPw8M8JEM0o4lGVpIXFAlQZkwYo4xCiFjMBGIEBuMd70vbvbu7q2u/955z8r/FMjARm+W2u6r+5frqnHvud5bvd9pVf32n3AbCkCrmw7oKERCB3iXw0XtC7xJQ5CLQLQTyDIR/oz0sP/w9DTDGoECRUEiBfhegmBoYZlSMCWAWL0JhcBBB/xVoBH2oIEQ1oJk+Hu8sYmYlj1YmdnIGKOUBKpPs/+OxzL4wDQLHLEhK8yZEuGgJXF8BDbo2A4DT8XinAGsiOO85skOe7SFXlf1m2iR1FC8GnuvAJx7sjnbnT7SpKgIi0JsE+JbRm4ErahGYDwKXc8xWDDiAn/GhMfzgD4yB8QaOwqTWcKjUgdlKiulKjLlmgtR5uCAHW+hHHPWjZnOoJECdeY4WABPmYFhPKTA4DMCsiad/GpYQB0sQh1egGSyCZ7alWCyhkM9zPCBBBOZL0OL43jlEtDzHyHmHgJb954IIDLKH50tWM2wHPL28D0yQNfOOniIgAr1MQAKll3dfsXcVgTANmMtgpoP5CktpQbHC+AxqLY/dJ8ax+8w09o5UsP9sDcMzFTSsBUp9POJp4sTZaYxNxyg3LSpxneIkRS61yMWeoxVhbATkiphjefS8xRvHKnj5wDR2D7eQfbl2oJDH15YOIO85pbfMjACOZSkKcUUuTytgUZRHLhMmxlFIWZqjk+NK2QcUS+B6AtYjmp4iIAI9TyB7O+h5CALwEQGVnUwgkyYR5YThRz5TEe18RFaPkwCj5RaGmT05MxtjqmFRtwFSZkNsVGDdM6MSox5btKxDamIEoUfAzIehn/EhrIvg6T/dsvjlvjH8bMdJ/Oy103jhzTM4cnoCPP3BTdcvR4niIuLkBZbFvMHiXERhEqLEo6M85VNoDBBQl1CeZKy981xtVgN89ofJExc6s2PHDvNBq15FQAR6lQDfKno1dMUtAl1GIE9hESSASQEKgOwvd5CdzbgANg2QfXUkExo2u3Y5+hThTR6WEiGhGLFsQUDBYDwQBPABVQaPbVJESMMIjpmQCrMqwzNzODZextHRCg4Pn8ep0UlkvwflqqsGEXHSkOMwSYIcR84HDgWqlyg0nAWcz3BlmRShU7uFbaxyRmQG3g1Db4aGhtiqpwiIQC8T4NtJ94SvSESgpwnkAWOaxpgEBmCiwjCfAloAk336OyBncvCJQVKnFGhSSsQGJrEwFCiZT/Z92IIBfVJwIPAFzVZK8RDC8Igm4lFOoRgionYBH9m9cqUJZyIUiiX0cw1MnCCyoFmELkaOIiUK6cwJPOfhYDAUTtRCnMiDy2pbtkR68fnh4KzpKQIi0LsEgt4NXZGLQHcRCENrYGjwxjC0AAYhayGPVgKWAYDIBMjxyKYx1cDZ94cxvO8EkskyruPZzNevKeKmpX1YXsghqjfhmy20psuYOnMW1ZFJNCZnUKBYWV4MsGKRwTX9wGABKDhDkeNQ8A43LV+M1Vf24YbBEpb2F5BDCuMomIwF1wYwqxLyNfsuSkB/ZIKF121xYlhB0H7NajIREIEFQ+CyLCS4LLNqUhEQgYtOIE1T4wJnPNof9+3xs5rnR77nmYuBo2TxyDHbUZmcw9433sNbL76O6qlR3EZh8Tvrr8G9X1+Glf0l5ClOfL2OuZFRnNlzCKd2H8DZXXswd/wkrokSrLuuD99cWcSaa/uxvC+H+vkZuGoV61avwKY1K/Gbt12HG6+7isc7oAaJuSILw5SJMQAPjxCyJaBYaYsU/Orh6JD+6lI1ERCBHiYggdLDm6/Qu4xAHkhNaGxgzEcf9AmFQAKLmBmMOHCoJU1eATbxKE9WMXlmHG6ujhWLF+OWa5dj1eAAFucjGBvTKUbcqGN2bAITJ87g7MEjmD55Cv28d8NV/cyWLMGqpQMo8fxmcmIc1WoZK5YP4PabV+GWG1fiao4VUZRYHvNY4+DDACYw8C6FS2OE3mdfeaFo4j6YD8wb460N/I4dO9igpwhcJAIapiMJBB25ai1aBETg/xGwaZ9Jo4JxQQ6OQiA2BpQZaFGYxKFDK/QwzHa4KIDJ5VAoFnjkE8KkbE8T+LRB4dAAGyhiLBxfQx735KMIQeqQ/cr8ME3R5y2txSOdGNkRjqcAiW2CJktjKIBsBfnA0qg66JvyKCelGEkBCihmVFhmv7yNd1kDJVS7yF6MB0zLWj80NMQq9BABEehhAkEPx67QRaCrCMTIA64A45kBYV4i+FABONYtIjhD4RIW0bQGrcQhpejw1jGL4SkmgFwARMYhCg0Cdk4sRYoHx+RA9A0oZILUMvOR0hJESHlcYzlWCzag+OB1lHfI8QjIJQ0EFC0chgKEQsmBAgZITB4uVwJo1uTYg8NnU9A8p8kK61r0Zjde6NkmoBcR6EkCQU9GraBFoAsJFG2Q9iW5uGBDm6MIyTuHPD/1wySEbYaIggGktshP/j6YqARvAlhmNyyPXFKKCe9TeF4nSYyEmZIwzIOJFWRCJgwLvGdgjCE5jyjMipR+DUT5ECYXwTL/EQTUFq6J/sjBt6oUMA5ZNqdlQjSDPtTDPlRMEVXWs+umBdgDQQTQhXqprZyghwiIgAhIoOhnQAS6hMBA37LpK0sDB5YNDO4aXDKw+8rFS/YVisVTk9VGUqcgGK17jDYMzqcBZpkJaYYRfD5HAQEkFChJkiKJLWbP13H6+BiOHxnB6LlZ1OsGVfatND1qLYNGbJg1MRQ3ETyzNs6HiGOgWU9pMWw9Rq08C54XUXwYJD5ALTWYanH+JjDWCjDOk6Txhot9cclwacmiY/2lxaeKUW54oJQ/11eKatySLHfDQk8REIFeJSCB0qs7r7i7jkBAQO3QAAAJg0lEQVSxmJ7vv+Lqf186OPgX11y//OFrr1/x7dKVS/56tGFPvnzgnH/x4BReeX8cO09P4tD0HMbjFDO0ybk5jIyO49zwCIZPjeG9t4/iP59/Hdt/+gpeffk9HD02jROnZ3Hk1Cz2Hz+PM2NNTFcDzDVCVBsBynMOU5NNTIxUMXamjPGzM5ienIbN0i/GIKFAGZ9rYf+ZWbx5aAr/c2AcbxwaSQ+NTB9ff+9v/+3qm27ecsfdd/7Bb23a9Ee/cfc9f3fHN+44YQzTMdBDBESglwlIoPTy7iv2L0OgY3wefvhh+9JL28q7DuwafufAgePfeuSR41NNd2rGmepwPcGETTHcTHGqmqJs8ojzfUh4dJP4CE1mQGo1i1olRaPmUJ5qoXI+QWUmRZNZl9lqgtm6Qz0N0XR5xL7AI50CnIlgbYBWy7Ef+1YS1Olbnquh2orRTH37eycVZm0m6pYZHBrXMNKI3dlKo7xh6Fv/u/Oddw5/72++t//73//7977znT879sQTT9Q7BroWKgIiMG8EJFDmDa0GFoHLQyDLPmT2+OOPu0qz6Xi84lpBiIoD6pHBrAXikOKExz4JKDJ8Hwz6AdcHT/GBIAeYEJHJIeDxDS8QO9f+QmvKdktzbQOQJTpCi+y7JwHrJjDwvIdiP5KohFZQRGz60PB51JxBdnZT52wNhKaFCMVcsWmMcZs3b043bNiQZCWvPfQQARHoeQISKN3+I6D4eppAmpo0tb5mmchIvbHUKCmTGbbh4Os2YEYkj2pCs0U00EcBUUCVGZWqpaBJDOpJgGYQIckV0Izo5wIKjQh1F7EM6OtR8x51ePY3tBA1ZmeqKKDCLEsdRVRtDg0KnxiRTwBvjaHBpd67OApNT2+QghcBEfhMAhIon4lGN0Sg8wmsWrW6/LWV1+9cuWLFK6tvWPXqqlUrX71+5XW7mmk6PVGu2XPlBo7P1HEks0qMwzyiOVSOcbRqcaJscWw2xfvnGzg83cSRtrVwdDrGsZmE1sLRmQaOZH1ZHp6t49BsE4dmmjg8VcNp+p+dbmCsXIttWBi5cunVe5ddfc3bg8uXvbN02eCuqwYH9oRhvtX5lBWBCIjAfBBY6AJlPmLWmCLQMwQ2btwwec/6DdvuumPdj+6+85s/vPPOO394770b/7WeuKMnJ8vx4YlZHJqcw76JMvZMVPDeRA17xuvYN9nEgfMt7J9sYM9oDXtHq9jH8uB4DQcnqjgwXqHVsJ+++8cbLBvYO9Fg/zr28f7BsSoOj1VwdHwOI+XGTGHxwOu3rV375Np1635y25rbtq5de/s/fePmG59dvXpZpWc2Q4GKgAh8JQISKF8Jl5xFoLMIbN26tfrkU0++++wvfvHfP312+ws/3/bz//rud//8tVrqh8cqSTxSbWGsHmOslmB0roXxuRiT1QTjlRbO8d5oPQG1CqYawFTd0VJM1Fptm2S/SbZN1PHBPxuuARPta4usfZzZmFGONZcG04sGl779J48++h//8IMfPPfPP9n67I9/9OPt/7j1X14fGhpSBqWzfqS02q4hsPADkUBZ+HukFYrARSVQKl3hWj4fNxHYpjFoGSDhDA4G2ZdcwTKrp+aD9hQsPZAa0zbL+5Zt9sPSsZ75fGz0tWyL2b/FPq1cLra5XGX5ypWVdevW1W699dbKmjVrqrTYGENvOuspAiIgAr9GQALl14DoUgS6nUAcx2lfaVHVRFHdwjSdCVremBjGJAZB6j1S52FTD0fRYS1gnTGOQsTRzzkDZ+Gd9d45+tiPDHDs2zYH49r9jbE+iFKEubRcLkuMQI+LRUDjdD8BCZTu32NFKAKfIlCv1yuFQmFPFEVvhmG4K5/P7+b1btb30g6y/j7bDrM8lsvl2kbfY5nxfnZ9nPczO8GybfTLrj+2Uql0jPeO0/8oxznKvqOLFi1qfmohuhABERCBzyEggfI5cHRLBLqRwH333Tf13HPP/duOHTv+ct++fX/61ltvPUr743ffffeRnTt3fvvFF1/8w9dee+33X3rppQdfeOGFLR/ag9u3b8+uH9y2bduDTz31VGa/y7JtTz/9dHb9sT3zzDNbnn/++cz/9+jzV4899tgvh4aGat3I88JiUi8REIEvIiCB8kWEdF8EuoyA4bHL2rVrZ+66666zt9xyy6nbb7/9ZGZr1qw5sX79+uObNm06ds899xzbuHHjUYqZj+2BBx5o17ds2XLkoYce+lzLfO6///4jWX+Od3bz5s1Vzqsjni77WVI4IjCfBCRQ5pOuxhaBBUwgEwwXal+13wLGoKWJgAgsUAISKAt0Y7QsERABERABEehlAhIovbz7PRu7AhcBERABEVjoBCRQFvoOaX0iIAIiIAIi0IMEJFA6cNO1ZBEQAREQARHodgISKN2+w4pPBERABERABDqQwGUQKB1ISUsWAREQAREQARG4pAQkUC4pbk0mAiIgAiIgAvNEoMuGlUDpsg1VOCIgAiIgAiLQDQQkULphFxWDCIiACHQ+AUUgAp8iIIHyKRy6EAEREAEREAERWAgEJFAWwi5oDSIgAp1PQBGIgAhcVAISKBcVpwYTAREQAREQARG4GAQkUC4GRY0hAp1PQBGIgAiIwIIiIIGyoLZDixEBERABERABEcgISKBkFGSdT0ARiIAIiIAIdBUBCZSu2k4FIwIiIAIiIALdQUACZWHso1YhAiIgAiIgAiLwCQISKJ+AoaoIiIAIiIAIiMDCIHBxBMrCiEWrEAEREAEREAER6BICEihdspEKQwREQAREoPsI9HJEEii9vPuKXQREQAREQAQWKAEJlAW6MVqWCIiACHQ+AUUgAhdOQALlwtmppwiIgAiIgAiIwDwRkECZJ7AaVgREoPMJKAIREIHLR0AC5fKx18wiIAIiIAIiIAKfQUAC5TPAqFkEOp+AIhABERCBziUggdK5e6eVi4AIiIAIiEDXEpBA6dqt7fzAFIEIiIAIiEDvEpBA6d29V+QiIAIiIAIisGAJSKDM29ZoYBEQAREQAREQgQslIIFyoeTUTwREQAREQAREYN4IfKZAmbcZNbAIiIAIiIAIiIAIfAEBCZQvAKTbIiACIiACInARCWioL0lAAuVLgpKbCIiACIiACIjApSMggXLpWGsmERABEeh8AopABC4RAQmUSwRa04iACIiACIiACHx5AhIoX56VPEVABDqfgCIQARHoEAISKB2yUVqmCIiACIiACPQSAQmUXtptxdr5BBSBCIiACPQIgf8DAAD//7IxTS4AAAAGSURBVAMAvRUhQLnUyM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529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artalom hely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t="38057" r="19214" b="45164"/>
          <a:stretch/>
        </p:blipFill>
        <p:spPr>
          <a:xfrm>
            <a:off x="794993" y="444638"/>
            <a:ext cx="6261790" cy="1370339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576140" y="616780"/>
            <a:ext cx="4512366" cy="736532"/>
          </a:xfrm>
        </p:spPr>
        <p:txBody>
          <a:bodyPr>
            <a:normAutofit fontScale="90000"/>
          </a:bodyPr>
          <a:lstStyle/>
          <a:p>
            <a:pPr algn="ctr"/>
            <a:r>
              <a:rPr lang="hu-HU" sz="5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Game/Játék</a:t>
            </a:r>
            <a:endParaRPr lang="hu-HU" sz="54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9" name="AutoShape 2" descr="Godot Engine - Free and open source 2D and 3D game eng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3" name="Szövegdoboz 2"/>
          <p:cNvSpPr txBox="1"/>
          <p:nvPr/>
        </p:nvSpPr>
        <p:spPr>
          <a:xfrm>
            <a:off x="1989403" y="1442210"/>
            <a:ext cx="4019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Why</a:t>
            </a:r>
            <a:r>
              <a:rPr lang="hu-HU" sz="2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24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did</a:t>
            </a:r>
            <a:r>
              <a:rPr lang="hu-HU" sz="2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we </a:t>
            </a:r>
            <a:r>
              <a:rPr lang="hu-HU" sz="24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choose</a:t>
            </a:r>
            <a:r>
              <a:rPr lang="hu-HU" sz="2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24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this</a:t>
            </a:r>
            <a:r>
              <a:rPr lang="hu-HU" sz="2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24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engine</a:t>
            </a:r>
            <a:r>
              <a:rPr lang="hu-HU" sz="2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?</a:t>
            </a:r>
            <a:endParaRPr lang="hu-HU" sz="24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pic>
        <p:nvPicPr>
          <p:cNvPr id="4100" name="Picture 4" descr="Godot Logo Pixel Art by sudo whoam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349" y="2030850"/>
            <a:ext cx="3925957" cy="392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64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artalom hely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1" t="38057" r="19214" b="45164"/>
          <a:stretch/>
        </p:blipFill>
        <p:spPr>
          <a:xfrm>
            <a:off x="621915" y="165722"/>
            <a:ext cx="6420816" cy="1638649"/>
          </a:xfrm>
          <a:prstGeom prst="rect">
            <a:avLst/>
          </a:prstGeom>
        </p:spPr>
      </p:pic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389652" y="2840222"/>
            <a:ext cx="3082958" cy="1880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 map </a:t>
            </a: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/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word</a:t>
            </a: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b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</a:b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 gameplay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loop</a:t>
            </a:r>
            <a:r>
              <a:rPr lang="hu-HU" sz="3600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/>
            </a:r>
            <a:br>
              <a:rPr lang="hu-HU" sz="3600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</a:b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Characters</a:t>
            </a:r>
            <a:endParaRPr lang="hu-HU" sz="36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2" name="Cím 1"/>
          <p:cNvSpPr txBox="1">
            <a:spLocks/>
          </p:cNvSpPr>
          <p:nvPr/>
        </p:nvSpPr>
        <p:spPr>
          <a:xfrm>
            <a:off x="1576140" y="493955"/>
            <a:ext cx="4512366" cy="736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54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Game/Játék</a:t>
            </a:r>
            <a:endParaRPr lang="hu-HU" sz="54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pic>
        <p:nvPicPr>
          <p:cNvPr id="6148" name="Picture 4" descr="Free Level Map Pixel Art Assets Pack - CraftPix.ne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241" y="2540864"/>
            <a:ext cx="5741095" cy="3482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766" y="1353312"/>
            <a:ext cx="5604044" cy="140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5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79131" y="427001"/>
            <a:ext cx="9692640" cy="1397124"/>
          </a:xfrm>
        </p:spPr>
        <p:txBody>
          <a:bodyPr/>
          <a:lstStyle/>
          <a:p>
            <a:r>
              <a:rPr lang="hu-HU" dirty="0" err="1" smtClean="0">
                <a:latin typeface="ByteBounce" panose="02000603000000000000" pitchFamily="2" charset="0"/>
                <a:ea typeface="ByteBounce" panose="02000603000000000000" pitchFamily="2" charset="0"/>
              </a:rPr>
              <a:t>Godot</a:t>
            </a:r>
            <a:r>
              <a:rPr lang="hu-HU" dirty="0" smtClean="0"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dirty="0" err="1" smtClean="0">
                <a:latin typeface="ByteBounce" panose="02000603000000000000" pitchFamily="2" charset="0"/>
                <a:ea typeface="ByteBounce" panose="02000603000000000000" pitchFamily="2" charset="0"/>
              </a:rPr>
              <a:t>pics</a:t>
            </a:r>
            <a:r>
              <a:rPr lang="hu-HU" dirty="0" smtClean="0">
                <a:latin typeface="ByteBounce" panose="02000603000000000000" pitchFamily="2" charset="0"/>
                <a:ea typeface="ByteBounce" panose="02000603000000000000" pitchFamily="2" charset="0"/>
              </a:rPr>
              <a:t>:</a:t>
            </a:r>
            <a:endParaRPr lang="hu-HU" dirty="0"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4" name="Szövegdoboz 3"/>
          <p:cNvSpPr txBox="1"/>
          <p:nvPr/>
        </p:nvSpPr>
        <p:spPr>
          <a:xfrm>
            <a:off x="5703746" y="2295939"/>
            <a:ext cx="7553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600" dirty="0" smtClean="0">
                <a:latin typeface="ByteBounce" panose="02000603000000000000" pitchFamily="2" charset="0"/>
                <a:ea typeface="ByteBounce" panose="02000603000000000000" pitchFamily="2" charset="0"/>
              </a:rPr>
              <a:t>?</a:t>
            </a:r>
            <a:endParaRPr lang="hu-HU" sz="9600" dirty="0"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27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1"/>
          <p:cNvSpPr txBox="1">
            <a:spLocks/>
          </p:cNvSpPr>
          <p:nvPr/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spc="-5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5400" b="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Project’s</a:t>
            </a:r>
            <a:r>
              <a:rPr lang="hu-HU" sz="5400" b="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5400" b="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first</a:t>
            </a:r>
            <a:r>
              <a:rPr lang="hu-HU" sz="5400" b="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5400" b="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half</a:t>
            </a:r>
            <a:r>
              <a:rPr lang="hu-HU" sz="5400" b="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: Game/Játék</a:t>
            </a:r>
            <a:endParaRPr lang="hu-HU" sz="5400" b="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12" name="Szövegdoboz 11"/>
          <p:cNvSpPr txBox="1"/>
          <p:nvPr/>
        </p:nvSpPr>
        <p:spPr>
          <a:xfrm>
            <a:off x="967154" y="1691322"/>
            <a:ext cx="464233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GamePlay</a:t>
            </a:r>
            <a:r>
              <a:rPr lang="hu-HU" sz="4000" b="1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:</a:t>
            </a:r>
          </a:p>
          <a:p>
            <a:r>
              <a:rPr lang="hu-HU" sz="4000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	</a:t>
            </a:r>
            <a:r>
              <a:rPr lang="hu-HU" sz="4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</a:t>
            </a:r>
            <a:r>
              <a:rPr lang="hu-HU" sz="4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Towers</a:t>
            </a:r>
            <a:endParaRPr lang="hu-HU" sz="40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r>
              <a:rPr lang="hu-HU" sz="4000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	</a:t>
            </a:r>
            <a:r>
              <a:rPr lang="hu-HU" sz="4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</a:t>
            </a:r>
            <a:r>
              <a:rPr lang="hu-HU" sz="4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Defenders</a:t>
            </a:r>
            <a:endParaRPr lang="hu-HU" sz="40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r>
              <a:rPr lang="hu-HU" sz="4000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	</a:t>
            </a:r>
            <a:r>
              <a:rPr lang="hu-HU" sz="4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</a:t>
            </a:r>
            <a:r>
              <a:rPr lang="hu-HU" sz="4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Wawes</a:t>
            </a:r>
            <a:r>
              <a:rPr lang="hu-HU" sz="4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</a:p>
          <a:p>
            <a:r>
              <a:rPr lang="hu-HU" sz="4000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	</a:t>
            </a:r>
            <a:r>
              <a:rPr lang="hu-HU" sz="4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-</a:t>
            </a:r>
            <a:r>
              <a:rPr lang="hu-HU" sz="4000" dirty="0" err="1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R</a:t>
            </a:r>
            <a:r>
              <a:rPr lang="hu-HU" sz="4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esources</a:t>
            </a:r>
            <a:endParaRPr lang="hu-HU" sz="4000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r>
              <a:rPr lang="hu-HU" dirty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	</a:t>
            </a:r>
            <a:endParaRPr lang="hu-HU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endParaRPr lang="hu-HU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endParaRPr lang="hu-HU" dirty="0" smtClean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  <a:p>
            <a:endParaRPr lang="hu-HU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20" name="Szövegdoboz 19"/>
          <p:cNvSpPr txBox="1"/>
          <p:nvPr/>
        </p:nvSpPr>
        <p:spPr>
          <a:xfrm>
            <a:off x="7774796" y="5261530"/>
            <a:ext cx="1259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Demo</a:t>
            </a:r>
            <a:endParaRPr lang="hu-HU" sz="40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212" y="1818861"/>
            <a:ext cx="6120300" cy="344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4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/>
          <p:cNvSpPr txBox="1"/>
          <p:nvPr/>
        </p:nvSpPr>
        <p:spPr>
          <a:xfrm>
            <a:off x="5804452" y="2335695"/>
            <a:ext cx="1232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600" dirty="0" smtClean="0">
                <a:latin typeface="ByteBounce" panose="02000603000000000000" pitchFamily="2" charset="0"/>
                <a:ea typeface="ByteBounce" panose="02000603000000000000" pitchFamily="2" charset="0"/>
              </a:rPr>
              <a:t>?</a:t>
            </a:r>
            <a:endParaRPr lang="hu-HU" sz="9600" dirty="0"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36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235496" y="2154115"/>
            <a:ext cx="9418320" cy="1301262"/>
          </a:xfrm>
        </p:spPr>
        <p:txBody>
          <a:bodyPr>
            <a:noAutofit/>
          </a:bodyPr>
          <a:lstStyle/>
          <a:p>
            <a:pPr algn="ctr"/>
            <a:r>
              <a:rPr lang="hu-HU" sz="120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The Website</a:t>
            </a:r>
            <a:endParaRPr lang="hu-HU" sz="120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3581578" y="3534890"/>
            <a:ext cx="4726155" cy="509954"/>
          </a:xfrm>
        </p:spPr>
        <p:txBody>
          <a:bodyPr>
            <a:noAutofit/>
          </a:bodyPr>
          <a:lstStyle/>
          <a:p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The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project’s</a:t>
            </a: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second</a:t>
            </a:r>
            <a:r>
              <a:rPr lang="hu-HU" sz="3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3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half</a:t>
            </a:r>
            <a:endParaRPr lang="hu-HU" sz="36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03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15681" y="506436"/>
            <a:ext cx="5400480" cy="888682"/>
          </a:xfrm>
        </p:spPr>
        <p:txBody>
          <a:bodyPr/>
          <a:lstStyle/>
          <a:p>
            <a:r>
              <a:rPr lang="hu-HU" dirty="0" err="1" smtClean="0"/>
              <a:t>Current</a:t>
            </a:r>
            <a:r>
              <a:rPr lang="hu-HU" dirty="0" smtClean="0"/>
              <a:t> web site: </a:t>
            </a:r>
            <a:endParaRPr lang="hu-HU" dirty="0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Téglalap 5"/>
          <p:cNvSpPr/>
          <p:nvPr/>
        </p:nvSpPr>
        <p:spPr>
          <a:xfrm>
            <a:off x="4623905" y="1886462"/>
            <a:ext cx="2561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/>
              <a:t>https://tidesofenvy.hu/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009" y="2547222"/>
            <a:ext cx="8275712" cy="38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3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724400" y="5044440"/>
            <a:ext cx="2767584" cy="1067117"/>
          </a:xfrm>
        </p:spPr>
        <p:txBody>
          <a:bodyPr/>
          <a:lstStyle/>
          <a:p>
            <a:r>
              <a:rPr lang="hu-HU" dirty="0" err="1" smtClean="0"/>
              <a:t>Game’s</a:t>
            </a:r>
            <a:r>
              <a:rPr lang="hu-HU" dirty="0" smtClean="0"/>
              <a:t> </a:t>
            </a:r>
            <a:r>
              <a:rPr lang="hu-HU" dirty="0" err="1" smtClean="0"/>
              <a:t>Launcher</a:t>
            </a:r>
            <a:endParaRPr lang="hu-HU" dirty="0"/>
          </a:p>
        </p:txBody>
      </p:sp>
      <p:pic>
        <p:nvPicPr>
          <p:cNvPr id="1026" name="Picture 2" descr="Black arrow icon. Arrow pointing to the right. 48685533 Vector Art at  Vecteez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3" t="26341" r="7193" b="25524"/>
          <a:stretch/>
        </p:blipFill>
        <p:spPr bwMode="auto">
          <a:xfrm rot="5400000">
            <a:off x="5060151" y="3454561"/>
            <a:ext cx="1791279" cy="66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52" y="294198"/>
            <a:ext cx="1041227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0"/>
            <a:ext cx="9819640" cy="671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7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Github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61872" y="2531208"/>
            <a:ext cx="5052060" cy="2965351"/>
          </a:xfrm>
        </p:spPr>
        <p:txBody>
          <a:bodyPr>
            <a:noAutofit/>
          </a:bodyPr>
          <a:lstStyle/>
          <a:p>
            <a:r>
              <a:rPr lang="hu-HU" sz="4000" dirty="0" smtClean="0"/>
              <a:t>Here we </a:t>
            </a:r>
            <a:r>
              <a:rPr lang="hu-HU" sz="4000" dirty="0" err="1" smtClean="0"/>
              <a:t>have</a:t>
            </a:r>
            <a:r>
              <a:rPr lang="hu-HU" sz="4000" dirty="0" smtClean="0"/>
              <a:t> </a:t>
            </a:r>
            <a:r>
              <a:rPr lang="hu-HU" sz="4000" dirty="0" err="1" smtClean="0"/>
              <a:t>our</a:t>
            </a:r>
            <a:r>
              <a:rPr lang="hu-HU" sz="4000" dirty="0" smtClean="0"/>
              <a:t>  </a:t>
            </a:r>
            <a:r>
              <a:rPr lang="hu-HU" sz="4000" dirty="0" err="1" smtClean="0"/>
              <a:t>branches</a:t>
            </a:r>
            <a:r>
              <a:rPr lang="hu-HU" sz="4000" dirty="0" smtClean="0"/>
              <a:t> </a:t>
            </a:r>
            <a:r>
              <a:rPr lang="hu-HU" sz="4000" dirty="0" err="1" smtClean="0"/>
              <a:t>to</a:t>
            </a:r>
            <a:r>
              <a:rPr lang="hu-HU" sz="4000" dirty="0" smtClean="0"/>
              <a:t> </a:t>
            </a:r>
            <a:r>
              <a:rPr lang="hu-HU" sz="4000" dirty="0" err="1" smtClean="0"/>
              <a:t>upload</a:t>
            </a:r>
            <a:r>
              <a:rPr lang="hu-HU" sz="4000" dirty="0" smtClean="0"/>
              <a:t> and </a:t>
            </a:r>
            <a:r>
              <a:rPr lang="hu-HU" sz="4000" dirty="0" err="1" smtClean="0"/>
              <a:t>download</a:t>
            </a:r>
            <a:r>
              <a:rPr lang="hu-HU" sz="4000" dirty="0" smtClean="0"/>
              <a:t> files.</a:t>
            </a:r>
            <a:endParaRPr lang="hu-HU" sz="4000" dirty="0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500" y="124655"/>
            <a:ext cx="3465054" cy="652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6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FileZilla</a:t>
            </a:r>
            <a:r>
              <a:rPr lang="hu-HU" dirty="0" smtClean="0"/>
              <a:t> + </a:t>
            </a:r>
            <a:r>
              <a:rPr lang="hu-HU" dirty="0" err="1" smtClean="0"/>
              <a:t>Rackhost</a:t>
            </a:r>
            <a:r>
              <a:rPr lang="hu-HU" dirty="0" smtClean="0"/>
              <a:t> </a:t>
            </a:r>
            <a:r>
              <a:rPr lang="hu-HU" dirty="0" err="1" smtClean="0"/>
              <a:t>usage</a:t>
            </a:r>
            <a:endParaRPr lang="hu-HU" dirty="0"/>
          </a:p>
        </p:txBody>
      </p:sp>
      <p:sp>
        <p:nvSpPr>
          <p:cNvPr id="5" name="AutoShape 6" descr="Fájl:FileZilla logo.svg – Wikipé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333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44" y="2365641"/>
            <a:ext cx="2564929" cy="2564929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4616" y="2086433"/>
            <a:ext cx="3754789" cy="3754789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9" y="1878546"/>
            <a:ext cx="3783397" cy="3783397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00609" y="207576"/>
            <a:ext cx="5776595" cy="1428929"/>
          </a:xfrm>
        </p:spPr>
        <p:txBody>
          <a:bodyPr/>
          <a:lstStyle/>
          <a:p>
            <a:r>
              <a:rPr lang="hu-HU" dirty="0" err="1" smtClean="0"/>
              <a:t>Animation</a:t>
            </a:r>
            <a:r>
              <a:rPr lang="hu-HU" dirty="0" smtClean="0"/>
              <a:t> and </a:t>
            </a:r>
            <a:r>
              <a:rPr lang="hu-HU" dirty="0" err="1" smtClean="0"/>
              <a:t>draw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43712" y="1788160"/>
            <a:ext cx="8595360" cy="4351337"/>
          </a:xfrm>
        </p:spPr>
        <p:txBody>
          <a:bodyPr/>
          <a:lstStyle/>
          <a:p>
            <a:r>
              <a:rPr lang="hu-HU" dirty="0" err="1" smtClean="0"/>
              <a:t>Own</a:t>
            </a:r>
            <a:r>
              <a:rPr lang="hu-HU" dirty="0" smtClean="0"/>
              <a:t> </a:t>
            </a:r>
            <a:r>
              <a:rPr lang="hu-HU" dirty="0" err="1" smtClean="0"/>
              <a:t>character</a:t>
            </a:r>
            <a:r>
              <a:rPr lang="hu-HU" dirty="0" smtClean="0"/>
              <a:t> design and </a:t>
            </a:r>
            <a:r>
              <a:rPr lang="hu-HU" dirty="0" err="1" smtClean="0"/>
              <a:t>animations</a:t>
            </a:r>
            <a:r>
              <a:rPr lang="hu-HU" dirty="0" smtClean="0"/>
              <a:t>.</a:t>
            </a:r>
          </a:p>
          <a:p>
            <a:r>
              <a:rPr lang="hu-HU" dirty="0" smtClean="0"/>
              <a:t>„</a:t>
            </a:r>
            <a:r>
              <a:rPr lang="hu-HU" dirty="0" err="1" smtClean="0"/>
              <a:t>LibreSprite</a:t>
            </a:r>
            <a:r>
              <a:rPr lang="hu-HU" dirty="0" smtClean="0"/>
              <a:t>”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140" y="2328203"/>
            <a:ext cx="5567706" cy="436902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40" y="23019"/>
            <a:ext cx="5604044" cy="1401011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7" y="4863991"/>
            <a:ext cx="1701800" cy="1701800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871" y="4617136"/>
            <a:ext cx="1730248" cy="1730248"/>
          </a:xfrm>
          <a:prstGeom prst="rect">
            <a:avLst/>
          </a:prstGeom>
        </p:spPr>
      </p:pic>
      <p:sp>
        <p:nvSpPr>
          <p:cNvPr id="14" name="Szövegdoboz 13"/>
          <p:cNvSpPr txBox="1"/>
          <p:nvPr/>
        </p:nvSpPr>
        <p:spPr>
          <a:xfrm>
            <a:off x="1857185" y="6420088"/>
            <a:ext cx="3924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 smtClean="0"/>
              <a:t>Other</a:t>
            </a:r>
            <a:r>
              <a:rPr lang="hu-HU" b="1" dirty="0" smtClean="0"/>
              <a:t> </a:t>
            </a:r>
            <a:r>
              <a:rPr lang="hu-HU" b="1" dirty="0" err="1" smtClean="0"/>
              <a:t>drawings</a:t>
            </a:r>
            <a:endParaRPr lang="hu-HU" b="1" dirty="0"/>
          </a:p>
        </p:txBody>
      </p:sp>
      <p:pic>
        <p:nvPicPr>
          <p:cNvPr id="16" name="Kép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497" y="4582553"/>
            <a:ext cx="1442433" cy="1442433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36" y="4512715"/>
            <a:ext cx="1701800" cy="1701800"/>
          </a:xfrm>
          <a:prstGeom prst="rect">
            <a:avLst/>
          </a:prstGeom>
        </p:spPr>
      </p:pic>
      <p:pic>
        <p:nvPicPr>
          <p:cNvPr id="17" name="Kép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94" y="5769214"/>
            <a:ext cx="948453" cy="948453"/>
          </a:xfrm>
          <a:prstGeom prst="rect">
            <a:avLst/>
          </a:prstGeom>
        </p:spPr>
      </p:pic>
      <p:pic>
        <p:nvPicPr>
          <p:cNvPr id="20" name="Kép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675" y="1178676"/>
            <a:ext cx="1491893" cy="1491893"/>
          </a:xfrm>
          <a:prstGeom prst="rect">
            <a:avLst/>
          </a:prstGeom>
        </p:spPr>
      </p:pic>
      <p:pic>
        <p:nvPicPr>
          <p:cNvPr id="21" name="Kép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247" y="776533"/>
            <a:ext cx="2969374" cy="148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4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DataBase</a:t>
            </a:r>
            <a:endParaRPr lang="hu-HU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011419"/>
            <a:ext cx="1971950" cy="1790950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15" y="4321672"/>
            <a:ext cx="10678748" cy="371527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684" y="5054707"/>
            <a:ext cx="8821381" cy="1257475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581" y="149269"/>
            <a:ext cx="5447327" cy="408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9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78169" y="2035992"/>
            <a:ext cx="9418320" cy="1310054"/>
          </a:xfrm>
        </p:spPr>
        <p:txBody>
          <a:bodyPr>
            <a:noAutofit/>
          </a:bodyPr>
          <a:lstStyle/>
          <a:p>
            <a:pPr algn="ctr"/>
            <a:r>
              <a:rPr lang="hu-HU" sz="9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Any</a:t>
            </a:r>
            <a:r>
              <a:rPr lang="hu-HU" sz="9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96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question</a:t>
            </a:r>
            <a:r>
              <a:rPr lang="hu-HU" sz="96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?</a:t>
            </a:r>
            <a:endParaRPr lang="hu-HU" sz="96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53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43270" y="1857859"/>
            <a:ext cx="9144000" cy="2387600"/>
          </a:xfrm>
        </p:spPr>
        <p:txBody>
          <a:bodyPr>
            <a:noAutofit/>
          </a:bodyPr>
          <a:lstStyle/>
          <a:p>
            <a:r>
              <a:rPr lang="hu-HU" sz="8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Thank</a:t>
            </a:r>
            <a:r>
              <a:rPr lang="hu-HU" sz="8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8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you</a:t>
            </a:r>
            <a:r>
              <a:rPr lang="hu-HU" sz="8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8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for</a:t>
            </a:r>
            <a:r>
              <a:rPr lang="hu-HU" sz="8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8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your</a:t>
            </a:r>
            <a:r>
              <a:rPr lang="hu-HU" sz="8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8800" dirty="0" err="1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attention</a:t>
            </a:r>
            <a:r>
              <a:rPr lang="hu-HU" sz="8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 </a:t>
            </a:r>
            <a:r>
              <a:rPr lang="hu-HU" sz="8800" dirty="0" smtClean="0">
                <a:solidFill>
                  <a:schemeClr val="bg1"/>
                </a:solidFill>
                <a:latin typeface="ByteBounce" panose="02000603000000000000" pitchFamily="2" charset="0"/>
                <a:ea typeface="ByteBounce" panose="02000603000000000000" pitchFamily="2" charset="0"/>
              </a:rPr>
              <a:t>!</a:t>
            </a:r>
            <a:endParaRPr lang="hu-HU" sz="8800" dirty="0">
              <a:solidFill>
                <a:schemeClr val="bg1"/>
              </a:solidFill>
              <a:latin typeface="ByteBounce" panose="02000603000000000000" pitchFamily="2" charset="0"/>
              <a:ea typeface="ByteBounce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80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10229</TotalTime>
  <Words>173</Words>
  <Application>Microsoft Office PowerPoint</Application>
  <PresentationFormat>Szélesvásznú</PresentationFormat>
  <Paragraphs>70</Paragraphs>
  <Slides>23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9" baseType="lpstr">
      <vt:lpstr>Arial</vt:lpstr>
      <vt:lpstr>ByteBounce</vt:lpstr>
      <vt:lpstr>Calibri</vt:lpstr>
      <vt:lpstr>Calibri Light</vt:lpstr>
      <vt:lpstr>Papyrus</vt:lpstr>
      <vt:lpstr>Office-téma</vt:lpstr>
      <vt:lpstr>PowerPoint-bemutató</vt:lpstr>
      <vt:lpstr>Ötletek</vt:lpstr>
      <vt:lpstr>The Team</vt:lpstr>
      <vt:lpstr>The reason why this:</vt:lpstr>
      <vt:lpstr>Name explaination</vt:lpstr>
      <vt:lpstr>Project’s structure</vt:lpstr>
      <vt:lpstr>Programs we used</vt:lpstr>
      <vt:lpstr>The Game</vt:lpstr>
      <vt:lpstr>Game/Játék</vt:lpstr>
      <vt:lpstr>PowerPoint-bemutató</vt:lpstr>
      <vt:lpstr>Godot pics:</vt:lpstr>
      <vt:lpstr>PowerPoint-bemutató</vt:lpstr>
      <vt:lpstr>PowerPoint-bemutató</vt:lpstr>
      <vt:lpstr>The Website</vt:lpstr>
      <vt:lpstr>Current web site: </vt:lpstr>
      <vt:lpstr>PowerPoint-bemutató</vt:lpstr>
      <vt:lpstr>PowerPoint-bemutató</vt:lpstr>
      <vt:lpstr>Github</vt:lpstr>
      <vt:lpstr>FileZilla + Rackhost usage</vt:lpstr>
      <vt:lpstr>Animation and draw</vt:lpstr>
      <vt:lpstr>DataBase</vt:lpstr>
      <vt:lpstr>Any question ?</vt:lpstr>
      <vt:lpstr>Thank you for your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Damn Dam</dc:title>
  <dc:creator>Petri Áronka</dc:creator>
  <cp:lastModifiedBy>Petri Áronka</cp:lastModifiedBy>
  <cp:revision>92</cp:revision>
  <dcterms:created xsi:type="dcterms:W3CDTF">2025-11-10T07:28:41Z</dcterms:created>
  <dcterms:modified xsi:type="dcterms:W3CDTF">2026-02-26T19:52:25Z</dcterms:modified>
</cp:coreProperties>
</file>